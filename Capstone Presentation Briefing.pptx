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3.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4.xml" ContentType="application/vnd.openxmlformats-officedocument.theme+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5.xml" ContentType="application/vnd.openxmlformats-officedocument.theme+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theme/theme6.xml" ContentType="application/vnd.openxmlformats-officedocument.theme+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 id="2147483712" r:id="rId6"/>
    <p:sldMasterId id="2147483762" r:id="rId7"/>
    <p:sldMasterId id="2147483822" r:id="rId8"/>
    <p:sldMasterId id="2147483830" r:id="rId9"/>
    <p:sldMasterId id="2147483890" r:id="rId10"/>
  </p:sldMasterIdLst>
  <p:notesMasterIdLst>
    <p:notesMasterId r:id="rId16"/>
  </p:notesMasterIdLst>
  <p:sldIdLst>
    <p:sldId id="2147472204" r:id="rId11"/>
    <p:sldId id="2147482422" r:id="rId12"/>
    <p:sldId id="2147482743" r:id="rId13"/>
    <p:sldId id="2147482732" r:id="rId14"/>
    <p:sldId id="214748273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BB38AF-0D55-4180-A4B6-CE368E384E82}" v="36" dt="2026-01-26T11:13:44.9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87316" autoAdjust="0"/>
  </p:normalViewPr>
  <p:slideViewPr>
    <p:cSldViewPr snapToGrid="0">
      <p:cViewPr varScale="1">
        <p:scale>
          <a:sx n="133" d="100"/>
          <a:sy n="133" d="100"/>
        </p:scale>
        <p:origin x="309"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5" Type="http://schemas.openxmlformats.org/officeDocument/2006/relationships/slideMaster" Target="slideMasters/slideMaster2.xml"/><Relationship Id="rId15" Type="http://schemas.openxmlformats.org/officeDocument/2006/relationships/slide" Target="slides/slide5.xml"/><Relationship Id="rId10" Type="http://schemas.openxmlformats.org/officeDocument/2006/relationships/slideMaster" Target="slideMasters/slideMaster7.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ão Quintela (jquintel)" userId="f7237934-99ab-4ce4-8f03-ebb393128d66" providerId="ADAL" clId="{465C9A18-3A8C-40E9-825F-258EFC7070AE}"/>
    <pc:docChg chg="custSel delSld modSld">
      <pc:chgData name="João Quintela (jquintel)" userId="f7237934-99ab-4ce4-8f03-ebb393128d66" providerId="ADAL" clId="{465C9A18-3A8C-40E9-825F-258EFC7070AE}" dt="2026-01-26T11:23:42.070" v="4" actId="478"/>
      <pc:docMkLst>
        <pc:docMk/>
      </pc:docMkLst>
      <pc:sldChg chg="delSp mod">
        <pc:chgData name="João Quintela (jquintel)" userId="f7237934-99ab-4ce4-8f03-ebb393128d66" providerId="ADAL" clId="{465C9A18-3A8C-40E9-825F-258EFC7070AE}" dt="2026-01-26T11:23:42.070" v="4" actId="478"/>
        <pc:sldMkLst>
          <pc:docMk/>
          <pc:sldMk cId="1330528552" sldId="2147482422"/>
        </pc:sldMkLst>
        <pc:picChg chg="del">
          <ac:chgData name="João Quintela (jquintel)" userId="f7237934-99ab-4ce4-8f03-ebb393128d66" providerId="ADAL" clId="{465C9A18-3A8C-40E9-825F-258EFC7070AE}" dt="2026-01-26T11:23:42.070" v="4" actId="478"/>
          <ac:picMkLst>
            <pc:docMk/>
            <pc:sldMk cId="1330528552" sldId="2147482422"/>
            <ac:picMk id="6" creationId="{B9FE38DA-9502-590F-FE65-7EAABCC0B496}"/>
          </ac:picMkLst>
        </pc:picChg>
      </pc:sldChg>
      <pc:sldChg chg="del">
        <pc:chgData name="João Quintela (jquintel)" userId="f7237934-99ab-4ce4-8f03-ebb393128d66" providerId="ADAL" clId="{465C9A18-3A8C-40E9-825F-258EFC7070AE}" dt="2026-01-26T11:23:19.834" v="0" actId="47"/>
        <pc:sldMkLst>
          <pc:docMk/>
          <pc:sldMk cId="25083783" sldId="2147482425"/>
        </pc:sldMkLst>
      </pc:sldChg>
      <pc:sldChg chg="del">
        <pc:chgData name="João Quintela (jquintel)" userId="f7237934-99ab-4ce4-8f03-ebb393128d66" providerId="ADAL" clId="{465C9A18-3A8C-40E9-825F-258EFC7070AE}" dt="2026-01-26T11:23:23.465" v="3" actId="47"/>
        <pc:sldMkLst>
          <pc:docMk/>
          <pc:sldMk cId="2969168767" sldId="2147482721"/>
        </pc:sldMkLst>
      </pc:sldChg>
      <pc:sldChg chg="del">
        <pc:chgData name="João Quintela (jquintel)" userId="f7237934-99ab-4ce4-8f03-ebb393128d66" providerId="ADAL" clId="{465C9A18-3A8C-40E9-825F-258EFC7070AE}" dt="2026-01-26T11:23:22.350" v="2" actId="47"/>
        <pc:sldMkLst>
          <pc:docMk/>
          <pc:sldMk cId="230105414" sldId="2147482722"/>
        </pc:sldMkLst>
      </pc:sldChg>
      <pc:sldChg chg="del">
        <pc:chgData name="João Quintela (jquintel)" userId="f7237934-99ab-4ce4-8f03-ebb393128d66" providerId="ADAL" clId="{465C9A18-3A8C-40E9-825F-258EFC7070AE}" dt="2026-01-26T11:23:20.945" v="1" actId="47"/>
        <pc:sldMkLst>
          <pc:docMk/>
          <pc:sldMk cId="491255904" sldId="21474827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4BBE02-A380-49D5-A068-03F1535198BC}"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533B9D-64C3-4955-A058-A7B992B5FE13}" type="slidenum">
              <a:rPr lang="en-US" smtClean="0"/>
              <a:t>‹#›</a:t>
            </a:fld>
            <a:endParaRPr lang="en-US"/>
          </a:p>
        </p:txBody>
      </p:sp>
    </p:spTree>
    <p:extLst>
      <p:ext uri="{BB962C8B-B14F-4D97-AF65-F5344CB8AC3E}">
        <p14:creationId xmlns:p14="http://schemas.microsoft.com/office/powerpoint/2010/main" val="2600394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97A1FA6-25DE-9E4E-A34D-CF67DE7DBDC7}" type="slidenum">
              <a:rPr lang="en-US" smtClean="0"/>
              <a:pPr>
                <a:defRPr/>
              </a:pPr>
              <a:t>1</a:t>
            </a:fld>
            <a:endParaRPr lang="en-US"/>
          </a:p>
        </p:txBody>
      </p:sp>
    </p:spTree>
    <p:extLst>
      <p:ext uri="{BB962C8B-B14F-4D97-AF65-F5344CB8AC3E}">
        <p14:creationId xmlns:p14="http://schemas.microsoft.com/office/powerpoint/2010/main" val="1754177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FD1A3-E9DD-9809-29E6-FC3CCB5CDE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34EBB-455E-D96C-EA6F-70B5416550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2AB80-133E-68BE-E0D2-421AC67AE0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DCFC86-23D6-DCBA-4BBD-F033D0DD3B4D}"/>
              </a:ext>
            </a:extLst>
          </p:cNvPr>
          <p:cNvSpPr>
            <a:spLocks noGrp="1"/>
          </p:cNvSpPr>
          <p:nvPr>
            <p:ph type="sldNum" sz="quarter" idx="5"/>
          </p:nvPr>
        </p:nvSpPr>
        <p:spPr/>
        <p:txBody>
          <a:bodyPr/>
          <a:lstStyle/>
          <a:p>
            <a:fld id="{700E0D3A-9C23-4A0A-B92C-2E456BF8DCC4}" type="slidenum">
              <a:rPr lang="en-US" smtClean="0"/>
              <a:t>3</a:t>
            </a:fld>
            <a:endParaRPr lang="en-US"/>
          </a:p>
        </p:txBody>
      </p:sp>
    </p:spTree>
    <p:extLst>
      <p:ext uri="{BB962C8B-B14F-4D97-AF65-F5344CB8AC3E}">
        <p14:creationId xmlns:p14="http://schemas.microsoft.com/office/powerpoint/2010/main" val="2178265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49B8-1A9B-DED6-9E82-130AFB83C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7F20D-912D-1227-A85E-B8A6738C2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7F82A3-C3EC-44CF-B004-3ABC06B959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81EAB2-E7BD-A805-F3A6-E2F4616AE7BC}"/>
              </a:ext>
            </a:extLst>
          </p:cNvPr>
          <p:cNvSpPr>
            <a:spLocks noGrp="1"/>
          </p:cNvSpPr>
          <p:nvPr>
            <p:ph type="sldNum" sz="quarter" idx="5"/>
          </p:nvPr>
        </p:nvSpPr>
        <p:spPr/>
        <p:txBody>
          <a:bodyPr/>
          <a:lstStyle/>
          <a:p>
            <a:fld id="{700E0D3A-9C23-4A0A-B92C-2E456BF8DCC4}" type="slidenum">
              <a:rPr lang="en-US" smtClean="0"/>
              <a:t>4</a:t>
            </a:fld>
            <a:endParaRPr lang="en-US"/>
          </a:p>
        </p:txBody>
      </p:sp>
    </p:spTree>
    <p:extLst>
      <p:ext uri="{BB962C8B-B14F-4D97-AF65-F5344CB8AC3E}">
        <p14:creationId xmlns:p14="http://schemas.microsoft.com/office/powerpoint/2010/main" val="1569282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671FA-D639-97C8-7D36-2B43C6A2B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7417E-6705-375E-EE07-07189C4F1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CC182-363C-09D9-36C8-65F245AB49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EE5578-F783-968B-7BD0-80415D8954DA}"/>
              </a:ext>
            </a:extLst>
          </p:cNvPr>
          <p:cNvSpPr>
            <a:spLocks noGrp="1"/>
          </p:cNvSpPr>
          <p:nvPr>
            <p:ph type="sldNum" sz="quarter" idx="5"/>
          </p:nvPr>
        </p:nvSpPr>
        <p:spPr/>
        <p:txBody>
          <a:bodyPr/>
          <a:lstStyle/>
          <a:p>
            <a:fld id="{700E0D3A-9C23-4A0A-B92C-2E456BF8DCC4}" type="slidenum">
              <a:rPr lang="en-US" smtClean="0"/>
              <a:t>5</a:t>
            </a:fld>
            <a:endParaRPr lang="en-US"/>
          </a:p>
        </p:txBody>
      </p:sp>
    </p:spTree>
    <p:extLst>
      <p:ext uri="{BB962C8B-B14F-4D97-AF65-F5344CB8AC3E}">
        <p14:creationId xmlns:p14="http://schemas.microsoft.com/office/powerpoint/2010/main" val="430642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A8F5A-D425-9C80-D2E2-AA33CFE514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6641C3-5498-E792-39D8-70C1912390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172408-8881-3D51-44F5-E38B571D242D}"/>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5" name="Footer Placeholder 4">
            <a:extLst>
              <a:ext uri="{FF2B5EF4-FFF2-40B4-BE49-F238E27FC236}">
                <a16:creationId xmlns:a16="http://schemas.microsoft.com/office/drawing/2014/main" id="{54E71066-346F-7A21-5E5F-250003B138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D3C20-5C1C-654B-A275-E7398ACE1DD9}"/>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31796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FCDC4-0FA9-F681-E0E7-7636B78E59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C5A380-F781-7451-6B57-4A6C5CFF9F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B340C6-217B-A60E-3710-69A47A84E1BD}"/>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5" name="Footer Placeholder 4">
            <a:extLst>
              <a:ext uri="{FF2B5EF4-FFF2-40B4-BE49-F238E27FC236}">
                <a16:creationId xmlns:a16="http://schemas.microsoft.com/office/drawing/2014/main" id="{A12134EA-E9D4-C0D5-0BEB-5D4BFFA28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425155-3A60-CC11-12AE-D2CF1FE16789}"/>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1424296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F85C0-2958-078C-F3EB-2A977D02CD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579608-E262-6E19-70A2-168A13CC6F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10807E-E6B2-13EA-7188-C1B19F1C7632}"/>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5" name="Footer Placeholder 4">
            <a:extLst>
              <a:ext uri="{FF2B5EF4-FFF2-40B4-BE49-F238E27FC236}">
                <a16:creationId xmlns:a16="http://schemas.microsoft.com/office/drawing/2014/main" id="{3AEDC72A-7137-57B2-CA0E-80E3D0FAC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5FD3C-C63F-185F-5924-794023017103}"/>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3015964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4D215-D751-6486-BD02-385CE08901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8866F2-58FC-E1EC-B90B-6E46A398E8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27F6FC-6989-D1BF-27C3-AF5F15BB41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5510F1-4E10-B4F3-9D01-3F228C182BDA}"/>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6" name="Footer Placeholder 5">
            <a:extLst>
              <a:ext uri="{FF2B5EF4-FFF2-40B4-BE49-F238E27FC236}">
                <a16:creationId xmlns:a16="http://schemas.microsoft.com/office/drawing/2014/main" id="{C32DD7AB-1C49-4468-0A67-3D7781DC7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AF221A-D321-6B09-E7CF-72134A2A5D87}"/>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750539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E9AE6-F78E-18F3-05F8-0105BBD518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76BAB-1A44-ED2E-E2BB-AACF0570DC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2B0AD3-621A-73BD-6FA5-8D302BB50B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2D72FE-28BA-3A5F-E85F-E78FEADB96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97A07F-A31D-C76B-05D9-7D0BD834F4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524472-50B4-0CB8-19A7-80A24E6E4694}"/>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8" name="Footer Placeholder 7">
            <a:extLst>
              <a:ext uri="{FF2B5EF4-FFF2-40B4-BE49-F238E27FC236}">
                <a16:creationId xmlns:a16="http://schemas.microsoft.com/office/drawing/2014/main" id="{8383CFC3-3117-337F-CA7D-CDF02D4B90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1EC7B6-855D-A714-B78A-907E184DFBB1}"/>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545747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87A67-FA79-4A7A-0083-77AE4268B2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A90AC5-681C-229B-1DCE-395E40284437}"/>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4" name="Footer Placeholder 3">
            <a:extLst>
              <a:ext uri="{FF2B5EF4-FFF2-40B4-BE49-F238E27FC236}">
                <a16:creationId xmlns:a16="http://schemas.microsoft.com/office/drawing/2014/main" id="{D7D0AC02-3FF1-27A2-DC22-D4213C2DA5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282EAF-9C76-2F7A-9E10-37AE4C432E4B}"/>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3365722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B74235-3257-AB3D-1295-255A46242D65}"/>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3" name="Footer Placeholder 2">
            <a:extLst>
              <a:ext uri="{FF2B5EF4-FFF2-40B4-BE49-F238E27FC236}">
                <a16:creationId xmlns:a16="http://schemas.microsoft.com/office/drawing/2014/main" id="{5517F4C5-0B06-0C0F-3E5F-79BF1AF6F5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B0D4C8-4DA3-9100-BC5B-6030DDE40775}"/>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766283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7D4D6-6D5B-96D5-5CA4-1F04EACB4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20F294-689D-1149-2CE9-493EF94B4F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C98B43-C13F-1679-1572-12B45BEA65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3C1CD8-CE9C-3FFA-CB0A-5C5CFC4028F1}"/>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6" name="Footer Placeholder 5">
            <a:extLst>
              <a:ext uri="{FF2B5EF4-FFF2-40B4-BE49-F238E27FC236}">
                <a16:creationId xmlns:a16="http://schemas.microsoft.com/office/drawing/2014/main" id="{2AF2608E-2BA1-F0BC-E270-295FC2EB41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00CEF8-A54B-AC0C-40F9-4A20D7399B7E}"/>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537311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AF559-4E18-849E-C1FB-6E10849C69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B7DAEC-AF29-3A8B-83E5-0E7A7D257C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45DEF2-7672-2EE4-C803-7DA8A36099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D2FC43-1531-A92F-F4BD-BDB9C6F6AFBD}"/>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6" name="Footer Placeholder 5">
            <a:extLst>
              <a:ext uri="{FF2B5EF4-FFF2-40B4-BE49-F238E27FC236}">
                <a16:creationId xmlns:a16="http://schemas.microsoft.com/office/drawing/2014/main" id="{DAC1932D-E378-72F1-8BF9-B6CE25EB18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CBF832-B045-BAD4-EB55-4B39985ED162}"/>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1775898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A6971-6095-AD66-FC35-998E1079C1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96FB1C-8CE1-B173-0F8E-C39F7E49C1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9BF9F-07DB-A41C-F9F8-AE5A6C2D46E8}"/>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5" name="Footer Placeholder 4">
            <a:extLst>
              <a:ext uri="{FF2B5EF4-FFF2-40B4-BE49-F238E27FC236}">
                <a16:creationId xmlns:a16="http://schemas.microsoft.com/office/drawing/2014/main" id="{DA568B0A-4ACB-2E93-A8E8-76AD4B8890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8D5A0C-A43C-1627-DA67-742088724AD9}"/>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3319867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6C07E6-08C5-6777-E482-79481E937B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7F9B26-A63A-02B2-A5EF-849F652F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8B7D97-5D27-0B19-6297-A05A92777AC2}"/>
              </a:ext>
            </a:extLst>
          </p:cNvPr>
          <p:cNvSpPr>
            <a:spLocks noGrp="1"/>
          </p:cNvSpPr>
          <p:nvPr>
            <p:ph type="dt" sz="half" idx="10"/>
          </p:nvPr>
        </p:nvSpPr>
        <p:spPr/>
        <p:txBody>
          <a:bodyPr/>
          <a:lstStyle/>
          <a:p>
            <a:fld id="{90427B93-97C5-44B1-B527-2110FFA3A224}" type="datetimeFigureOut">
              <a:rPr lang="en-US" smtClean="0"/>
              <a:t>1/26/2026</a:t>
            </a:fld>
            <a:endParaRPr lang="en-US"/>
          </a:p>
        </p:txBody>
      </p:sp>
      <p:sp>
        <p:nvSpPr>
          <p:cNvPr id="5" name="Footer Placeholder 4">
            <a:extLst>
              <a:ext uri="{FF2B5EF4-FFF2-40B4-BE49-F238E27FC236}">
                <a16:creationId xmlns:a16="http://schemas.microsoft.com/office/drawing/2014/main" id="{B9FD681D-2F35-FFDC-1EBF-79A41F0F9F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D2B09F-A7B9-5CE2-3D7A-7DDACA621DC9}"/>
              </a:ext>
            </a:extLst>
          </p:cNvPr>
          <p:cNvSpPr>
            <a:spLocks noGrp="1"/>
          </p:cNvSpPr>
          <p:nvPr>
            <p:ph type="sldNum" sz="quarter" idx="12"/>
          </p:nvPr>
        </p:nvSpPr>
        <p:spPr/>
        <p:txBody>
          <a:bodyPr/>
          <a:lstStyle/>
          <a:p>
            <a:fld id="{C3B1BFA2-C3FB-4E67-B5CA-E9E3BA9E90D2}" type="slidenum">
              <a:rPr lang="en-US" smtClean="0"/>
              <a:t>‹#›</a:t>
            </a:fld>
            <a:endParaRPr lang="en-US"/>
          </a:p>
        </p:txBody>
      </p:sp>
    </p:spTree>
    <p:extLst>
      <p:ext uri="{BB962C8B-B14F-4D97-AF65-F5344CB8AC3E}">
        <p14:creationId xmlns:p14="http://schemas.microsoft.com/office/powerpoint/2010/main" val="586824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10" name="Picture 9">
            <a:extLst>
              <a:ext uri="{FF2B5EF4-FFF2-40B4-BE49-F238E27FC236}">
                <a16:creationId xmlns:a16="http://schemas.microsoft.com/office/drawing/2014/main" id="{56ACD02A-F45C-4F9D-E523-922834E3F48E}"/>
              </a:ext>
            </a:extLst>
          </p:cNvPr>
          <p:cNvPicPr>
            <a:picLocks noChangeAspect="1"/>
          </p:cNvPicPr>
          <p:nvPr userDrawn="1"/>
        </p:nvPicPr>
        <p:blipFill>
          <a:blip/>
          <a:stretch>
            <a:fillRect/>
          </a:stretch>
        </p:blipFill>
        <p:spPr>
          <a:xfrm>
            <a:off x="559775" y="296560"/>
            <a:ext cx="2572656" cy="571702"/>
          </a:xfrm>
          <a:prstGeom prst="rect">
            <a:avLst/>
          </a:prstGeom>
        </p:spPr>
      </p:pic>
    </p:spTree>
    <p:extLst>
      <p:ext uri="{BB962C8B-B14F-4D97-AF65-F5344CB8AC3E}">
        <p14:creationId xmlns:p14="http://schemas.microsoft.com/office/powerpoint/2010/main" val="22170749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ky Title Midnight Left">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bg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7" name="Picture 6">
            <a:extLst>
              <a:ext uri="{FF2B5EF4-FFF2-40B4-BE49-F238E27FC236}">
                <a16:creationId xmlns:a16="http://schemas.microsoft.com/office/drawing/2014/main" id="{A0369391-83D0-95A5-CB1A-35A40F547530}"/>
              </a:ext>
            </a:extLst>
          </p:cNvPr>
          <p:cNvPicPr>
            <a:picLocks noChangeAspect="1"/>
          </p:cNvPicPr>
          <p:nvPr userDrawn="1"/>
        </p:nvPicPr>
        <p:blipFill>
          <a:blip/>
          <a:stretch>
            <a:fillRect/>
          </a:stretch>
        </p:blipFill>
        <p:spPr>
          <a:xfrm>
            <a:off x="577361" y="290698"/>
            <a:ext cx="2592324" cy="576072"/>
          </a:xfrm>
          <a:prstGeom prst="rect">
            <a:avLst/>
          </a:prstGeom>
        </p:spPr>
      </p:pic>
    </p:spTree>
    <p:extLst>
      <p:ext uri="{BB962C8B-B14F-4D97-AF65-F5344CB8AC3E}">
        <p14:creationId xmlns:p14="http://schemas.microsoft.com/office/powerpoint/2010/main" val="1630911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10" name="Picture 9">
            <a:extLst>
              <a:ext uri="{FF2B5EF4-FFF2-40B4-BE49-F238E27FC236}">
                <a16:creationId xmlns:a16="http://schemas.microsoft.com/office/drawing/2014/main" id="{56ACD02A-F45C-4F9D-E523-922834E3F48E}"/>
              </a:ext>
            </a:extLst>
          </p:cNvPr>
          <p:cNvPicPr>
            <a:picLocks noChangeAspect="1"/>
          </p:cNvPicPr>
          <p:nvPr userDrawn="1"/>
        </p:nvPicPr>
        <p:blipFill>
          <a:blip/>
          <a:stretch>
            <a:fillRect/>
          </a:stretch>
        </p:blipFill>
        <p:spPr>
          <a:xfrm>
            <a:off x="559775" y="296560"/>
            <a:ext cx="2572656" cy="571702"/>
          </a:xfrm>
          <a:prstGeom prst="rect">
            <a:avLst/>
          </a:prstGeom>
        </p:spPr>
      </p:pic>
    </p:spTree>
    <p:extLst>
      <p:ext uri="{BB962C8B-B14F-4D97-AF65-F5344CB8AC3E}">
        <p14:creationId xmlns:p14="http://schemas.microsoft.com/office/powerpoint/2010/main" val="12390591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3" name="Picture 2">
            <a:extLst>
              <a:ext uri="{FF2B5EF4-FFF2-40B4-BE49-F238E27FC236}">
                <a16:creationId xmlns:a16="http://schemas.microsoft.com/office/drawing/2014/main" id="{73AACAFD-C9E2-391D-A2A9-7FF1B7208DD3}"/>
              </a:ext>
            </a:extLst>
          </p:cNvPr>
          <p:cNvPicPr>
            <a:picLocks noChangeAspect="1"/>
          </p:cNvPicPr>
          <p:nvPr userDrawn="1"/>
        </p:nvPicPr>
        <p:blipFill>
          <a:blip/>
          <a:stretch>
            <a:fillRect/>
          </a:stretch>
        </p:blipFill>
        <p:spPr>
          <a:xfrm>
            <a:off x="559775" y="296560"/>
            <a:ext cx="2572656" cy="571702"/>
          </a:xfrm>
          <a:prstGeom prst="rect">
            <a:avLst/>
          </a:prstGeom>
        </p:spPr>
      </p:pic>
    </p:spTree>
    <p:extLst>
      <p:ext uri="{BB962C8B-B14F-4D97-AF65-F5344CB8AC3E}">
        <p14:creationId xmlns:p14="http://schemas.microsoft.com/office/powerpoint/2010/main" val="812394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Tex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5483B2-4290-E41E-73AE-F34C9E966533}"/>
              </a:ext>
            </a:extLst>
          </p:cNvPr>
          <p:cNvSpPr>
            <a:spLocks noGrp="1"/>
          </p:cNvSpPr>
          <p:nvPr>
            <p:ph type="body" sz="quarter" idx="24" hasCustomPrompt="1"/>
          </p:nvPr>
        </p:nvSpPr>
        <p:spPr>
          <a:xfrm>
            <a:off x="6410937" y="1305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5" name="Title 1">
            <a:extLst>
              <a:ext uri="{FF2B5EF4-FFF2-40B4-BE49-F238E27FC236}">
                <a16:creationId xmlns:a16="http://schemas.microsoft.com/office/drawing/2014/main" id="{55A50AC4-C886-55CF-1B73-4A8101AC885C}"/>
              </a:ext>
            </a:extLst>
          </p:cNvPr>
          <p:cNvSpPr>
            <a:spLocks noGrp="1"/>
          </p:cNvSpPr>
          <p:nvPr>
            <p:ph type="ctrTitle" hasCustomPrompt="1"/>
          </p:nvPr>
        </p:nvSpPr>
        <p:spPr>
          <a:xfrm>
            <a:off x="618520" y="2716069"/>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Agenda</a:t>
            </a:r>
            <a:endParaRPr lang="en-US"/>
          </a:p>
        </p:txBody>
      </p:sp>
      <p:sp>
        <p:nvSpPr>
          <p:cNvPr id="21" name="Text Placeholder 2">
            <a:extLst>
              <a:ext uri="{FF2B5EF4-FFF2-40B4-BE49-F238E27FC236}">
                <a16:creationId xmlns:a16="http://schemas.microsoft.com/office/drawing/2014/main" id="{FCE7E360-6B59-1209-D550-8CC9B6341BC3}"/>
              </a:ext>
            </a:extLst>
          </p:cNvPr>
          <p:cNvSpPr>
            <a:spLocks noGrp="1"/>
          </p:cNvSpPr>
          <p:nvPr>
            <p:ph type="body" sz="quarter" idx="25" hasCustomPrompt="1"/>
          </p:nvPr>
        </p:nvSpPr>
        <p:spPr>
          <a:xfrm>
            <a:off x="6410937" y="2067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2" name="Text Placeholder 2">
            <a:extLst>
              <a:ext uri="{FF2B5EF4-FFF2-40B4-BE49-F238E27FC236}">
                <a16:creationId xmlns:a16="http://schemas.microsoft.com/office/drawing/2014/main" id="{5FD1F1CA-F8AE-A6D7-92EA-CF6615720160}"/>
              </a:ext>
            </a:extLst>
          </p:cNvPr>
          <p:cNvSpPr>
            <a:spLocks noGrp="1"/>
          </p:cNvSpPr>
          <p:nvPr>
            <p:ph type="body" sz="quarter" idx="26" hasCustomPrompt="1"/>
          </p:nvPr>
        </p:nvSpPr>
        <p:spPr>
          <a:xfrm>
            <a:off x="6410937" y="2829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3" name="Text Placeholder 2">
            <a:extLst>
              <a:ext uri="{FF2B5EF4-FFF2-40B4-BE49-F238E27FC236}">
                <a16:creationId xmlns:a16="http://schemas.microsoft.com/office/drawing/2014/main" id="{187AA8FE-E1E9-C832-4913-51323321D220}"/>
              </a:ext>
            </a:extLst>
          </p:cNvPr>
          <p:cNvSpPr>
            <a:spLocks noGrp="1"/>
          </p:cNvSpPr>
          <p:nvPr>
            <p:ph type="body" sz="quarter" idx="27" hasCustomPrompt="1"/>
          </p:nvPr>
        </p:nvSpPr>
        <p:spPr>
          <a:xfrm>
            <a:off x="6410937" y="3591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4" name="Text Placeholder 2">
            <a:extLst>
              <a:ext uri="{FF2B5EF4-FFF2-40B4-BE49-F238E27FC236}">
                <a16:creationId xmlns:a16="http://schemas.microsoft.com/office/drawing/2014/main" id="{0DB5B452-8065-2944-0A58-08866F597612}"/>
              </a:ext>
            </a:extLst>
          </p:cNvPr>
          <p:cNvSpPr>
            <a:spLocks noGrp="1"/>
          </p:cNvSpPr>
          <p:nvPr>
            <p:ph type="body" sz="quarter" idx="28" hasCustomPrompt="1"/>
          </p:nvPr>
        </p:nvSpPr>
        <p:spPr>
          <a:xfrm>
            <a:off x="6410937" y="4353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5" name="Text Placeholder 2">
            <a:extLst>
              <a:ext uri="{FF2B5EF4-FFF2-40B4-BE49-F238E27FC236}">
                <a16:creationId xmlns:a16="http://schemas.microsoft.com/office/drawing/2014/main" id="{5BB1BE18-0F13-C3E2-0CEF-5A826A69DD43}"/>
              </a:ext>
            </a:extLst>
          </p:cNvPr>
          <p:cNvSpPr>
            <a:spLocks noGrp="1"/>
          </p:cNvSpPr>
          <p:nvPr>
            <p:ph type="body" sz="quarter" idx="29" hasCustomPrompt="1"/>
          </p:nvPr>
        </p:nvSpPr>
        <p:spPr>
          <a:xfrm>
            <a:off x="6410937" y="5115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Tree>
    <p:extLst>
      <p:ext uri="{BB962C8B-B14F-4D97-AF65-F5344CB8AC3E}">
        <p14:creationId xmlns:p14="http://schemas.microsoft.com/office/powerpoint/2010/main" val="14617825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5483B2-4290-E41E-73AE-F34C9E966533}"/>
              </a:ext>
            </a:extLst>
          </p:cNvPr>
          <p:cNvSpPr>
            <a:spLocks noGrp="1"/>
          </p:cNvSpPr>
          <p:nvPr>
            <p:ph type="body" sz="quarter" idx="24" hasCustomPrompt="1"/>
          </p:nvPr>
        </p:nvSpPr>
        <p:spPr>
          <a:xfrm>
            <a:off x="7090875" y="1305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5" name="Title 1">
            <a:extLst>
              <a:ext uri="{FF2B5EF4-FFF2-40B4-BE49-F238E27FC236}">
                <a16:creationId xmlns:a16="http://schemas.microsoft.com/office/drawing/2014/main" id="{55A50AC4-C886-55CF-1B73-4A8101AC885C}"/>
              </a:ext>
            </a:extLst>
          </p:cNvPr>
          <p:cNvSpPr>
            <a:spLocks noGrp="1"/>
          </p:cNvSpPr>
          <p:nvPr>
            <p:ph type="ctrTitle" hasCustomPrompt="1"/>
          </p:nvPr>
        </p:nvSpPr>
        <p:spPr>
          <a:xfrm>
            <a:off x="618520" y="2716069"/>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Agenda</a:t>
            </a:r>
            <a:endParaRPr lang="en-US"/>
          </a:p>
        </p:txBody>
      </p:sp>
      <p:sp>
        <p:nvSpPr>
          <p:cNvPr id="21" name="Text Placeholder 2">
            <a:extLst>
              <a:ext uri="{FF2B5EF4-FFF2-40B4-BE49-F238E27FC236}">
                <a16:creationId xmlns:a16="http://schemas.microsoft.com/office/drawing/2014/main" id="{FCE7E360-6B59-1209-D550-8CC9B6341BC3}"/>
              </a:ext>
            </a:extLst>
          </p:cNvPr>
          <p:cNvSpPr>
            <a:spLocks noGrp="1"/>
          </p:cNvSpPr>
          <p:nvPr>
            <p:ph type="body" sz="quarter" idx="25" hasCustomPrompt="1"/>
          </p:nvPr>
        </p:nvSpPr>
        <p:spPr>
          <a:xfrm>
            <a:off x="7090875" y="2067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2" name="Text Placeholder 2">
            <a:extLst>
              <a:ext uri="{FF2B5EF4-FFF2-40B4-BE49-F238E27FC236}">
                <a16:creationId xmlns:a16="http://schemas.microsoft.com/office/drawing/2014/main" id="{5FD1F1CA-F8AE-A6D7-92EA-CF6615720160}"/>
              </a:ext>
            </a:extLst>
          </p:cNvPr>
          <p:cNvSpPr>
            <a:spLocks noGrp="1"/>
          </p:cNvSpPr>
          <p:nvPr>
            <p:ph type="body" sz="quarter" idx="26" hasCustomPrompt="1"/>
          </p:nvPr>
        </p:nvSpPr>
        <p:spPr>
          <a:xfrm>
            <a:off x="7090875" y="2829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3" name="Text Placeholder 2">
            <a:extLst>
              <a:ext uri="{FF2B5EF4-FFF2-40B4-BE49-F238E27FC236}">
                <a16:creationId xmlns:a16="http://schemas.microsoft.com/office/drawing/2014/main" id="{187AA8FE-E1E9-C832-4913-51323321D220}"/>
              </a:ext>
            </a:extLst>
          </p:cNvPr>
          <p:cNvSpPr>
            <a:spLocks noGrp="1"/>
          </p:cNvSpPr>
          <p:nvPr>
            <p:ph type="body" sz="quarter" idx="27" hasCustomPrompt="1"/>
          </p:nvPr>
        </p:nvSpPr>
        <p:spPr>
          <a:xfrm>
            <a:off x="7090875" y="3591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4" name="Text Placeholder 2">
            <a:extLst>
              <a:ext uri="{FF2B5EF4-FFF2-40B4-BE49-F238E27FC236}">
                <a16:creationId xmlns:a16="http://schemas.microsoft.com/office/drawing/2014/main" id="{0DB5B452-8065-2944-0A58-08866F597612}"/>
              </a:ext>
            </a:extLst>
          </p:cNvPr>
          <p:cNvSpPr>
            <a:spLocks noGrp="1"/>
          </p:cNvSpPr>
          <p:nvPr>
            <p:ph type="body" sz="quarter" idx="28" hasCustomPrompt="1"/>
          </p:nvPr>
        </p:nvSpPr>
        <p:spPr>
          <a:xfrm>
            <a:off x="7090875" y="4353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5" name="Text Placeholder 2">
            <a:extLst>
              <a:ext uri="{FF2B5EF4-FFF2-40B4-BE49-F238E27FC236}">
                <a16:creationId xmlns:a16="http://schemas.microsoft.com/office/drawing/2014/main" id="{5BB1BE18-0F13-C3E2-0CEF-5A826A69DD43}"/>
              </a:ext>
            </a:extLst>
          </p:cNvPr>
          <p:cNvSpPr>
            <a:spLocks noGrp="1"/>
          </p:cNvSpPr>
          <p:nvPr>
            <p:ph type="body" sz="quarter" idx="29" hasCustomPrompt="1"/>
          </p:nvPr>
        </p:nvSpPr>
        <p:spPr>
          <a:xfrm>
            <a:off x="7090875" y="5115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Tree>
    <p:extLst>
      <p:ext uri="{BB962C8B-B14F-4D97-AF65-F5344CB8AC3E}">
        <p14:creationId xmlns:p14="http://schemas.microsoft.com/office/powerpoint/2010/main" val="2391697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que Lef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Segue slide copy goes here</a:t>
            </a:r>
            <a:endParaRPr lang="en-US"/>
          </a:p>
        </p:txBody>
      </p:sp>
    </p:spTree>
    <p:extLst>
      <p:ext uri="{BB962C8B-B14F-4D97-AF65-F5344CB8AC3E}">
        <p14:creationId xmlns:p14="http://schemas.microsoft.com/office/powerpoint/2010/main" val="3026135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ky Seque Lef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Segue slide copy goes here</a:t>
            </a:r>
            <a:endParaRPr lang="en-US"/>
          </a:p>
        </p:txBody>
      </p:sp>
    </p:spTree>
    <p:extLst>
      <p:ext uri="{BB962C8B-B14F-4D97-AF65-F5344CB8AC3E}">
        <p14:creationId xmlns:p14="http://schemas.microsoft.com/office/powerpoint/2010/main" val="4096182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role</a:t>
            </a:r>
            <a:endParaRPr lang="en-US"/>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As the adoption of multi-cloud strategy grows, Ulla </a:t>
            </a:r>
            <a:r>
              <a:rPr lang="en-GB" err="1"/>
              <a:t>sitiora</a:t>
            </a:r>
            <a:r>
              <a:rPr lang="en-GB"/>
              <a:t> </a:t>
            </a:r>
            <a:r>
              <a:rPr lang="en-GB" err="1"/>
              <a:t>turest</a:t>
            </a:r>
            <a:r>
              <a:rPr lang="en-GB"/>
              <a:t> </a:t>
            </a:r>
            <a:r>
              <a:rPr lang="en-GB" err="1"/>
              <a:t>experibus</a:t>
            </a:r>
            <a:r>
              <a:rPr lang="en-GB"/>
              <a:t> </a:t>
            </a:r>
            <a:r>
              <a:rPr lang="en-GB" err="1"/>
              <a:t>ut</a:t>
            </a:r>
            <a:r>
              <a:rPr lang="en-GB"/>
              <a:t> pa </a:t>
            </a:r>
            <a:r>
              <a:rPr lang="en-GB" err="1"/>
              <a:t>dolor</a:t>
            </a:r>
            <a:r>
              <a:rPr lang="en-GB"/>
              <a:t> a </a:t>
            </a:r>
            <a:r>
              <a:rPr lang="en-GB" err="1"/>
              <a:t>conestia</a:t>
            </a:r>
            <a:r>
              <a:rPr lang="en-GB"/>
              <a:t> vent </a:t>
            </a:r>
            <a:r>
              <a:rPr lang="en-GB" err="1"/>
              <a:t>eosse</a:t>
            </a:r>
            <a:r>
              <a:rPr lang="en-GB"/>
              <a:t> non </a:t>
            </a:r>
            <a:r>
              <a:rPr lang="en-GB" err="1"/>
              <a:t>consequ</a:t>
            </a:r>
            <a:r>
              <a:rPr lang="en-GB"/>
              <a:t> </a:t>
            </a:r>
            <a:r>
              <a:rPr lang="en-GB" err="1"/>
              <a:t>aturit</a:t>
            </a:r>
            <a:r>
              <a:rPr lang="en-GB"/>
              <a:t> </a:t>
            </a:r>
            <a:r>
              <a:rPr lang="en-GB" err="1"/>
              <a:t>faccum</a:t>
            </a:r>
            <a:r>
              <a:rPr lang="en-GB"/>
              <a:t> qui </a:t>
            </a:r>
            <a:r>
              <a:rPr lang="en-GB" err="1"/>
              <a:t>dolor</a:t>
            </a:r>
            <a:r>
              <a:rPr lang="en-GB"/>
              <a:t> a </a:t>
            </a:r>
            <a:r>
              <a:rPr lang="en-GB" err="1"/>
              <a:t>num</a:t>
            </a:r>
            <a:endParaRPr lang="en-GB"/>
          </a:p>
        </p:txBody>
      </p:sp>
      <p:pic>
        <p:nvPicPr>
          <p:cNvPr id="8" name="Graphic 7">
            <a:extLst>
              <a:ext uri="{FF2B5EF4-FFF2-40B4-BE49-F238E27FC236}">
                <a16:creationId xmlns:a16="http://schemas.microsoft.com/office/drawing/2014/main" id="{8E18B2BC-5B8F-6442-A3B3-AB5D063112DC}"/>
              </a:ext>
            </a:extLst>
          </p:cNvPr>
          <p:cNvPicPr>
            <a:picLocks noChangeAspect="1"/>
          </p:cNvPicPr>
          <p:nvPr userDrawn="1"/>
        </p:nvPicPr>
        <p:blipFill>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userDrawn="1"/>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6442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ky Quote">
    <p:bg>
      <p:bgPr>
        <a:solidFill>
          <a:schemeClr val="accent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bg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role</a:t>
            </a:r>
            <a:endParaRPr lang="en-US"/>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Speaker role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As the adoption of multi-cloud strategy grows, Ulla </a:t>
            </a:r>
            <a:r>
              <a:rPr lang="en-GB" err="1"/>
              <a:t>sitiora</a:t>
            </a:r>
            <a:r>
              <a:rPr lang="en-GB"/>
              <a:t> </a:t>
            </a:r>
            <a:r>
              <a:rPr lang="en-GB" err="1"/>
              <a:t>turest</a:t>
            </a:r>
            <a:r>
              <a:rPr lang="en-GB"/>
              <a:t> </a:t>
            </a:r>
            <a:r>
              <a:rPr lang="en-GB" err="1"/>
              <a:t>experibus</a:t>
            </a:r>
            <a:r>
              <a:rPr lang="en-GB"/>
              <a:t> </a:t>
            </a:r>
            <a:r>
              <a:rPr lang="en-GB" err="1"/>
              <a:t>ut</a:t>
            </a:r>
            <a:r>
              <a:rPr lang="en-GB"/>
              <a:t> pa </a:t>
            </a:r>
            <a:r>
              <a:rPr lang="en-GB" err="1"/>
              <a:t>dolor</a:t>
            </a:r>
            <a:r>
              <a:rPr lang="en-GB"/>
              <a:t> a </a:t>
            </a:r>
            <a:r>
              <a:rPr lang="en-GB" err="1"/>
              <a:t>conestia</a:t>
            </a:r>
            <a:r>
              <a:rPr lang="en-GB"/>
              <a:t> vent </a:t>
            </a:r>
            <a:r>
              <a:rPr lang="en-GB" err="1"/>
              <a:t>eosse</a:t>
            </a:r>
            <a:r>
              <a:rPr lang="en-GB"/>
              <a:t> non </a:t>
            </a:r>
            <a:r>
              <a:rPr lang="en-GB" err="1"/>
              <a:t>consequ</a:t>
            </a:r>
            <a:r>
              <a:rPr lang="en-GB"/>
              <a:t> </a:t>
            </a:r>
            <a:r>
              <a:rPr lang="en-GB" err="1"/>
              <a:t>aturit</a:t>
            </a:r>
            <a:r>
              <a:rPr lang="en-GB"/>
              <a:t> </a:t>
            </a:r>
            <a:r>
              <a:rPr lang="en-GB" err="1"/>
              <a:t>faccum</a:t>
            </a:r>
            <a:r>
              <a:rPr lang="en-GB"/>
              <a:t> qui </a:t>
            </a:r>
            <a:r>
              <a:rPr lang="en-GB" err="1"/>
              <a:t>dolor</a:t>
            </a:r>
            <a:r>
              <a:rPr lang="en-GB"/>
              <a:t> a </a:t>
            </a:r>
            <a:r>
              <a:rPr lang="en-GB" err="1"/>
              <a:t>num</a:t>
            </a:r>
            <a:endParaRPr lang="en-GB"/>
          </a:p>
        </p:txBody>
      </p:sp>
      <p:pic>
        <p:nvPicPr>
          <p:cNvPr id="8" name="Graphic 7">
            <a:extLst>
              <a:ext uri="{FF2B5EF4-FFF2-40B4-BE49-F238E27FC236}">
                <a16:creationId xmlns:a16="http://schemas.microsoft.com/office/drawing/2014/main" id="{8E18B2BC-5B8F-6442-A3B3-AB5D063112DC}"/>
              </a:ext>
            </a:extLst>
          </p:cNvPr>
          <p:cNvPicPr>
            <a:picLocks noChangeAspect="1"/>
          </p:cNvPicPr>
          <p:nvPr userDrawn="1"/>
        </p:nvPicPr>
        <p:blipFill>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userDrawn="1"/>
        </p:nvCxnSpPr>
        <p:spPr>
          <a:xfrm>
            <a:off x="4545877" y="4934857"/>
            <a:ext cx="3100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0100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520828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ky Text Left">
    <p:bg>
      <p:bgPr>
        <a:solidFill>
          <a:schemeClr val="accent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47866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Tree>
    <p:extLst>
      <p:ext uri="{BB962C8B-B14F-4D97-AF65-F5344CB8AC3E}">
        <p14:creationId xmlns:p14="http://schemas.microsoft.com/office/powerpoint/2010/main" val="12759285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ky Text Left 2">
    <p:bg>
      <p:bgPr>
        <a:solidFill>
          <a:schemeClr val="accent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Tree>
    <p:extLst>
      <p:ext uri="{BB962C8B-B14F-4D97-AF65-F5344CB8AC3E}">
        <p14:creationId xmlns:p14="http://schemas.microsoft.com/office/powerpoint/2010/main" val="3347686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3288479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3212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7761462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4961394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828177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ky Text Three Column Icons">
    <p:bg>
      <p:bgPr>
        <a:solidFill>
          <a:schemeClr val="accent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932117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ing and titl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944076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32818" y="1602317"/>
            <a:ext cx="11088236" cy="4519083"/>
          </a:xfrm>
          <a:prstGeom prst="rect">
            <a:avLst/>
          </a:prstGeom>
        </p:spPr>
        <p:txBody>
          <a:bodyPr lIns="91420" tIns="45710" rIns="91420" bIns="45710">
            <a:noAutofit/>
          </a:bodyPr>
          <a:lstStyle>
            <a:lvl1pPr marL="304798" indent="-228598">
              <a:lnSpc>
                <a:spcPct val="95000"/>
              </a:lnSpc>
              <a:spcBef>
                <a:spcPts val="1480"/>
              </a:spcBef>
              <a:buClr>
                <a:schemeClr val="bg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bg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bg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bg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a:t>First level</a:t>
            </a:r>
          </a:p>
          <a:p>
            <a:pPr lvl="1"/>
            <a:r>
              <a:rPr lang="en-GB"/>
              <a:t>Second level</a:t>
            </a:r>
          </a:p>
          <a:p>
            <a:pPr lvl="2"/>
            <a:r>
              <a:rPr lang="en-GB"/>
              <a:t>Third level</a:t>
            </a:r>
          </a:p>
          <a:p>
            <a:pPr lvl="3"/>
            <a:r>
              <a:rPr lang="en-GB"/>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819160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a:t>Click icon to add table</a:t>
            </a:r>
            <a:endParaRPr lang="en-GB" noProof="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310155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32125" y="1602319"/>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TT ExtraLight" panose="020B0303020201020303" pitchFamily="34" charset="0"/>
              </a:defRPr>
            </a:lvl1pPr>
          </a:lstStyle>
          <a:p>
            <a:pPr lvl="0"/>
            <a:r>
              <a:rPr lang="en-US" noProof="0"/>
              <a:t>Click icon to add chart</a:t>
            </a:r>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40984947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Multi">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6D804B-991F-15D0-1B5C-852F088F2293}"/>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12" name="Content Placeholder 2">
            <a:extLst>
              <a:ext uri="{FF2B5EF4-FFF2-40B4-BE49-F238E27FC236}">
                <a16:creationId xmlns:a16="http://schemas.microsoft.com/office/drawing/2014/main" id="{5E762CBB-3A34-48C3-DD45-61F4F2FD11D1}"/>
              </a:ext>
            </a:extLst>
          </p:cNvPr>
          <p:cNvSpPr>
            <a:spLocks noGrp="1"/>
          </p:cNvSpPr>
          <p:nvPr>
            <p:ph idx="1"/>
          </p:nvPr>
        </p:nvSpPr>
        <p:spPr>
          <a:xfrm>
            <a:off x="632884" y="1602317"/>
            <a:ext cx="10961511" cy="3739704"/>
          </a:xfrm>
          <a:prstGeom prst="rect">
            <a:avLst/>
          </a:prstGeom>
        </p:spPr>
        <p:txBody>
          <a:bodyPr lIns="91420" tIns="45710" rIns="91420" bIns="45710">
            <a:noAutofit/>
          </a:bodyPr>
          <a:lstStyle>
            <a:lvl1pPr marL="380917" marR="0" indent="-380917" algn="ctr" defTabSz="609469" rtl="0" eaLnBrk="1" fontAlgn="auto" latinLnBrk="0" hangingPunct="1">
              <a:lnSpc>
                <a:spcPct val="100000"/>
              </a:lnSpc>
              <a:spcBef>
                <a:spcPct val="20000"/>
              </a:spcBef>
              <a:spcAft>
                <a:spcPts val="0"/>
              </a:spcAft>
              <a:buClrTx/>
              <a:buSzTx/>
              <a:buFont typeface="Arial"/>
              <a:buNone/>
              <a:tabLst/>
              <a:defRPr sz="2667" b="0" i="0" baseline="0">
                <a:solidFill>
                  <a:schemeClr val="tx1"/>
                </a:solidFill>
                <a:latin typeface="+mn-lt"/>
                <a:cs typeface="CiscoSansTT ExtraLight" panose="020B0303020201020303" pitchFamily="34" charset="0"/>
              </a:defRPr>
            </a:lvl1pPr>
          </a:lstStyle>
          <a:p>
            <a:pPr lvl="0"/>
            <a:r>
              <a:rPr lang="en-US"/>
              <a:t>Click to edit Master text styles</a:t>
            </a:r>
          </a:p>
        </p:txBody>
      </p:sp>
      <p:sp>
        <p:nvSpPr>
          <p:cNvPr id="7" name="Text Placeholder 2">
            <a:extLst>
              <a:ext uri="{FF2B5EF4-FFF2-40B4-BE49-F238E27FC236}">
                <a16:creationId xmlns:a16="http://schemas.microsoft.com/office/drawing/2014/main" id="{014E7A9D-AA27-1BDE-DF75-A66B1A4E967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8DB9C6A2-1768-FE67-38C1-DAE221A3B73A}"/>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710088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userDrawn="1"/>
        </p:nvSpPr>
        <p:spPr>
          <a:xfrm>
            <a:off x="6104471" y="0"/>
            <a:ext cx="6106789" cy="685800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8800746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alf Page Text 2">
    <p:spTree>
      <p:nvGrpSpPr>
        <p:cNvPr id="1" name=""/>
        <p:cNvGrpSpPr/>
        <p:nvPr/>
      </p:nvGrpSpPr>
      <p:grpSpPr>
        <a:xfrm>
          <a:off x="0" y="0"/>
          <a:ext cx="0" cy="0"/>
          <a:chOff x="0" y="0"/>
          <a:chExt cx="0" cy="0"/>
        </a:xfrm>
      </p:grpSpPr>
      <p:sp>
        <p:nvSpPr>
          <p:cNvPr id="4" name="Rectangle 3"/>
          <p:cNvSpPr/>
          <p:nvPr userDrawn="1"/>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pic>
        <p:nvPicPr>
          <p:cNvPr id="21" name="Picture 7">
            <a:extLst>
              <a:ext uri="{FF2B5EF4-FFF2-40B4-BE49-F238E27FC236}">
                <a16:creationId xmlns:a16="http://schemas.microsoft.com/office/drawing/2014/main" id="{C8840F6B-282B-A945-9690-ABC74CE8E7DE}"/>
              </a:ext>
            </a:extLst>
          </p:cNvPr>
          <p:cNvPicPr>
            <a:picLocks noChangeAspect="1"/>
          </p:cNvPicPr>
          <p:nvPr userDrawn="1"/>
        </p:nvPicPr>
        <p:blipFill>
          <a:blip cstate="screen">
            <a:extLst>
              <a:ext uri="{28A0092B-C50C-407E-A947-70E740481C1C}">
                <a14:useLocalDpi xmlns:a14="http://schemas.microsoft.com/office/drawing/2010/main"/>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userDrawn="1"/>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876360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050238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alf Page Text 4">
    <p:spTree>
      <p:nvGrpSpPr>
        <p:cNvPr id="1" name=""/>
        <p:cNvGrpSpPr/>
        <p:nvPr/>
      </p:nvGrpSpPr>
      <p:grpSpPr>
        <a:xfrm>
          <a:off x="0" y="0"/>
          <a:ext cx="0" cy="0"/>
          <a:chOff x="0" y="0"/>
          <a:chExt cx="0" cy="0"/>
        </a:xfrm>
      </p:grpSpPr>
      <p:sp>
        <p:nvSpPr>
          <p:cNvPr id="4" name="Rectangle 3"/>
          <p:cNvSpPr/>
          <p:nvPr userDrawn="1"/>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3" name="Text Placeholder 2">
            <a:extLst>
              <a:ext uri="{FF2B5EF4-FFF2-40B4-BE49-F238E27FC236}">
                <a16:creationId xmlns:a16="http://schemas.microsoft.com/office/drawing/2014/main" id="{FD776BEA-9222-9BAE-1B0A-D130A0C27386}"/>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4" name="Text Placeholder 2">
            <a:extLst>
              <a:ext uri="{FF2B5EF4-FFF2-40B4-BE49-F238E27FC236}">
                <a16:creationId xmlns:a16="http://schemas.microsoft.com/office/drawing/2014/main" id="{4FF5CF4C-D0EB-653A-EF97-9B340B356D4E}"/>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5" name="Text Placeholder 2">
            <a:extLst>
              <a:ext uri="{FF2B5EF4-FFF2-40B4-BE49-F238E27FC236}">
                <a16:creationId xmlns:a16="http://schemas.microsoft.com/office/drawing/2014/main" id="{AD7E996C-EDDD-1C3A-F435-CE74CC8C66CD}"/>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0" name="Text Placeholder 2">
            <a:extLst>
              <a:ext uri="{FF2B5EF4-FFF2-40B4-BE49-F238E27FC236}">
                <a16:creationId xmlns:a16="http://schemas.microsoft.com/office/drawing/2014/main" id="{7EAE9D52-E667-E111-D1B1-C8DA2561EB82}"/>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43217552-FC77-55C0-C4C3-86742477333B}"/>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61B96D09-51F8-E400-53C3-04E0CB41305D}"/>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1656470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userDrawn="1"/>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8177725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goes here</a:t>
            </a:r>
            <a:endParaRPr lang="en-US"/>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picture</a:t>
            </a:r>
          </a:p>
        </p:txBody>
      </p:sp>
    </p:spTree>
    <p:extLst>
      <p:ext uri="{BB962C8B-B14F-4D97-AF65-F5344CB8AC3E}">
        <p14:creationId xmlns:p14="http://schemas.microsoft.com/office/powerpoint/2010/main" val="496782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ky Image Large Caption">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goes here</a:t>
            </a:r>
            <a:endParaRPr lang="en-US"/>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picture</a:t>
            </a:r>
          </a:p>
        </p:txBody>
      </p:sp>
    </p:spTree>
    <p:extLst>
      <p:ext uri="{BB962C8B-B14F-4D97-AF65-F5344CB8AC3E}">
        <p14:creationId xmlns:p14="http://schemas.microsoft.com/office/powerpoint/2010/main" val="971688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picture</a:t>
            </a:r>
          </a:p>
        </p:txBody>
      </p:sp>
    </p:spTree>
    <p:extLst>
      <p:ext uri="{BB962C8B-B14F-4D97-AF65-F5344CB8AC3E}">
        <p14:creationId xmlns:p14="http://schemas.microsoft.com/office/powerpoint/2010/main" val="31538436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ky Image Full">
    <p:bg>
      <p:bgPr>
        <a:solidFill>
          <a:schemeClr val="accent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picture</a:t>
            </a:r>
          </a:p>
        </p:txBody>
      </p:sp>
    </p:spTree>
    <p:extLst>
      <p:ext uri="{BB962C8B-B14F-4D97-AF65-F5344CB8AC3E}">
        <p14:creationId xmlns:p14="http://schemas.microsoft.com/office/powerpoint/2010/main" val="32970721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endParaRPr lang="en-US"/>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tx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4010260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ky Half page image caption">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endParaRPr lang="en-US"/>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1927480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defRPr>
            </a:lvl1pPr>
          </a:lstStyle>
          <a:p>
            <a:endParaRPr lang="en-US"/>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1088106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ky Half page image">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bg1"/>
                </a:solidFill>
              </a:defRPr>
            </a:lvl1pPr>
          </a:lstStyle>
          <a:p>
            <a:endParaRPr lang="en-US"/>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770252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endParaRPr lang="en-US"/>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4187643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endParaRPr lang="en-US"/>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2252673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defRPr>
            </a:lvl1pPr>
          </a:lstStyle>
          <a:p>
            <a:endParaRPr lang="en-US"/>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291135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This map is fully editable. Double-click </a:t>
            </a:r>
            <a:br>
              <a:rPr lang="en-GB"/>
            </a:br>
            <a:r>
              <a:rPr lang="en-GB"/>
              <a:t>or ungroup to edit individual countries. </a:t>
            </a:r>
            <a:br>
              <a:rPr lang="en-GB"/>
            </a:br>
            <a:br>
              <a:rPr lang="en-GB"/>
            </a:br>
            <a:r>
              <a:rPr lang="en-GB"/>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a:p>
        </p:txBody>
      </p:sp>
      <p:sp>
        <p:nvSpPr>
          <p:cNvPr id="8" name="Text Placeholder 2">
            <a:extLst>
              <a:ext uri="{FF2B5EF4-FFF2-40B4-BE49-F238E27FC236}">
                <a16:creationId xmlns:a16="http://schemas.microsoft.com/office/drawing/2014/main" id="{576862AE-BE49-A3A1-99AF-D0AA4CE6D2B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9" name="Text Placeholder 6">
            <a:extLst>
              <a:ext uri="{FF2B5EF4-FFF2-40B4-BE49-F238E27FC236}">
                <a16:creationId xmlns:a16="http://schemas.microsoft.com/office/drawing/2014/main" id="{3713D604-C1AF-0CA2-1F7D-888141F34C5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9769720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rg chart 3">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6" y="1029572"/>
            <a:ext cx="2517617"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11691" y="1479553"/>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11691" y="200432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11691" y="252908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11691" y="3053849"/>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11691" y="3578614"/>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11691" y="410338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11690" y="462814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108119"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108119"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108119"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108119"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108119"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108119"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108119"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00887" y="1479553"/>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00887" y="200432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00887" y="252908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00887" y="3053849"/>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00887" y="3578614"/>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00887" y="410338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00886" y="462814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697315"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697315"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697315"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697315"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697315"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697315"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697315"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37822" y="1479553"/>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37822" y="200432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37822" y="252908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37822" y="3053849"/>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37822" y="3578614"/>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37822" y="410338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37820" y="462814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834251"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834251"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834251"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834251"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834251"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834251"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834251"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88455" y="1479553"/>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88455" y="200432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88455" y="252908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88455" y="3053849"/>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88455" y="3578614"/>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88455" y="410338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88454" y="462814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3984883"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3984883"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3984883"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3984883"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3984883"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3984883"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3984883"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11690" y="5152912"/>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108119"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00886" y="5152912"/>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697315"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37820" y="5152912"/>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834251"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588454" y="5152912"/>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3984883"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5" name="Picture Placeholder 3">
            <a:extLst>
              <a:ext uri="{FF2B5EF4-FFF2-40B4-BE49-F238E27FC236}">
                <a16:creationId xmlns:a16="http://schemas.microsoft.com/office/drawing/2014/main" id="{1DCBBC5A-83E1-534A-A729-2AAE15A559D1}"/>
              </a:ext>
            </a:extLst>
          </p:cNvPr>
          <p:cNvSpPr>
            <a:spLocks noGrp="1"/>
          </p:cNvSpPr>
          <p:nvPr>
            <p:ph type="pic" sz="quarter" idx="90"/>
          </p:nvPr>
        </p:nvSpPr>
        <p:spPr>
          <a:xfrm>
            <a:off x="711690" y="5677676"/>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96" name="Text Placeholder 7">
            <a:extLst>
              <a:ext uri="{FF2B5EF4-FFF2-40B4-BE49-F238E27FC236}">
                <a16:creationId xmlns:a16="http://schemas.microsoft.com/office/drawing/2014/main" id="{D7A1E629-C759-8A43-BBEE-5E84A4D978CA}"/>
              </a:ext>
            </a:extLst>
          </p:cNvPr>
          <p:cNvSpPr>
            <a:spLocks noGrp="1"/>
          </p:cNvSpPr>
          <p:nvPr>
            <p:ph type="body" sz="quarter" idx="91" hasCustomPrompt="1"/>
          </p:nvPr>
        </p:nvSpPr>
        <p:spPr>
          <a:xfrm>
            <a:off x="1108119"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7" name="Picture Placeholder 3">
            <a:extLst>
              <a:ext uri="{FF2B5EF4-FFF2-40B4-BE49-F238E27FC236}">
                <a16:creationId xmlns:a16="http://schemas.microsoft.com/office/drawing/2014/main" id="{32560AF2-6EDC-E545-AC85-CD3E6C2E8432}"/>
              </a:ext>
            </a:extLst>
          </p:cNvPr>
          <p:cNvSpPr>
            <a:spLocks noGrp="1"/>
          </p:cNvSpPr>
          <p:nvPr>
            <p:ph type="pic" sz="quarter" idx="92"/>
          </p:nvPr>
        </p:nvSpPr>
        <p:spPr>
          <a:xfrm>
            <a:off x="9300886" y="5677676"/>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98" name="Text Placeholder 7">
            <a:extLst>
              <a:ext uri="{FF2B5EF4-FFF2-40B4-BE49-F238E27FC236}">
                <a16:creationId xmlns:a16="http://schemas.microsoft.com/office/drawing/2014/main" id="{0BF57D0D-FFC1-8745-91E3-01339FD39DB6}"/>
              </a:ext>
            </a:extLst>
          </p:cNvPr>
          <p:cNvSpPr>
            <a:spLocks noGrp="1"/>
          </p:cNvSpPr>
          <p:nvPr>
            <p:ph type="body" sz="quarter" idx="93" hasCustomPrompt="1"/>
          </p:nvPr>
        </p:nvSpPr>
        <p:spPr>
          <a:xfrm>
            <a:off x="9697315"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9" name="Picture Placeholder 3">
            <a:extLst>
              <a:ext uri="{FF2B5EF4-FFF2-40B4-BE49-F238E27FC236}">
                <a16:creationId xmlns:a16="http://schemas.microsoft.com/office/drawing/2014/main" id="{98DE4193-D11C-344E-B5AB-974997CACEED}"/>
              </a:ext>
            </a:extLst>
          </p:cNvPr>
          <p:cNvSpPr>
            <a:spLocks noGrp="1"/>
          </p:cNvSpPr>
          <p:nvPr>
            <p:ph type="pic" sz="quarter" idx="94"/>
          </p:nvPr>
        </p:nvSpPr>
        <p:spPr>
          <a:xfrm>
            <a:off x="6437820" y="5677676"/>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00" name="Text Placeholder 7">
            <a:extLst>
              <a:ext uri="{FF2B5EF4-FFF2-40B4-BE49-F238E27FC236}">
                <a16:creationId xmlns:a16="http://schemas.microsoft.com/office/drawing/2014/main" id="{3765874A-1593-9045-B59A-2202C9F499A1}"/>
              </a:ext>
            </a:extLst>
          </p:cNvPr>
          <p:cNvSpPr>
            <a:spLocks noGrp="1"/>
          </p:cNvSpPr>
          <p:nvPr>
            <p:ph type="body" sz="quarter" idx="95" hasCustomPrompt="1"/>
          </p:nvPr>
        </p:nvSpPr>
        <p:spPr>
          <a:xfrm>
            <a:off x="6834251"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1" name="Picture Placeholder 3">
            <a:extLst>
              <a:ext uri="{FF2B5EF4-FFF2-40B4-BE49-F238E27FC236}">
                <a16:creationId xmlns:a16="http://schemas.microsoft.com/office/drawing/2014/main" id="{9EAEB5CC-1475-8842-A12E-5F1190B1EACB}"/>
              </a:ext>
            </a:extLst>
          </p:cNvPr>
          <p:cNvSpPr>
            <a:spLocks noGrp="1"/>
          </p:cNvSpPr>
          <p:nvPr>
            <p:ph type="pic" sz="quarter" idx="96"/>
          </p:nvPr>
        </p:nvSpPr>
        <p:spPr>
          <a:xfrm>
            <a:off x="3588454" y="5677676"/>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02" name="Text Placeholder 7">
            <a:extLst>
              <a:ext uri="{FF2B5EF4-FFF2-40B4-BE49-F238E27FC236}">
                <a16:creationId xmlns:a16="http://schemas.microsoft.com/office/drawing/2014/main" id="{6203C484-A713-F14B-94DA-4C6D5A4958CC}"/>
              </a:ext>
            </a:extLst>
          </p:cNvPr>
          <p:cNvSpPr>
            <a:spLocks noGrp="1"/>
          </p:cNvSpPr>
          <p:nvPr>
            <p:ph type="body" sz="quarter" idx="97" hasCustomPrompt="1"/>
          </p:nvPr>
        </p:nvSpPr>
        <p:spPr>
          <a:xfrm>
            <a:off x="3984883"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4" name="Text Placeholder 6">
            <a:extLst>
              <a:ext uri="{FF2B5EF4-FFF2-40B4-BE49-F238E27FC236}">
                <a16:creationId xmlns:a16="http://schemas.microsoft.com/office/drawing/2014/main" id="{125F027B-F432-97D0-4000-2DD17AFB9473}"/>
              </a:ext>
            </a:extLst>
          </p:cNvPr>
          <p:cNvSpPr>
            <a:spLocks noGrp="1"/>
          </p:cNvSpPr>
          <p:nvPr>
            <p:ph type="body" sz="quarter" idx="98"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7668133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hoto grid 1">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8" name="Text Placeholder 7"/>
          <p:cNvSpPr>
            <a:spLocks noGrp="1"/>
          </p:cNvSpPr>
          <p:nvPr>
            <p:ph type="body" sz="quarter" idx="14" hasCustomPrompt="1"/>
          </p:nvPr>
        </p:nvSpPr>
        <p:spPr>
          <a:xfrm>
            <a:off x="2708570"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9" name="Text Placeholder 7"/>
          <p:cNvSpPr>
            <a:spLocks noGrp="1"/>
          </p:cNvSpPr>
          <p:nvPr>
            <p:ph type="body" sz="quarter" idx="15" hasCustomPrompt="1"/>
          </p:nvPr>
        </p:nvSpPr>
        <p:spPr>
          <a:xfrm>
            <a:off x="2708570" y="2565210"/>
            <a:ext cx="2997201" cy="406401"/>
          </a:xfrm>
          <a:prstGeom prst="rect">
            <a:avLst/>
          </a:prstGeom>
        </p:spPr>
        <p:txBody>
          <a:bodyPr/>
          <a:lstStyle>
            <a:lvl1pPr marL="0" indent="0">
              <a:buNone/>
              <a:defRPr sz="1300" baseline="0">
                <a:solidFill>
                  <a:schemeClr val="tx1"/>
                </a:solidFill>
              </a:defRPr>
            </a:lvl1pPr>
          </a:lstStyle>
          <a:p>
            <a:pPr lvl="0"/>
            <a:r>
              <a:rPr lang="en-US"/>
              <a:t>Place text here</a:t>
            </a:r>
          </a:p>
        </p:txBody>
      </p:sp>
      <p:sp>
        <p:nvSpPr>
          <p:cNvPr id="10" name="Text Placeholder 7"/>
          <p:cNvSpPr>
            <a:spLocks noGrp="1"/>
          </p:cNvSpPr>
          <p:nvPr>
            <p:ph type="body" sz="quarter" idx="16" hasCustomPrompt="1"/>
          </p:nvPr>
        </p:nvSpPr>
        <p:spPr>
          <a:xfrm>
            <a:off x="2708570"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1" name="Text Placeholder 7"/>
          <p:cNvSpPr>
            <a:spLocks noGrp="1"/>
          </p:cNvSpPr>
          <p:nvPr>
            <p:ph type="body" sz="quarter" idx="17" hasCustomPrompt="1"/>
          </p:nvPr>
        </p:nvSpPr>
        <p:spPr>
          <a:xfrm>
            <a:off x="2708570" y="4897970"/>
            <a:ext cx="2997201" cy="406401"/>
          </a:xfrm>
          <a:prstGeom prst="rect">
            <a:avLst/>
          </a:prstGeom>
        </p:spPr>
        <p:txBody>
          <a:bodyPr/>
          <a:lstStyle>
            <a:lvl1pPr marL="0" indent="0">
              <a:buNone/>
              <a:defRPr sz="1300" baseline="0">
                <a:solidFill>
                  <a:schemeClr val="tx1"/>
                </a:solidFill>
              </a:defRPr>
            </a:lvl1pPr>
          </a:lstStyle>
          <a:p>
            <a:pPr lvl="0"/>
            <a:r>
              <a:rPr lang="en-US"/>
              <a:t>Place text here</a:t>
            </a:r>
          </a:p>
        </p:txBody>
      </p:sp>
      <p:sp>
        <p:nvSpPr>
          <p:cNvPr id="12" name="Text Placeholder 7"/>
          <p:cNvSpPr>
            <a:spLocks noGrp="1"/>
          </p:cNvSpPr>
          <p:nvPr>
            <p:ph type="body" sz="quarter" idx="18" hasCustomPrompt="1"/>
          </p:nvPr>
        </p:nvSpPr>
        <p:spPr>
          <a:xfrm>
            <a:off x="8079516"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3" name="Text Placeholder 7"/>
          <p:cNvSpPr>
            <a:spLocks noGrp="1"/>
          </p:cNvSpPr>
          <p:nvPr>
            <p:ph type="body" sz="quarter" idx="19" hasCustomPrompt="1"/>
          </p:nvPr>
        </p:nvSpPr>
        <p:spPr>
          <a:xfrm>
            <a:off x="8079516" y="2565210"/>
            <a:ext cx="2997201" cy="406401"/>
          </a:xfrm>
          <a:prstGeom prst="rect">
            <a:avLst/>
          </a:prstGeom>
        </p:spPr>
        <p:txBody>
          <a:bodyPr/>
          <a:lstStyle>
            <a:lvl1pPr marL="0" indent="0">
              <a:buNone/>
              <a:defRPr sz="1300" baseline="0">
                <a:solidFill>
                  <a:schemeClr val="tx1"/>
                </a:solidFill>
              </a:defRPr>
            </a:lvl1pPr>
          </a:lstStyle>
          <a:p>
            <a:pPr lvl="0"/>
            <a:r>
              <a:rPr lang="en-US"/>
              <a:t>Place text here</a:t>
            </a:r>
          </a:p>
        </p:txBody>
      </p:sp>
      <p:sp>
        <p:nvSpPr>
          <p:cNvPr id="14" name="Text Placeholder 7"/>
          <p:cNvSpPr>
            <a:spLocks noGrp="1"/>
          </p:cNvSpPr>
          <p:nvPr>
            <p:ph type="body" sz="quarter" idx="20" hasCustomPrompt="1"/>
          </p:nvPr>
        </p:nvSpPr>
        <p:spPr>
          <a:xfrm>
            <a:off x="8079516"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5" name="Text Placeholder 7"/>
          <p:cNvSpPr>
            <a:spLocks noGrp="1"/>
          </p:cNvSpPr>
          <p:nvPr>
            <p:ph type="body" sz="quarter" idx="21" hasCustomPrompt="1"/>
          </p:nvPr>
        </p:nvSpPr>
        <p:spPr>
          <a:xfrm>
            <a:off x="8079516" y="4897970"/>
            <a:ext cx="2997201" cy="406401"/>
          </a:xfrm>
          <a:prstGeom prst="rect">
            <a:avLst/>
          </a:prstGeom>
        </p:spPr>
        <p:txBody>
          <a:bodyPr/>
          <a:lstStyle>
            <a:lvl1pPr marL="0" indent="0">
              <a:buNone/>
              <a:defRPr sz="1300" baseline="0">
                <a:solidFill>
                  <a:schemeClr val="tx1"/>
                </a:solidFill>
              </a:defRPr>
            </a:lvl1pPr>
          </a:lstStyle>
          <a:p>
            <a:pPr lvl="0"/>
            <a:r>
              <a:rPr lang="en-US"/>
              <a:t>Place text here</a:t>
            </a:r>
          </a:p>
        </p:txBody>
      </p:sp>
      <p:sp>
        <p:nvSpPr>
          <p:cNvPr id="19" name="Text Placeholder 2">
            <a:extLst>
              <a:ext uri="{FF2B5EF4-FFF2-40B4-BE49-F238E27FC236}">
                <a16:creationId xmlns:a16="http://schemas.microsoft.com/office/drawing/2014/main" id="{F87F9493-2336-13D2-9712-6F5EA4B97F3E}"/>
              </a:ext>
            </a:extLst>
          </p:cNvPr>
          <p:cNvSpPr>
            <a:spLocks noGrp="1"/>
          </p:cNvSpPr>
          <p:nvPr>
            <p:ph type="body" sz="quarter" idx="22"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20" name="Text Placeholder 6">
            <a:extLst>
              <a:ext uri="{FF2B5EF4-FFF2-40B4-BE49-F238E27FC236}">
                <a16:creationId xmlns:a16="http://schemas.microsoft.com/office/drawing/2014/main" id="{2716B8B4-F834-CE39-CB59-C3AC0E3E34D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8076301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hoto grid 2">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995219" y="2413195"/>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3" name="Picture Placeholder 3"/>
          <p:cNvSpPr>
            <a:spLocks noGrp="1"/>
          </p:cNvSpPr>
          <p:nvPr>
            <p:ph type="pic" sz="quarter" idx="11"/>
          </p:nvPr>
        </p:nvSpPr>
        <p:spPr>
          <a:xfrm>
            <a:off x="3770748" y="2413195"/>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9" name="Text Placeholder 7"/>
          <p:cNvSpPr>
            <a:spLocks noGrp="1"/>
          </p:cNvSpPr>
          <p:nvPr>
            <p:ph type="body" sz="quarter" idx="15" hasCustomPrompt="1"/>
          </p:nvPr>
        </p:nvSpPr>
        <p:spPr>
          <a:xfrm>
            <a:off x="660399" y="4449429"/>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6" name="Picture Placeholder 3"/>
          <p:cNvSpPr>
            <a:spLocks noGrp="1"/>
          </p:cNvSpPr>
          <p:nvPr>
            <p:ph type="pic" sz="quarter" idx="16"/>
          </p:nvPr>
        </p:nvSpPr>
        <p:spPr>
          <a:xfrm>
            <a:off x="6546277" y="2413195"/>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17" name="Picture Placeholder 3"/>
          <p:cNvSpPr>
            <a:spLocks noGrp="1"/>
          </p:cNvSpPr>
          <p:nvPr>
            <p:ph type="pic" sz="quarter" idx="17"/>
          </p:nvPr>
        </p:nvSpPr>
        <p:spPr>
          <a:xfrm>
            <a:off x="9321807" y="2413195"/>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18" name="Text Placeholder 7"/>
          <p:cNvSpPr>
            <a:spLocks noGrp="1"/>
          </p:cNvSpPr>
          <p:nvPr>
            <p:ph type="body" sz="quarter" idx="18" hasCustomPrompt="1"/>
          </p:nvPr>
        </p:nvSpPr>
        <p:spPr>
          <a:xfrm>
            <a:off x="3435928" y="4449429"/>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9" name="Text Placeholder 7"/>
          <p:cNvSpPr>
            <a:spLocks noGrp="1"/>
          </p:cNvSpPr>
          <p:nvPr>
            <p:ph type="body" sz="quarter" idx="19" hasCustomPrompt="1"/>
          </p:nvPr>
        </p:nvSpPr>
        <p:spPr>
          <a:xfrm>
            <a:off x="6211457" y="4449428"/>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20" name="Text Placeholder 7"/>
          <p:cNvSpPr>
            <a:spLocks noGrp="1"/>
          </p:cNvSpPr>
          <p:nvPr>
            <p:ph type="body" sz="quarter" idx="20" hasCustomPrompt="1"/>
          </p:nvPr>
        </p:nvSpPr>
        <p:spPr>
          <a:xfrm>
            <a:off x="8986987" y="4449428"/>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5" name="Text Placeholder 2">
            <a:extLst>
              <a:ext uri="{FF2B5EF4-FFF2-40B4-BE49-F238E27FC236}">
                <a16:creationId xmlns:a16="http://schemas.microsoft.com/office/drawing/2014/main" id="{B035310E-70A6-F6E8-67E1-671ABC060C9E}"/>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21" name="Text Placeholder 6">
            <a:extLst>
              <a:ext uri="{FF2B5EF4-FFF2-40B4-BE49-F238E27FC236}">
                <a16:creationId xmlns:a16="http://schemas.microsoft.com/office/drawing/2014/main" id="{5FB15CF3-F0DA-E5D9-9601-83FCD98CD28F}"/>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8018207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hoto grid 3">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3" name="Picture Placeholder 3"/>
          <p:cNvSpPr>
            <a:spLocks noGrp="1"/>
          </p:cNvSpPr>
          <p:nvPr>
            <p:ph type="pic" sz="quarter" idx="11"/>
          </p:nvPr>
        </p:nvSpPr>
        <p:spPr>
          <a:xfrm>
            <a:off x="4849684" y="2143624"/>
            <a:ext cx="2367941" cy="2367941"/>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6" name="Picture Placeholder 3"/>
          <p:cNvSpPr>
            <a:spLocks noGrp="1"/>
          </p:cNvSpPr>
          <p:nvPr>
            <p:ph type="pic" sz="quarter" idx="16"/>
          </p:nvPr>
        </p:nvSpPr>
        <p:spPr>
          <a:xfrm>
            <a:off x="8228328" y="2143624"/>
            <a:ext cx="2367941" cy="2367941"/>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3" name="Text Placeholder 2">
            <a:extLst>
              <a:ext uri="{FF2B5EF4-FFF2-40B4-BE49-F238E27FC236}">
                <a16:creationId xmlns:a16="http://schemas.microsoft.com/office/drawing/2014/main" id="{2F5B399E-36DD-6F0D-6B04-A750EB76CE5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4" name="Text Placeholder 6">
            <a:extLst>
              <a:ext uri="{FF2B5EF4-FFF2-40B4-BE49-F238E27FC236}">
                <a16:creationId xmlns:a16="http://schemas.microsoft.com/office/drawing/2014/main" id="{A97A841C-443E-0CC6-7A13-3E9ED2666260}"/>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8786982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hoto grid 4">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3" name="Picture Placeholder 3"/>
          <p:cNvSpPr>
            <a:spLocks noGrp="1"/>
          </p:cNvSpPr>
          <p:nvPr>
            <p:ph type="pic" sz="quarter" idx="11"/>
          </p:nvPr>
        </p:nvSpPr>
        <p:spPr>
          <a:xfrm>
            <a:off x="4849684" y="2143624"/>
            <a:ext cx="2367941" cy="2367941"/>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6" name="Picture Placeholder 3"/>
          <p:cNvSpPr>
            <a:spLocks noGrp="1"/>
          </p:cNvSpPr>
          <p:nvPr>
            <p:ph type="pic" sz="quarter" idx="16"/>
          </p:nvPr>
        </p:nvSpPr>
        <p:spPr>
          <a:xfrm>
            <a:off x="8228328" y="2143624"/>
            <a:ext cx="2367941" cy="2367941"/>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3" name="Text Placeholder 2">
            <a:extLst>
              <a:ext uri="{FF2B5EF4-FFF2-40B4-BE49-F238E27FC236}">
                <a16:creationId xmlns:a16="http://schemas.microsoft.com/office/drawing/2014/main" id="{ADA58A85-C978-55C3-15E0-51498AE1539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4" name="Text Placeholder 6">
            <a:extLst>
              <a:ext uri="{FF2B5EF4-FFF2-40B4-BE49-F238E27FC236}">
                <a16:creationId xmlns:a16="http://schemas.microsoft.com/office/drawing/2014/main" id="{3DEFF1E5-698B-29EC-2DA0-8434BF346EC2}"/>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007667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hoto grid 5">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277249" y="1430868"/>
            <a:ext cx="2755521" cy="3742549"/>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9" name="Text Placeholder 7"/>
          <p:cNvSpPr>
            <a:spLocks noGrp="1"/>
          </p:cNvSpPr>
          <p:nvPr>
            <p:ph type="body" sz="quarter" idx="15" hasCustomPrompt="1"/>
          </p:nvPr>
        </p:nvSpPr>
        <p:spPr>
          <a:xfrm>
            <a:off x="1405788" y="5479776"/>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8" name="Text Placeholder 7"/>
          <p:cNvSpPr>
            <a:spLocks noGrp="1"/>
          </p:cNvSpPr>
          <p:nvPr>
            <p:ph type="body" sz="quarter" idx="18" hasCustomPrompt="1"/>
          </p:nvPr>
        </p:nvSpPr>
        <p:spPr>
          <a:xfrm>
            <a:off x="4784435" y="5479776"/>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9" name="Text Placeholder 7"/>
          <p:cNvSpPr>
            <a:spLocks noGrp="1"/>
          </p:cNvSpPr>
          <p:nvPr>
            <p:ph type="body" sz="quarter" idx="19" hasCustomPrompt="1"/>
          </p:nvPr>
        </p:nvSpPr>
        <p:spPr>
          <a:xfrm>
            <a:off x="8163079" y="5479774"/>
            <a:ext cx="2498440" cy="406401"/>
          </a:xfrm>
          <a:prstGeom prst="rect">
            <a:avLst/>
          </a:prstGeom>
        </p:spPr>
        <p:txBody>
          <a:bodyPr/>
          <a:lstStyle>
            <a:lvl1pPr marL="0" indent="0" algn="ctr">
              <a:buNone/>
              <a:defRPr sz="1867" baseline="0">
                <a:solidFill>
                  <a:schemeClr val="tx1"/>
                </a:solidFill>
              </a:defRPr>
            </a:lvl1pPr>
          </a:lstStyle>
          <a:p>
            <a:pPr lvl="0"/>
            <a:r>
              <a:rPr lang="en-US"/>
              <a:t>Place text here</a:t>
            </a:r>
          </a:p>
        </p:txBody>
      </p:sp>
      <p:sp>
        <p:nvSpPr>
          <p:cNvPr id="10" name="Picture Placeholder 3">
            <a:extLst>
              <a:ext uri="{FF2B5EF4-FFF2-40B4-BE49-F238E27FC236}">
                <a16:creationId xmlns:a16="http://schemas.microsoft.com/office/drawing/2014/main" id="{5912C578-2CFA-2609-B2B9-3A660B33A60F}"/>
              </a:ext>
            </a:extLst>
          </p:cNvPr>
          <p:cNvSpPr>
            <a:spLocks noGrp="1"/>
          </p:cNvSpPr>
          <p:nvPr>
            <p:ph type="pic" sz="quarter" idx="20"/>
          </p:nvPr>
        </p:nvSpPr>
        <p:spPr>
          <a:xfrm>
            <a:off x="4709773" y="1430868"/>
            <a:ext cx="2755521" cy="3742549"/>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11" name="Picture Placeholder 3">
            <a:extLst>
              <a:ext uri="{FF2B5EF4-FFF2-40B4-BE49-F238E27FC236}">
                <a16:creationId xmlns:a16="http://schemas.microsoft.com/office/drawing/2014/main" id="{75019E6F-7EDE-0A1E-A05A-9C903808C1F4}"/>
              </a:ext>
            </a:extLst>
          </p:cNvPr>
          <p:cNvSpPr>
            <a:spLocks noGrp="1"/>
          </p:cNvSpPr>
          <p:nvPr>
            <p:ph type="pic" sz="quarter" idx="21"/>
          </p:nvPr>
        </p:nvSpPr>
        <p:spPr>
          <a:xfrm>
            <a:off x="8034540" y="1430868"/>
            <a:ext cx="2755521" cy="3742549"/>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12" name="Text Placeholder 6">
            <a:extLst>
              <a:ext uri="{FF2B5EF4-FFF2-40B4-BE49-F238E27FC236}">
                <a16:creationId xmlns:a16="http://schemas.microsoft.com/office/drawing/2014/main" id="{F1968240-A2D7-3AFB-E139-4C8B1C67EA55}"/>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344777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hoto grid 6">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3" y="2"/>
            <a:ext cx="2737152" cy="4409831"/>
          </a:xfrm>
          <a:prstGeom prst="rect">
            <a:avLst/>
          </a:prstGeom>
        </p:spPr>
        <p:txBody>
          <a:bodyPr anchor="ctr" anchorCtr="0"/>
          <a:lstStyle>
            <a:lvl1pPr marL="0" indent="0" algn="ctr">
              <a:buNone/>
              <a:defRPr>
                <a:solidFill>
                  <a:schemeClr val="tx1"/>
                </a:solidFill>
              </a:defRPr>
            </a:lvl1pPr>
          </a:lstStyle>
          <a:p>
            <a:endParaRPr lang="en-US"/>
          </a:p>
        </p:txBody>
      </p:sp>
      <p:sp>
        <p:nvSpPr>
          <p:cNvPr id="13" name="Picture Placeholder 6">
            <a:extLst>
              <a:ext uri="{FF2B5EF4-FFF2-40B4-BE49-F238E27FC236}">
                <a16:creationId xmlns:a16="http://schemas.microsoft.com/office/drawing/2014/main" id="{4C8B1DB1-55C6-E44A-9630-610A391F3189}"/>
              </a:ext>
            </a:extLst>
          </p:cNvPr>
          <p:cNvSpPr>
            <a:spLocks noGrp="1"/>
          </p:cNvSpPr>
          <p:nvPr>
            <p:ph type="pic" sz="quarter" idx="33"/>
          </p:nvPr>
        </p:nvSpPr>
        <p:spPr>
          <a:xfrm>
            <a:off x="6087533" y="4645904"/>
            <a:ext cx="2737152" cy="2212096"/>
          </a:xfrm>
          <a:prstGeom prst="rect">
            <a:avLst/>
          </a:prstGeom>
        </p:spPr>
        <p:txBody>
          <a:bodyPr anchor="ctr" anchorCtr="0"/>
          <a:lstStyle>
            <a:lvl1pPr marL="0" indent="0" algn="ctr">
              <a:buNone/>
              <a:defRPr>
                <a:solidFill>
                  <a:schemeClr val="tx1"/>
                </a:solidFill>
              </a:defRPr>
            </a:lvl1pPr>
          </a:lstStyle>
          <a:p>
            <a:endParaRPr lang="en-US"/>
          </a:p>
        </p:txBody>
      </p:sp>
      <p:sp>
        <p:nvSpPr>
          <p:cNvPr id="14" name="Picture Placeholder 6">
            <a:extLst>
              <a:ext uri="{FF2B5EF4-FFF2-40B4-BE49-F238E27FC236}">
                <a16:creationId xmlns:a16="http://schemas.microsoft.com/office/drawing/2014/main" id="{00000B7C-B9C2-3692-DA0C-7CD43971473C}"/>
              </a:ext>
            </a:extLst>
          </p:cNvPr>
          <p:cNvSpPr>
            <a:spLocks noGrp="1"/>
          </p:cNvSpPr>
          <p:nvPr>
            <p:ph type="pic" sz="quarter" idx="34"/>
          </p:nvPr>
        </p:nvSpPr>
        <p:spPr>
          <a:xfrm>
            <a:off x="9106505" y="2448171"/>
            <a:ext cx="2737152" cy="4409831"/>
          </a:xfrm>
          <a:prstGeom prst="rect">
            <a:avLst/>
          </a:prstGeom>
        </p:spPr>
        <p:txBody>
          <a:bodyPr anchor="ctr" anchorCtr="0"/>
          <a:lstStyle>
            <a:lvl1pPr marL="0" indent="0" algn="ctr">
              <a:buNone/>
              <a:defRPr>
                <a:solidFill>
                  <a:schemeClr val="tx1"/>
                </a:solidFill>
              </a:defRPr>
            </a:lvl1pPr>
          </a:lstStyle>
          <a:p>
            <a:endParaRPr lang="en-US"/>
          </a:p>
        </p:txBody>
      </p:sp>
      <p:sp>
        <p:nvSpPr>
          <p:cNvPr id="16" name="Picture Placeholder 6">
            <a:extLst>
              <a:ext uri="{FF2B5EF4-FFF2-40B4-BE49-F238E27FC236}">
                <a16:creationId xmlns:a16="http://schemas.microsoft.com/office/drawing/2014/main" id="{66766FEE-7FB9-ABDC-C0E5-6CCEACB6769D}"/>
              </a:ext>
            </a:extLst>
          </p:cNvPr>
          <p:cNvSpPr>
            <a:spLocks noGrp="1"/>
          </p:cNvSpPr>
          <p:nvPr>
            <p:ph type="pic" sz="quarter" idx="35"/>
          </p:nvPr>
        </p:nvSpPr>
        <p:spPr>
          <a:xfrm>
            <a:off x="9106505" y="-7181"/>
            <a:ext cx="2737152" cy="2212096"/>
          </a:xfrm>
          <a:prstGeom prst="rect">
            <a:avLst/>
          </a:prstGeom>
        </p:spPr>
        <p:txBody>
          <a:bodyPr anchor="ctr" anchorCtr="0"/>
          <a:lstStyle>
            <a:lvl1pPr marL="0" indent="0" algn="ctr">
              <a:buNone/>
              <a:defRPr>
                <a:solidFill>
                  <a:schemeClr val="tx1"/>
                </a:solidFill>
              </a:defRPr>
            </a:lvl1pPr>
          </a:lstStyle>
          <a:p>
            <a:endParaRPr lang="en-US"/>
          </a:p>
        </p:txBody>
      </p:sp>
      <p:sp>
        <p:nvSpPr>
          <p:cNvPr id="11" name="Title 1">
            <a:extLst>
              <a:ext uri="{FF2B5EF4-FFF2-40B4-BE49-F238E27FC236}">
                <a16:creationId xmlns:a16="http://schemas.microsoft.com/office/drawing/2014/main" id="{A089A6F4-712F-CDCA-8B9E-9557816C62EB}"/>
              </a:ext>
            </a:extLst>
          </p:cNvPr>
          <p:cNvSpPr>
            <a:spLocks noGrp="1"/>
          </p:cNvSpPr>
          <p:nvPr>
            <p:ph type="ctrTitle" hasCustomPrompt="1"/>
          </p:nvPr>
        </p:nvSpPr>
        <p:spPr>
          <a:xfrm>
            <a:off x="632125" y="176182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7" name="Text Placeholder 2">
            <a:extLst>
              <a:ext uri="{FF2B5EF4-FFF2-40B4-BE49-F238E27FC236}">
                <a16:creationId xmlns:a16="http://schemas.microsoft.com/office/drawing/2014/main" id="{972BF7ED-AC89-B066-6405-86D841A4EB03}"/>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0A9F1691-DBBD-8959-76B0-C07758051C17}"/>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2" name="Text Placeholder 2">
            <a:extLst>
              <a:ext uri="{FF2B5EF4-FFF2-40B4-BE49-F238E27FC236}">
                <a16:creationId xmlns:a16="http://schemas.microsoft.com/office/drawing/2014/main" id="{C9340E82-B158-1238-2658-3BE2D616C84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3334087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userDrawn="1"/>
        </p:nvPicPr>
        <p:blipFill>
          <a:blip/>
          <a:srcRect/>
          <a:stretch/>
        </p:blipFill>
        <p:spPr>
          <a:xfrm>
            <a:off x="5038770" y="2921000"/>
            <a:ext cx="2114461" cy="874949"/>
          </a:xfrm>
          <a:prstGeom prst="rect">
            <a:avLst/>
          </a:prstGeom>
        </p:spPr>
      </p:pic>
    </p:spTree>
    <p:extLst>
      <p:ext uri="{BB962C8B-B14F-4D97-AF65-F5344CB8AC3E}">
        <p14:creationId xmlns:p14="http://schemas.microsoft.com/office/powerpoint/2010/main" val="21483593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ky Closing">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userDrawn="1"/>
        </p:nvPicPr>
        <p:blipFill>
          <a:blip/>
          <a:srcRect/>
          <a:stretch/>
        </p:blipFill>
        <p:spPr>
          <a:xfrm>
            <a:off x="5038770" y="2921000"/>
            <a:ext cx="2114461" cy="874949"/>
          </a:xfrm>
          <a:prstGeom prst="rect">
            <a:avLst/>
          </a:prstGeom>
        </p:spPr>
      </p:pic>
    </p:spTree>
    <p:extLst>
      <p:ext uri="{BB962C8B-B14F-4D97-AF65-F5344CB8AC3E}">
        <p14:creationId xmlns:p14="http://schemas.microsoft.com/office/powerpoint/2010/main" val="3634682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ky Title Midnight Left">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bg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7" name="Picture 6">
            <a:extLst>
              <a:ext uri="{FF2B5EF4-FFF2-40B4-BE49-F238E27FC236}">
                <a16:creationId xmlns:a16="http://schemas.microsoft.com/office/drawing/2014/main" id="{A0369391-83D0-95A5-CB1A-35A40F547530}"/>
              </a:ext>
            </a:extLst>
          </p:cNvPr>
          <p:cNvPicPr>
            <a:picLocks noChangeAspect="1"/>
          </p:cNvPicPr>
          <p:nvPr userDrawn="1"/>
        </p:nvPicPr>
        <p:blipFill>
          <a:blip/>
          <a:stretch>
            <a:fillRect/>
          </a:stretch>
        </p:blipFill>
        <p:spPr>
          <a:xfrm>
            <a:off x="577361" y="290698"/>
            <a:ext cx="2592324" cy="576072"/>
          </a:xfrm>
          <a:prstGeom prst="rect">
            <a:avLst/>
          </a:prstGeom>
        </p:spPr>
      </p:pic>
    </p:spTree>
    <p:extLst>
      <p:ext uri="{BB962C8B-B14F-4D97-AF65-F5344CB8AC3E}">
        <p14:creationId xmlns:p14="http://schemas.microsoft.com/office/powerpoint/2010/main" val="3694719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10" name="Picture 9">
            <a:extLst>
              <a:ext uri="{FF2B5EF4-FFF2-40B4-BE49-F238E27FC236}">
                <a16:creationId xmlns:a16="http://schemas.microsoft.com/office/drawing/2014/main" id="{56ACD02A-F45C-4F9D-E523-922834E3F48E}"/>
              </a:ext>
            </a:extLst>
          </p:cNvPr>
          <p:cNvPicPr>
            <a:picLocks noChangeAspect="1"/>
          </p:cNvPicPr>
          <p:nvPr userDrawn="1"/>
        </p:nvPicPr>
        <p:blipFill>
          <a:blip/>
          <a:stretch>
            <a:fillRect/>
          </a:stretch>
        </p:blipFill>
        <p:spPr>
          <a:xfrm>
            <a:off x="559775" y="296560"/>
            <a:ext cx="2572656" cy="571702"/>
          </a:xfrm>
          <a:prstGeom prst="rect">
            <a:avLst/>
          </a:prstGeom>
        </p:spPr>
      </p:pic>
    </p:spTree>
    <p:extLst>
      <p:ext uri="{BB962C8B-B14F-4D97-AF65-F5344CB8AC3E}">
        <p14:creationId xmlns:p14="http://schemas.microsoft.com/office/powerpoint/2010/main" val="1086078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3" name="Picture 2">
            <a:extLst>
              <a:ext uri="{FF2B5EF4-FFF2-40B4-BE49-F238E27FC236}">
                <a16:creationId xmlns:a16="http://schemas.microsoft.com/office/drawing/2014/main" id="{73AACAFD-C9E2-391D-A2A9-7FF1B7208DD3}"/>
              </a:ext>
            </a:extLst>
          </p:cNvPr>
          <p:cNvPicPr>
            <a:picLocks noChangeAspect="1"/>
          </p:cNvPicPr>
          <p:nvPr userDrawn="1"/>
        </p:nvPicPr>
        <p:blipFill>
          <a:blip/>
          <a:stretch>
            <a:fillRect/>
          </a:stretch>
        </p:blipFill>
        <p:spPr>
          <a:xfrm>
            <a:off x="559775" y="296560"/>
            <a:ext cx="2572656" cy="571702"/>
          </a:xfrm>
          <a:prstGeom prst="rect">
            <a:avLst/>
          </a:prstGeom>
        </p:spPr>
      </p:pic>
    </p:spTree>
    <p:extLst>
      <p:ext uri="{BB962C8B-B14F-4D97-AF65-F5344CB8AC3E}">
        <p14:creationId xmlns:p14="http://schemas.microsoft.com/office/powerpoint/2010/main" val="2128053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genda Tex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5483B2-4290-E41E-73AE-F34C9E966533}"/>
              </a:ext>
            </a:extLst>
          </p:cNvPr>
          <p:cNvSpPr>
            <a:spLocks noGrp="1"/>
          </p:cNvSpPr>
          <p:nvPr>
            <p:ph type="body" sz="quarter" idx="24" hasCustomPrompt="1"/>
          </p:nvPr>
        </p:nvSpPr>
        <p:spPr>
          <a:xfrm>
            <a:off x="6410937" y="1305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5" name="Title 1">
            <a:extLst>
              <a:ext uri="{FF2B5EF4-FFF2-40B4-BE49-F238E27FC236}">
                <a16:creationId xmlns:a16="http://schemas.microsoft.com/office/drawing/2014/main" id="{55A50AC4-C886-55CF-1B73-4A8101AC885C}"/>
              </a:ext>
            </a:extLst>
          </p:cNvPr>
          <p:cNvSpPr>
            <a:spLocks noGrp="1"/>
          </p:cNvSpPr>
          <p:nvPr>
            <p:ph type="ctrTitle" hasCustomPrompt="1"/>
          </p:nvPr>
        </p:nvSpPr>
        <p:spPr>
          <a:xfrm>
            <a:off x="618520" y="2716069"/>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Agenda</a:t>
            </a:r>
            <a:endParaRPr lang="en-US"/>
          </a:p>
        </p:txBody>
      </p:sp>
      <p:sp>
        <p:nvSpPr>
          <p:cNvPr id="21" name="Text Placeholder 2">
            <a:extLst>
              <a:ext uri="{FF2B5EF4-FFF2-40B4-BE49-F238E27FC236}">
                <a16:creationId xmlns:a16="http://schemas.microsoft.com/office/drawing/2014/main" id="{FCE7E360-6B59-1209-D550-8CC9B6341BC3}"/>
              </a:ext>
            </a:extLst>
          </p:cNvPr>
          <p:cNvSpPr>
            <a:spLocks noGrp="1"/>
          </p:cNvSpPr>
          <p:nvPr>
            <p:ph type="body" sz="quarter" idx="25" hasCustomPrompt="1"/>
          </p:nvPr>
        </p:nvSpPr>
        <p:spPr>
          <a:xfrm>
            <a:off x="6410937" y="2067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2" name="Text Placeholder 2">
            <a:extLst>
              <a:ext uri="{FF2B5EF4-FFF2-40B4-BE49-F238E27FC236}">
                <a16:creationId xmlns:a16="http://schemas.microsoft.com/office/drawing/2014/main" id="{5FD1F1CA-F8AE-A6D7-92EA-CF6615720160}"/>
              </a:ext>
            </a:extLst>
          </p:cNvPr>
          <p:cNvSpPr>
            <a:spLocks noGrp="1"/>
          </p:cNvSpPr>
          <p:nvPr>
            <p:ph type="body" sz="quarter" idx="26" hasCustomPrompt="1"/>
          </p:nvPr>
        </p:nvSpPr>
        <p:spPr>
          <a:xfrm>
            <a:off x="6410937" y="2829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3" name="Text Placeholder 2">
            <a:extLst>
              <a:ext uri="{FF2B5EF4-FFF2-40B4-BE49-F238E27FC236}">
                <a16:creationId xmlns:a16="http://schemas.microsoft.com/office/drawing/2014/main" id="{187AA8FE-E1E9-C832-4913-51323321D220}"/>
              </a:ext>
            </a:extLst>
          </p:cNvPr>
          <p:cNvSpPr>
            <a:spLocks noGrp="1"/>
          </p:cNvSpPr>
          <p:nvPr>
            <p:ph type="body" sz="quarter" idx="27" hasCustomPrompt="1"/>
          </p:nvPr>
        </p:nvSpPr>
        <p:spPr>
          <a:xfrm>
            <a:off x="6410937" y="3591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4" name="Text Placeholder 2">
            <a:extLst>
              <a:ext uri="{FF2B5EF4-FFF2-40B4-BE49-F238E27FC236}">
                <a16:creationId xmlns:a16="http://schemas.microsoft.com/office/drawing/2014/main" id="{0DB5B452-8065-2944-0A58-08866F597612}"/>
              </a:ext>
            </a:extLst>
          </p:cNvPr>
          <p:cNvSpPr>
            <a:spLocks noGrp="1"/>
          </p:cNvSpPr>
          <p:nvPr>
            <p:ph type="body" sz="quarter" idx="28" hasCustomPrompt="1"/>
          </p:nvPr>
        </p:nvSpPr>
        <p:spPr>
          <a:xfrm>
            <a:off x="6410937" y="4353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5" name="Text Placeholder 2">
            <a:extLst>
              <a:ext uri="{FF2B5EF4-FFF2-40B4-BE49-F238E27FC236}">
                <a16:creationId xmlns:a16="http://schemas.microsoft.com/office/drawing/2014/main" id="{5BB1BE18-0F13-C3E2-0CEF-5A826A69DD43}"/>
              </a:ext>
            </a:extLst>
          </p:cNvPr>
          <p:cNvSpPr>
            <a:spLocks noGrp="1"/>
          </p:cNvSpPr>
          <p:nvPr>
            <p:ph type="body" sz="quarter" idx="29" hasCustomPrompt="1"/>
          </p:nvPr>
        </p:nvSpPr>
        <p:spPr>
          <a:xfrm>
            <a:off x="6410937" y="5115364"/>
            <a:ext cx="5169260"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Tree>
    <p:extLst>
      <p:ext uri="{BB962C8B-B14F-4D97-AF65-F5344CB8AC3E}">
        <p14:creationId xmlns:p14="http://schemas.microsoft.com/office/powerpoint/2010/main" val="4068709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5483B2-4290-E41E-73AE-F34C9E966533}"/>
              </a:ext>
            </a:extLst>
          </p:cNvPr>
          <p:cNvSpPr>
            <a:spLocks noGrp="1"/>
          </p:cNvSpPr>
          <p:nvPr>
            <p:ph type="body" sz="quarter" idx="24" hasCustomPrompt="1"/>
          </p:nvPr>
        </p:nvSpPr>
        <p:spPr>
          <a:xfrm>
            <a:off x="7090875" y="1305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5" name="Title 1">
            <a:extLst>
              <a:ext uri="{FF2B5EF4-FFF2-40B4-BE49-F238E27FC236}">
                <a16:creationId xmlns:a16="http://schemas.microsoft.com/office/drawing/2014/main" id="{55A50AC4-C886-55CF-1B73-4A8101AC885C}"/>
              </a:ext>
            </a:extLst>
          </p:cNvPr>
          <p:cNvSpPr>
            <a:spLocks noGrp="1"/>
          </p:cNvSpPr>
          <p:nvPr>
            <p:ph type="ctrTitle" hasCustomPrompt="1"/>
          </p:nvPr>
        </p:nvSpPr>
        <p:spPr>
          <a:xfrm>
            <a:off x="618520" y="2716069"/>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Agenda</a:t>
            </a:r>
            <a:endParaRPr lang="en-US"/>
          </a:p>
        </p:txBody>
      </p:sp>
      <p:sp>
        <p:nvSpPr>
          <p:cNvPr id="21" name="Text Placeholder 2">
            <a:extLst>
              <a:ext uri="{FF2B5EF4-FFF2-40B4-BE49-F238E27FC236}">
                <a16:creationId xmlns:a16="http://schemas.microsoft.com/office/drawing/2014/main" id="{FCE7E360-6B59-1209-D550-8CC9B6341BC3}"/>
              </a:ext>
            </a:extLst>
          </p:cNvPr>
          <p:cNvSpPr>
            <a:spLocks noGrp="1"/>
          </p:cNvSpPr>
          <p:nvPr>
            <p:ph type="body" sz="quarter" idx="25" hasCustomPrompt="1"/>
          </p:nvPr>
        </p:nvSpPr>
        <p:spPr>
          <a:xfrm>
            <a:off x="7090875" y="2067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2" name="Text Placeholder 2">
            <a:extLst>
              <a:ext uri="{FF2B5EF4-FFF2-40B4-BE49-F238E27FC236}">
                <a16:creationId xmlns:a16="http://schemas.microsoft.com/office/drawing/2014/main" id="{5FD1F1CA-F8AE-A6D7-92EA-CF6615720160}"/>
              </a:ext>
            </a:extLst>
          </p:cNvPr>
          <p:cNvSpPr>
            <a:spLocks noGrp="1"/>
          </p:cNvSpPr>
          <p:nvPr>
            <p:ph type="body" sz="quarter" idx="26" hasCustomPrompt="1"/>
          </p:nvPr>
        </p:nvSpPr>
        <p:spPr>
          <a:xfrm>
            <a:off x="7090875" y="2829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3" name="Text Placeholder 2">
            <a:extLst>
              <a:ext uri="{FF2B5EF4-FFF2-40B4-BE49-F238E27FC236}">
                <a16:creationId xmlns:a16="http://schemas.microsoft.com/office/drawing/2014/main" id="{187AA8FE-E1E9-C832-4913-51323321D220}"/>
              </a:ext>
            </a:extLst>
          </p:cNvPr>
          <p:cNvSpPr>
            <a:spLocks noGrp="1"/>
          </p:cNvSpPr>
          <p:nvPr>
            <p:ph type="body" sz="quarter" idx="27" hasCustomPrompt="1"/>
          </p:nvPr>
        </p:nvSpPr>
        <p:spPr>
          <a:xfrm>
            <a:off x="7090875" y="3591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4" name="Text Placeholder 2">
            <a:extLst>
              <a:ext uri="{FF2B5EF4-FFF2-40B4-BE49-F238E27FC236}">
                <a16:creationId xmlns:a16="http://schemas.microsoft.com/office/drawing/2014/main" id="{0DB5B452-8065-2944-0A58-08866F597612}"/>
              </a:ext>
            </a:extLst>
          </p:cNvPr>
          <p:cNvSpPr>
            <a:spLocks noGrp="1"/>
          </p:cNvSpPr>
          <p:nvPr>
            <p:ph type="body" sz="quarter" idx="28" hasCustomPrompt="1"/>
          </p:nvPr>
        </p:nvSpPr>
        <p:spPr>
          <a:xfrm>
            <a:off x="7090875" y="4353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
        <p:nvSpPr>
          <p:cNvPr id="25" name="Text Placeholder 2">
            <a:extLst>
              <a:ext uri="{FF2B5EF4-FFF2-40B4-BE49-F238E27FC236}">
                <a16:creationId xmlns:a16="http://schemas.microsoft.com/office/drawing/2014/main" id="{5BB1BE18-0F13-C3E2-0CEF-5A826A69DD43}"/>
              </a:ext>
            </a:extLst>
          </p:cNvPr>
          <p:cNvSpPr>
            <a:spLocks noGrp="1"/>
          </p:cNvSpPr>
          <p:nvPr>
            <p:ph type="body" sz="quarter" idx="29" hasCustomPrompt="1"/>
          </p:nvPr>
        </p:nvSpPr>
        <p:spPr>
          <a:xfrm>
            <a:off x="7090875" y="5115364"/>
            <a:ext cx="4489321" cy="437272"/>
          </a:xfrm>
          <a:prstGeom prst="rect">
            <a:avLst/>
          </a:prstGeom>
        </p:spPr>
        <p:txBody>
          <a:bodyPr lIns="0" tIns="0" rIns="0" bIns="0" anchor="ctr"/>
          <a:lstStyle>
            <a:lvl1pPr marL="0" indent="0">
              <a:spcBef>
                <a:spcPts val="0"/>
              </a:spcBef>
              <a:buFont typeface="Arial" panose="020B0604020202020204" pitchFamily="34" charset="0"/>
              <a:buNone/>
              <a:defRPr sz="1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r>
              <a:rPr lang="en-US" sz="1600">
                <a:latin typeface="CiscoSansTT Light" panose="020B0503020201020303" pitchFamily="34" charset="0"/>
                <a:cs typeface="CiscoSansTT Light" panose="020B0503020201020303" pitchFamily="34" charset="0"/>
              </a:rPr>
              <a:t>Lorem ipsum dolor sit </a:t>
            </a:r>
            <a:r>
              <a:rPr lang="en-US" sz="1600" err="1">
                <a:latin typeface="CiscoSansTT Light" panose="020B0503020201020303" pitchFamily="34" charset="0"/>
                <a:cs typeface="CiscoSansTT Light" panose="020B0503020201020303" pitchFamily="34" charset="0"/>
              </a:rPr>
              <a:t>amet</a:t>
            </a:r>
            <a:endParaRPr lang="en-US" sz="1600">
              <a:latin typeface="CiscoSansTT Light" panose="020B0503020201020303" pitchFamily="34" charset="0"/>
              <a:cs typeface="CiscoSansTT Light" panose="020B0503020201020303" pitchFamily="34" charset="0"/>
            </a:endParaRPr>
          </a:p>
        </p:txBody>
      </p:sp>
    </p:spTree>
    <p:extLst>
      <p:ext uri="{BB962C8B-B14F-4D97-AF65-F5344CB8AC3E}">
        <p14:creationId xmlns:p14="http://schemas.microsoft.com/office/powerpoint/2010/main" val="1191803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que Lef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Segue slide copy goes here</a:t>
            </a:r>
            <a:endParaRPr lang="en-US"/>
          </a:p>
        </p:txBody>
      </p:sp>
    </p:spTree>
    <p:extLst>
      <p:ext uri="{BB962C8B-B14F-4D97-AF65-F5344CB8AC3E}">
        <p14:creationId xmlns:p14="http://schemas.microsoft.com/office/powerpoint/2010/main" val="22598447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ky Seque Lef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Segue slide copy goes here</a:t>
            </a:r>
            <a:endParaRPr lang="en-US"/>
          </a:p>
        </p:txBody>
      </p:sp>
    </p:spTree>
    <p:extLst>
      <p:ext uri="{BB962C8B-B14F-4D97-AF65-F5344CB8AC3E}">
        <p14:creationId xmlns:p14="http://schemas.microsoft.com/office/powerpoint/2010/main" val="3867031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role</a:t>
            </a:r>
            <a:endParaRPr lang="en-US"/>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As the adoption of multi-cloud strategy grows, Ulla </a:t>
            </a:r>
            <a:r>
              <a:rPr lang="en-GB" err="1"/>
              <a:t>sitiora</a:t>
            </a:r>
            <a:r>
              <a:rPr lang="en-GB"/>
              <a:t> </a:t>
            </a:r>
            <a:r>
              <a:rPr lang="en-GB" err="1"/>
              <a:t>turest</a:t>
            </a:r>
            <a:r>
              <a:rPr lang="en-GB"/>
              <a:t> </a:t>
            </a:r>
            <a:r>
              <a:rPr lang="en-GB" err="1"/>
              <a:t>experibus</a:t>
            </a:r>
            <a:r>
              <a:rPr lang="en-GB"/>
              <a:t> </a:t>
            </a:r>
            <a:r>
              <a:rPr lang="en-GB" err="1"/>
              <a:t>ut</a:t>
            </a:r>
            <a:r>
              <a:rPr lang="en-GB"/>
              <a:t> pa </a:t>
            </a:r>
            <a:r>
              <a:rPr lang="en-GB" err="1"/>
              <a:t>dolor</a:t>
            </a:r>
            <a:r>
              <a:rPr lang="en-GB"/>
              <a:t> a </a:t>
            </a:r>
            <a:r>
              <a:rPr lang="en-GB" err="1"/>
              <a:t>conestia</a:t>
            </a:r>
            <a:r>
              <a:rPr lang="en-GB"/>
              <a:t> vent </a:t>
            </a:r>
            <a:r>
              <a:rPr lang="en-GB" err="1"/>
              <a:t>eosse</a:t>
            </a:r>
            <a:r>
              <a:rPr lang="en-GB"/>
              <a:t> non </a:t>
            </a:r>
            <a:r>
              <a:rPr lang="en-GB" err="1"/>
              <a:t>consequ</a:t>
            </a:r>
            <a:r>
              <a:rPr lang="en-GB"/>
              <a:t> </a:t>
            </a:r>
            <a:r>
              <a:rPr lang="en-GB" err="1"/>
              <a:t>aturit</a:t>
            </a:r>
            <a:r>
              <a:rPr lang="en-GB"/>
              <a:t> </a:t>
            </a:r>
            <a:r>
              <a:rPr lang="en-GB" err="1"/>
              <a:t>faccum</a:t>
            </a:r>
            <a:r>
              <a:rPr lang="en-GB"/>
              <a:t> qui </a:t>
            </a:r>
            <a:r>
              <a:rPr lang="en-GB" err="1"/>
              <a:t>dolor</a:t>
            </a:r>
            <a:r>
              <a:rPr lang="en-GB"/>
              <a:t> a </a:t>
            </a:r>
            <a:r>
              <a:rPr lang="en-GB" err="1"/>
              <a:t>num</a:t>
            </a:r>
            <a:endParaRPr lang="en-GB"/>
          </a:p>
        </p:txBody>
      </p:sp>
      <p:pic>
        <p:nvPicPr>
          <p:cNvPr id="8" name="Graphic 7">
            <a:extLst>
              <a:ext uri="{FF2B5EF4-FFF2-40B4-BE49-F238E27FC236}">
                <a16:creationId xmlns:a16="http://schemas.microsoft.com/office/drawing/2014/main" id="{8E18B2BC-5B8F-6442-A3B3-AB5D063112DC}"/>
              </a:ext>
            </a:extLst>
          </p:cNvPr>
          <p:cNvPicPr>
            <a:picLocks noChangeAspect="1"/>
          </p:cNvPicPr>
          <p:nvPr userDrawn="1"/>
        </p:nvPicPr>
        <p:blipFill>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userDrawn="1"/>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011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ky Quote">
    <p:bg>
      <p:bgPr>
        <a:solidFill>
          <a:schemeClr val="accent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bg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role</a:t>
            </a:r>
            <a:endParaRPr lang="en-US"/>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Speaker role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As the adoption of multi-cloud strategy grows, Ulla </a:t>
            </a:r>
            <a:r>
              <a:rPr lang="en-GB" err="1"/>
              <a:t>sitiora</a:t>
            </a:r>
            <a:r>
              <a:rPr lang="en-GB"/>
              <a:t> </a:t>
            </a:r>
            <a:r>
              <a:rPr lang="en-GB" err="1"/>
              <a:t>turest</a:t>
            </a:r>
            <a:r>
              <a:rPr lang="en-GB"/>
              <a:t> </a:t>
            </a:r>
            <a:r>
              <a:rPr lang="en-GB" err="1"/>
              <a:t>experibus</a:t>
            </a:r>
            <a:r>
              <a:rPr lang="en-GB"/>
              <a:t> </a:t>
            </a:r>
            <a:r>
              <a:rPr lang="en-GB" err="1"/>
              <a:t>ut</a:t>
            </a:r>
            <a:r>
              <a:rPr lang="en-GB"/>
              <a:t> pa </a:t>
            </a:r>
            <a:r>
              <a:rPr lang="en-GB" err="1"/>
              <a:t>dolor</a:t>
            </a:r>
            <a:r>
              <a:rPr lang="en-GB"/>
              <a:t> a </a:t>
            </a:r>
            <a:r>
              <a:rPr lang="en-GB" err="1"/>
              <a:t>conestia</a:t>
            </a:r>
            <a:r>
              <a:rPr lang="en-GB"/>
              <a:t> vent </a:t>
            </a:r>
            <a:r>
              <a:rPr lang="en-GB" err="1"/>
              <a:t>eosse</a:t>
            </a:r>
            <a:r>
              <a:rPr lang="en-GB"/>
              <a:t> non </a:t>
            </a:r>
            <a:r>
              <a:rPr lang="en-GB" err="1"/>
              <a:t>consequ</a:t>
            </a:r>
            <a:r>
              <a:rPr lang="en-GB"/>
              <a:t> </a:t>
            </a:r>
            <a:r>
              <a:rPr lang="en-GB" err="1"/>
              <a:t>aturit</a:t>
            </a:r>
            <a:r>
              <a:rPr lang="en-GB"/>
              <a:t> </a:t>
            </a:r>
            <a:r>
              <a:rPr lang="en-GB" err="1"/>
              <a:t>faccum</a:t>
            </a:r>
            <a:r>
              <a:rPr lang="en-GB"/>
              <a:t> qui </a:t>
            </a:r>
            <a:r>
              <a:rPr lang="en-GB" err="1"/>
              <a:t>dolor</a:t>
            </a:r>
            <a:r>
              <a:rPr lang="en-GB"/>
              <a:t> a </a:t>
            </a:r>
            <a:r>
              <a:rPr lang="en-GB" err="1"/>
              <a:t>num</a:t>
            </a:r>
            <a:endParaRPr lang="en-GB"/>
          </a:p>
        </p:txBody>
      </p:sp>
      <p:pic>
        <p:nvPicPr>
          <p:cNvPr id="8" name="Graphic 7">
            <a:extLst>
              <a:ext uri="{FF2B5EF4-FFF2-40B4-BE49-F238E27FC236}">
                <a16:creationId xmlns:a16="http://schemas.microsoft.com/office/drawing/2014/main" id="{8E18B2BC-5B8F-6442-A3B3-AB5D063112DC}"/>
              </a:ext>
            </a:extLst>
          </p:cNvPr>
          <p:cNvPicPr>
            <a:picLocks noChangeAspect="1"/>
          </p:cNvPicPr>
          <p:nvPr userDrawn="1"/>
        </p:nvPicPr>
        <p:blipFill>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userDrawn="1"/>
        </p:nvCxnSpPr>
        <p:spPr>
          <a:xfrm>
            <a:off x="4545877" y="4934857"/>
            <a:ext cx="3100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021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530959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ky Text Left">
    <p:bg>
      <p:bgPr>
        <a:solidFill>
          <a:schemeClr val="accent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289710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Tree>
    <p:extLst>
      <p:ext uri="{BB962C8B-B14F-4D97-AF65-F5344CB8AC3E}">
        <p14:creationId xmlns:p14="http://schemas.microsoft.com/office/powerpoint/2010/main" val="3853247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ky Text Left 2">
    <p:bg>
      <p:bgPr>
        <a:solidFill>
          <a:schemeClr val="accent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Tree>
    <p:extLst>
      <p:ext uri="{BB962C8B-B14F-4D97-AF65-F5344CB8AC3E}">
        <p14:creationId xmlns:p14="http://schemas.microsoft.com/office/powerpoint/2010/main" val="2860760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4337808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3212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3155881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4763929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4069598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ky Text Three Column Icons">
    <p:bg>
      <p:bgPr>
        <a:solidFill>
          <a:schemeClr val="accent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7585179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Heading and titl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0879707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32818" y="1602317"/>
            <a:ext cx="11088236" cy="4519083"/>
          </a:xfrm>
          <a:prstGeom prst="rect">
            <a:avLst/>
          </a:prstGeom>
        </p:spPr>
        <p:txBody>
          <a:bodyPr lIns="91420" tIns="45710" rIns="91420" bIns="45710">
            <a:noAutofit/>
          </a:bodyPr>
          <a:lstStyle>
            <a:lvl1pPr marL="304798" indent="-228598">
              <a:lnSpc>
                <a:spcPct val="95000"/>
              </a:lnSpc>
              <a:spcBef>
                <a:spcPts val="1480"/>
              </a:spcBef>
              <a:buClr>
                <a:schemeClr val="bg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bg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bg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bg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a:t>First level</a:t>
            </a:r>
          </a:p>
          <a:p>
            <a:pPr lvl="1"/>
            <a:r>
              <a:rPr lang="en-GB"/>
              <a:t>Second level</a:t>
            </a:r>
          </a:p>
          <a:p>
            <a:pPr lvl="2"/>
            <a:r>
              <a:rPr lang="en-GB"/>
              <a:t>Third level</a:t>
            </a:r>
          </a:p>
          <a:p>
            <a:pPr lvl="3"/>
            <a:r>
              <a:rPr lang="en-GB"/>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252868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a:t>Click icon to add table</a:t>
            </a:r>
            <a:endParaRPr lang="en-GB" noProof="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4734572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32125" y="1602319"/>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TT ExtraLight" panose="020B0303020201020303" pitchFamily="34" charset="0"/>
              </a:defRPr>
            </a:lvl1pPr>
          </a:lstStyle>
          <a:p>
            <a:pPr lvl="0"/>
            <a:r>
              <a:rPr lang="en-US" noProof="0"/>
              <a:t>Click icon to add chart</a:t>
            </a:r>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1056337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Multi">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6D804B-991F-15D0-1B5C-852F088F2293}"/>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12" name="Content Placeholder 2">
            <a:extLst>
              <a:ext uri="{FF2B5EF4-FFF2-40B4-BE49-F238E27FC236}">
                <a16:creationId xmlns:a16="http://schemas.microsoft.com/office/drawing/2014/main" id="{5E762CBB-3A34-48C3-DD45-61F4F2FD11D1}"/>
              </a:ext>
            </a:extLst>
          </p:cNvPr>
          <p:cNvSpPr>
            <a:spLocks noGrp="1"/>
          </p:cNvSpPr>
          <p:nvPr>
            <p:ph idx="1"/>
          </p:nvPr>
        </p:nvSpPr>
        <p:spPr>
          <a:xfrm>
            <a:off x="632884" y="1602317"/>
            <a:ext cx="10961511" cy="3739704"/>
          </a:xfrm>
          <a:prstGeom prst="rect">
            <a:avLst/>
          </a:prstGeom>
        </p:spPr>
        <p:txBody>
          <a:bodyPr lIns="91420" tIns="45710" rIns="91420" bIns="45710">
            <a:noAutofit/>
          </a:bodyPr>
          <a:lstStyle>
            <a:lvl1pPr marL="380917" marR="0" indent="-380917" algn="ctr" defTabSz="609469" rtl="0" eaLnBrk="1" fontAlgn="auto" latinLnBrk="0" hangingPunct="1">
              <a:lnSpc>
                <a:spcPct val="100000"/>
              </a:lnSpc>
              <a:spcBef>
                <a:spcPct val="20000"/>
              </a:spcBef>
              <a:spcAft>
                <a:spcPts val="0"/>
              </a:spcAft>
              <a:buClrTx/>
              <a:buSzTx/>
              <a:buFont typeface="Arial"/>
              <a:buNone/>
              <a:tabLst/>
              <a:defRPr sz="2667" b="0" i="0" baseline="0">
                <a:solidFill>
                  <a:schemeClr val="tx1"/>
                </a:solidFill>
                <a:latin typeface="+mn-lt"/>
                <a:cs typeface="CiscoSansTT ExtraLight" panose="020B0303020201020303" pitchFamily="34" charset="0"/>
              </a:defRPr>
            </a:lvl1pPr>
          </a:lstStyle>
          <a:p>
            <a:pPr lvl="0"/>
            <a:r>
              <a:rPr lang="en-US"/>
              <a:t>Click to edit Master text styles</a:t>
            </a:r>
          </a:p>
        </p:txBody>
      </p:sp>
      <p:sp>
        <p:nvSpPr>
          <p:cNvPr id="7" name="Text Placeholder 2">
            <a:extLst>
              <a:ext uri="{FF2B5EF4-FFF2-40B4-BE49-F238E27FC236}">
                <a16:creationId xmlns:a16="http://schemas.microsoft.com/office/drawing/2014/main" id="{014E7A9D-AA27-1BDE-DF75-A66B1A4E967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8DB9C6A2-1768-FE67-38C1-DAE221A3B73A}"/>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984623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userDrawn="1"/>
        </p:nvSpPr>
        <p:spPr>
          <a:xfrm>
            <a:off x="6104471" y="0"/>
            <a:ext cx="6106789" cy="6858000"/>
          </a:xfrm>
          <a:prstGeom prst="rect">
            <a:avLst/>
          </a:prstGeom>
          <a:solidFill>
            <a:schemeClr val="bg2">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40506507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Half Page Text 2">
    <p:spTree>
      <p:nvGrpSpPr>
        <p:cNvPr id="1" name=""/>
        <p:cNvGrpSpPr/>
        <p:nvPr/>
      </p:nvGrpSpPr>
      <p:grpSpPr>
        <a:xfrm>
          <a:off x="0" y="0"/>
          <a:ext cx="0" cy="0"/>
          <a:chOff x="0" y="0"/>
          <a:chExt cx="0" cy="0"/>
        </a:xfrm>
      </p:grpSpPr>
      <p:sp>
        <p:nvSpPr>
          <p:cNvPr id="4" name="Rectangle 3"/>
          <p:cNvSpPr/>
          <p:nvPr userDrawn="1"/>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pic>
        <p:nvPicPr>
          <p:cNvPr id="21" name="Picture 7">
            <a:extLst>
              <a:ext uri="{FF2B5EF4-FFF2-40B4-BE49-F238E27FC236}">
                <a16:creationId xmlns:a16="http://schemas.microsoft.com/office/drawing/2014/main" id="{C8840F6B-282B-A945-9690-ABC74CE8E7DE}"/>
              </a:ext>
            </a:extLst>
          </p:cNvPr>
          <p:cNvPicPr>
            <a:picLocks noChangeAspect="1"/>
          </p:cNvPicPr>
          <p:nvPr userDrawn="1"/>
        </p:nvPicPr>
        <p:blipFill>
          <a:blip cstate="screen">
            <a:extLst>
              <a:ext uri="{28A0092B-C50C-407E-A947-70E740481C1C}">
                <a14:useLocalDpi xmlns:a14="http://schemas.microsoft.com/office/drawing/2010/main"/>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userDrawn="1"/>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4218470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971268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Half Page Text 4">
    <p:spTree>
      <p:nvGrpSpPr>
        <p:cNvPr id="1" name=""/>
        <p:cNvGrpSpPr/>
        <p:nvPr/>
      </p:nvGrpSpPr>
      <p:grpSpPr>
        <a:xfrm>
          <a:off x="0" y="0"/>
          <a:ext cx="0" cy="0"/>
          <a:chOff x="0" y="0"/>
          <a:chExt cx="0" cy="0"/>
        </a:xfrm>
      </p:grpSpPr>
      <p:sp>
        <p:nvSpPr>
          <p:cNvPr id="4" name="Rectangle 3"/>
          <p:cNvSpPr/>
          <p:nvPr userDrawn="1"/>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3" name="Text Placeholder 2">
            <a:extLst>
              <a:ext uri="{FF2B5EF4-FFF2-40B4-BE49-F238E27FC236}">
                <a16:creationId xmlns:a16="http://schemas.microsoft.com/office/drawing/2014/main" id="{FD776BEA-9222-9BAE-1B0A-D130A0C27386}"/>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4" name="Text Placeholder 2">
            <a:extLst>
              <a:ext uri="{FF2B5EF4-FFF2-40B4-BE49-F238E27FC236}">
                <a16:creationId xmlns:a16="http://schemas.microsoft.com/office/drawing/2014/main" id="{4FF5CF4C-D0EB-653A-EF97-9B340B356D4E}"/>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5" name="Text Placeholder 2">
            <a:extLst>
              <a:ext uri="{FF2B5EF4-FFF2-40B4-BE49-F238E27FC236}">
                <a16:creationId xmlns:a16="http://schemas.microsoft.com/office/drawing/2014/main" id="{AD7E996C-EDDD-1C3A-F435-CE74CC8C66CD}"/>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0" name="Text Placeholder 2">
            <a:extLst>
              <a:ext uri="{FF2B5EF4-FFF2-40B4-BE49-F238E27FC236}">
                <a16:creationId xmlns:a16="http://schemas.microsoft.com/office/drawing/2014/main" id="{7EAE9D52-E667-E111-D1B1-C8DA2561EB82}"/>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43217552-FC77-55C0-C4C3-86742477333B}"/>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61B96D09-51F8-E400-53C3-04E0CB41305D}"/>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3991729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userDrawn="1"/>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651864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goes here</a:t>
            </a:r>
            <a:endParaRPr lang="en-US"/>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picture</a:t>
            </a:r>
          </a:p>
        </p:txBody>
      </p:sp>
    </p:spTree>
    <p:extLst>
      <p:ext uri="{BB962C8B-B14F-4D97-AF65-F5344CB8AC3E}">
        <p14:creationId xmlns:p14="http://schemas.microsoft.com/office/powerpoint/2010/main" val="9443207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ky Image Large Caption">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goes here</a:t>
            </a:r>
            <a:endParaRPr lang="en-US"/>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picture</a:t>
            </a:r>
          </a:p>
        </p:txBody>
      </p:sp>
    </p:spTree>
    <p:extLst>
      <p:ext uri="{BB962C8B-B14F-4D97-AF65-F5344CB8AC3E}">
        <p14:creationId xmlns:p14="http://schemas.microsoft.com/office/powerpoint/2010/main" val="1054205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picture</a:t>
            </a:r>
          </a:p>
        </p:txBody>
      </p:sp>
    </p:spTree>
    <p:extLst>
      <p:ext uri="{BB962C8B-B14F-4D97-AF65-F5344CB8AC3E}">
        <p14:creationId xmlns:p14="http://schemas.microsoft.com/office/powerpoint/2010/main" val="3313701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ky Image Full">
    <p:bg>
      <p:bgPr>
        <a:solidFill>
          <a:schemeClr val="accent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picture</a:t>
            </a:r>
          </a:p>
        </p:txBody>
      </p:sp>
    </p:spTree>
    <p:extLst>
      <p:ext uri="{BB962C8B-B14F-4D97-AF65-F5344CB8AC3E}">
        <p14:creationId xmlns:p14="http://schemas.microsoft.com/office/powerpoint/2010/main" val="3377891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endParaRPr lang="en-US"/>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tx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032015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ky Half page image caption">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endParaRPr lang="en-US"/>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41953701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defRPr>
            </a:lvl1pPr>
          </a:lstStyle>
          <a:p>
            <a:endParaRPr lang="en-US"/>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0933282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ky Half page image">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bg1"/>
                </a:solidFill>
              </a:defRPr>
            </a:lvl1pPr>
          </a:lstStyle>
          <a:p>
            <a:endParaRPr lang="en-US"/>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3598329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endParaRPr lang="en-US"/>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37040992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endParaRPr lang="en-US"/>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TT ExtraLight" panose="020B0303020201020303" pitchFamily="34" charset="0"/>
              </a:defRPr>
            </a:lvl1pPr>
          </a:lstStyle>
          <a:p>
            <a:pPr lvl="0"/>
            <a:r>
              <a:rPr lang="en-US" noProof="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25270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defRPr>
            </a:lvl1pPr>
          </a:lstStyle>
          <a:p>
            <a:endParaRPr lang="en-US"/>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7137448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This map is fully editable. Double-click </a:t>
            </a:r>
            <a:br>
              <a:rPr lang="en-GB"/>
            </a:br>
            <a:r>
              <a:rPr lang="en-GB"/>
              <a:t>or ungroup to edit individual countries. </a:t>
            </a:r>
            <a:br>
              <a:rPr lang="en-GB"/>
            </a:br>
            <a:br>
              <a:rPr lang="en-GB"/>
            </a:br>
            <a:r>
              <a:rPr lang="en-GB"/>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a:p>
        </p:txBody>
      </p:sp>
      <p:sp>
        <p:nvSpPr>
          <p:cNvPr id="8" name="Text Placeholder 2">
            <a:extLst>
              <a:ext uri="{FF2B5EF4-FFF2-40B4-BE49-F238E27FC236}">
                <a16:creationId xmlns:a16="http://schemas.microsoft.com/office/drawing/2014/main" id="{576862AE-BE49-A3A1-99AF-D0AA4CE6D2B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9" name="Text Placeholder 6">
            <a:extLst>
              <a:ext uri="{FF2B5EF4-FFF2-40B4-BE49-F238E27FC236}">
                <a16:creationId xmlns:a16="http://schemas.microsoft.com/office/drawing/2014/main" id="{3713D604-C1AF-0CA2-1F7D-888141F34C5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492194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Org chart 3">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6" y="1029572"/>
            <a:ext cx="2517617"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11691" y="1479553"/>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11691" y="200432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11691" y="252908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11691" y="3053849"/>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11691" y="3578614"/>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11691" y="410338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11690" y="462814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108119"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108119"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108119"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108119"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108119"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108119"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108119"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00887" y="1479553"/>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00887" y="200432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00887" y="252908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00887" y="3053849"/>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00887" y="3578614"/>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00887" y="410338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00886" y="462814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697315"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697315"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697315"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697315"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697315"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697315"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697315"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37822" y="1479553"/>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37822" y="200432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37822" y="252908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37822" y="3053849"/>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37822" y="3578614"/>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37822" y="410338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37820" y="462814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834251"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834251"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834251"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834251"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834251"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834251"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834251"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88455" y="1479553"/>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88455" y="200432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88455" y="252908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88455" y="3053849"/>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88455" y="3578614"/>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88455" y="4103380"/>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88454" y="4628145"/>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3984883"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3984883"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3984883"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3984883"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3984883"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3984883"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3984883"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11690" y="5152912"/>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108119"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00886" y="5152912"/>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697315"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37820" y="5152912"/>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834251"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588454" y="5152912"/>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3984883"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5" name="Picture Placeholder 3">
            <a:extLst>
              <a:ext uri="{FF2B5EF4-FFF2-40B4-BE49-F238E27FC236}">
                <a16:creationId xmlns:a16="http://schemas.microsoft.com/office/drawing/2014/main" id="{1DCBBC5A-83E1-534A-A729-2AAE15A559D1}"/>
              </a:ext>
            </a:extLst>
          </p:cNvPr>
          <p:cNvSpPr>
            <a:spLocks noGrp="1"/>
          </p:cNvSpPr>
          <p:nvPr>
            <p:ph type="pic" sz="quarter" idx="90"/>
          </p:nvPr>
        </p:nvSpPr>
        <p:spPr>
          <a:xfrm>
            <a:off x="711690" y="5677676"/>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96" name="Text Placeholder 7">
            <a:extLst>
              <a:ext uri="{FF2B5EF4-FFF2-40B4-BE49-F238E27FC236}">
                <a16:creationId xmlns:a16="http://schemas.microsoft.com/office/drawing/2014/main" id="{D7A1E629-C759-8A43-BBEE-5E84A4D978CA}"/>
              </a:ext>
            </a:extLst>
          </p:cNvPr>
          <p:cNvSpPr>
            <a:spLocks noGrp="1"/>
          </p:cNvSpPr>
          <p:nvPr>
            <p:ph type="body" sz="quarter" idx="91" hasCustomPrompt="1"/>
          </p:nvPr>
        </p:nvSpPr>
        <p:spPr>
          <a:xfrm>
            <a:off x="1108119"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7" name="Picture Placeholder 3">
            <a:extLst>
              <a:ext uri="{FF2B5EF4-FFF2-40B4-BE49-F238E27FC236}">
                <a16:creationId xmlns:a16="http://schemas.microsoft.com/office/drawing/2014/main" id="{32560AF2-6EDC-E545-AC85-CD3E6C2E8432}"/>
              </a:ext>
            </a:extLst>
          </p:cNvPr>
          <p:cNvSpPr>
            <a:spLocks noGrp="1"/>
          </p:cNvSpPr>
          <p:nvPr>
            <p:ph type="pic" sz="quarter" idx="92"/>
          </p:nvPr>
        </p:nvSpPr>
        <p:spPr>
          <a:xfrm>
            <a:off x="9300886" y="5677676"/>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98" name="Text Placeholder 7">
            <a:extLst>
              <a:ext uri="{FF2B5EF4-FFF2-40B4-BE49-F238E27FC236}">
                <a16:creationId xmlns:a16="http://schemas.microsoft.com/office/drawing/2014/main" id="{0BF57D0D-FFC1-8745-91E3-01339FD39DB6}"/>
              </a:ext>
            </a:extLst>
          </p:cNvPr>
          <p:cNvSpPr>
            <a:spLocks noGrp="1"/>
          </p:cNvSpPr>
          <p:nvPr>
            <p:ph type="body" sz="quarter" idx="93" hasCustomPrompt="1"/>
          </p:nvPr>
        </p:nvSpPr>
        <p:spPr>
          <a:xfrm>
            <a:off x="9697315"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9" name="Picture Placeholder 3">
            <a:extLst>
              <a:ext uri="{FF2B5EF4-FFF2-40B4-BE49-F238E27FC236}">
                <a16:creationId xmlns:a16="http://schemas.microsoft.com/office/drawing/2014/main" id="{98DE4193-D11C-344E-B5AB-974997CACEED}"/>
              </a:ext>
            </a:extLst>
          </p:cNvPr>
          <p:cNvSpPr>
            <a:spLocks noGrp="1"/>
          </p:cNvSpPr>
          <p:nvPr>
            <p:ph type="pic" sz="quarter" idx="94"/>
          </p:nvPr>
        </p:nvSpPr>
        <p:spPr>
          <a:xfrm>
            <a:off x="6437820" y="5677676"/>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00" name="Text Placeholder 7">
            <a:extLst>
              <a:ext uri="{FF2B5EF4-FFF2-40B4-BE49-F238E27FC236}">
                <a16:creationId xmlns:a16="http://schemas.microsoft.com/office/drawing/2014/main" id="{3765874A-1593-9045-B59A-2202C9F499A1}"/>
              </a:ext>
            </a:extLst>
          </p:cNvPr>
          <p:cNvSpPr>
            <a:spLocks noGrp="1"/>
          </p:cNvSpPr>
          <p:nvPr>
            <p:ph type="body" sz="quarter" idx="95" hasCustomPrompt="1"/>
          </p:nvPr>
        </p:nvSpPr>
        <p:spPr>
          <a:xfrm>
            <a:off x="6834251"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1" name="Picture Placeholder 3">
            <a:extLst>
              <a:ext uri="{FF2B5EF4-FFF2-40B4-BE49-F238E27FC236}">
                <a16:creationId xmlns:a16="http://schemas.microsoft.com/office/drawing/2014/main" id="{9EAEB5CC-1475-8842-A12E-5F1190B1EACB}"/>
              </a:ext>
            </a:extLst>
          </p:cNvPr>
          <p:cNvSpPr>
            <a:spLocks noGrp="1"/>
          </p:cNvSpPr>
          <p:nvPr>
            <p:ph type="pic" sz="quarter" idx="96"/>
          </p:nvPr>
        </p:nvSpPr>
        <p:spPr>
          <a:xfrm>
            <a:off x="3588454" y="5677676"/>
            <a:ext cx="396429" cy="396427"/>
          </a:xfrm>
          <a:prstGeom prst="ellipse">
            <a:avLst/>
          </a:prstGeom>
          <a:ln>
            <a:noFill/>
          </a:ln>
        </p:spPr>
        <p:txBody>
          <a:bodyPr anchor="ctr" anchorCtr="0"/>
          <a:lstStyle>
            <a:lvl1pPr marL="0" indent="0" algn="ctr">
              <a:buNone/>
              <a:defRPr sz="267">
                <a:solidFill>
                  <a:schemeClr val="tx1"/>
                </a:solidFill>
              </a:defRPr>
            </a:lvl1pPr>
          </a:lstStyle>
          <a:p>
            <a:endParaRPr lang="en-US"/>
          </a:p>
        </p:txBody>
      </p:sp>
      <p:sp>
        <p:nvSpPr>
          <p:cNvPr id="102" name="Text Placeholder 7">
            <a:extLst>
              <a:ext uri="{FF2B5EF4-FFF2-40B4-BE49-F238E27FC236}">
                <a16:creationId xmlns:a16="http://schemas.microsoft.com/office/drawing/2014/main" id="{6203C484-A713-F14B-94DA-4C6D5A4958CC}"/>
              </a:ext>
            </a:extLst>
          </p:cNvPr>
          <p:cNvSpPr>
            <a:spLocks noGrp="1"/>
          </p:cNvSpPr>
          <p:nvPr>
            <p:ph type="body" sz="quarter" idx="97" hasCustomPrompt="1"/>
          </p:nvPr>
        </p:nvSpPr>
        <p:spPr>
          <a:xfrm>
            <a:off x="3984883"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4" name="Text Placeholder 6">
            <a:extLst>
              <a:ext uri="{FF2B5EF4-FFF2-40B4-BE49-F238E27FC236}">
                <a16:creationId xmlns:a16="http://schemas.microsoft.com/office/drawing/2014/main" id="{125F027B-F432-97D0-4000-2DD17AFB9473}"/>
              </a:ext>
            </a:extLst>
          </p:cNvPr>
          <p:cNvSpPr>
            <a:spLocks noGrp="1"/>
          </p:cNvSpPr>
          <p:nvPr>
            <p:ph type="body" sz="quarter" idx="98"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8407014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hoto grid 1">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8" name="Text Placeholder 7"/>
          <p:cNvSpPr>
            <a:spLocks noGrp="1"/>
          </p:cNvSpPr>
          <p:nvPr>
            <p:ph type="body" sz="quarter" idx="14" hasCustomPrompt="1"/>
          </p:nvPr>
        </p:nvSpPr>
        <p:spPr>
          <a:xfrm>
            <a:off x="2708570"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9" name="Text Placeholder 7"/>
          <p:cNvSpPr>
            <a:spLocks noGrp="1"/>
          </p:cNvSpPr>
          <p:nvPr>
            <p:ph type="body" sz="quarter" idx="15" hasCustomPrompt="1"/>
          </p:nvPr>
        </p:nvSpPr>
        <p:spPr>
          <a:xfrm>
            <a:off x="2708570" y="2565210"/>
            <a:ext cx="2997201" cy="406401"/>
          </a:xfrm>
          <a:prstGeom prst="rect">
            <a:avLst/>
          </a:prstGeom>
        </p:spPr>
        <p:txBody>
          <a:bodyPr/>
          <a:lstStyle>
            <a:lvl1pPr marL="0" indent="0">
              <a:buNone/>
              <a:defRPr sz="1300" baseline="0">
                <a:solidFill>
                  <a:schemeClr val="tx1"/>
                </a:solidFill>
              </a:defRPr>
            </a:lvl1pPr>
          </a:lstStyle>
          <a:p>
            <a:pPr lvl="0"/>
            <a:r>
              <a:rPr lang="en-US"/>
              <a:t>Place text here</a:t>
            </a:r>
          </a:p>
        </p:txBody>
      </p:sp>
      <p:sp>
        <p:nvSpPr>
          <p:cNvPr id="10" name="Text Placeholder 7"/>
          <p:cNvSpPr>
            <a:spLocks noGrp="1"/>
          </p:cNvSpPr>
          <p:nvPr>
            <p:ph type="body" sz="quarter" idx="16" hasCustomPrompt="1"/>
          </p:nvPr>
        </p:nvSpPr>
        <p:spPr>
          <a:xfrm>
            <a:off x="2708570"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1" name="Text Placeholder 7"/>
          <p:cNvSpPr>
            <a:spLocks noGrp="1"/>
          </p:cNvSpPr>
          <p:nvPr>
            <p:ph type="body" sz="quarter" idx="17" hasCustomPrompt="1"/>
          </p:nvPr>
        </p:nvSpPr>
        <p:spPr>
          <a:xfrm>
            <a:off x="2708570" y="4897970"/>
            <a:ext cx="2997201" cy="406401"/>
          </a:xfrm>
          <a:prstGeom prst="rect">
            <a:avLst/>
          </a:prstGeom>
        </p:spPr>
        <p:txBody>
          <a:bodyPr/>
          <a:lstStyle>
            <a:lvl1pPr marL="0" indent="0">
              <a:buNone/>
              <a:defRPr sz="1300" baseline="0">
                <a:solidFill>
                  <a:schemeClr val="tx1"/>
                </a:solidFill>
              </a:defRPr>
            </a:lvl1pPr>
          </a:lstStyle>
          <a:p>
            <a:pPr lvl="0"/>
            <a:r>
              <a:rPr lang="en-US"/>
              <a:t>Place text here</a:t>
            </a:r>
          </a:p>
        </p:txBody>
      </p:sp>
      <p:sp>
        <p:nvSpPr>
          <p:cNvPr id="12" name="Text Placeholder 7"/>
          <p:cNvSpPr>
            <a:spLocks noGrp="1"/>
          </p:cNvSpPr>
          <p:nvPr>
            <p:ph type="body" sz="quarter" idx="18" hasCustomPrompt="1"/>
          </p:nvPr>
        </p:nvSpPr>
        <p:spPr>
          <a:xfrm>
            <a:off x="8079516"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3" name="Text Placeholder 7"/>
          <p:cNvSpPr>
            <a:spLocks noGrp="1"/>
          </p:cNvSpPr>
          <p:nvPr>
            <p:ph type="body" sz="quarter" idx="19" hasCustomPrompt="1"/>
          </p:nvPr>
        </p:nvSpPr>
        <p:spPr>
          <a:xfrm>
            <a:off x="8079516" y="2565210"/>
            <a:ext cx="2997201" cy="406401"/>
          </a:xfrm>
          <a:prstGeom prst="rect">
            <a:avLst/>
          </a:prstGeom>
        </p:spPr>
        <p:txBody>
          <a:bodyPr/>
          <a:lstStyle>
            <a:lvl1pPr marL="0" indent="0">
              <a:buNone/>
              <a:defRPr sz="1300" baseline="0">
                <a:solidFill>
                  <a:schemeClr val="tx1"/>
                </a:solidFill>
              </a:defRPr>
            </a:lvl1pPr>
          </a:lstStyle>
          <a:p>
            <a:pPr lvl="0"/>
            <a:r>
              <a:rPr lang="en-US"/>
              <a:t>Place text here</a:t>
            </a:r>
          </a:p>
        </p:txBody>
      </p:sp>
      <p:sp>
        <p:nvSpPr>
          <p:cNvPr id="14" name="Text Placeholder 7"/>
          <p:cNvSpPr>
            <a:spLocks noGrp="1"/>
          </p:cNvSpPr>
          <p:nvPr>
            <p:ph type="body" sz="quarter" idx="20" hasCustomPrompt="1"/>
          </p:nvPr>
        </p:nvSpPr>
        <p:spPr>
          <a:xfrm>
            <a:off x="8079516"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5" name="Text Placeholder 7"/>
          <p:cNvSpPr>
            <a:spLocks noGrp="1"/>
          </p:cNvSpPr>
          <p:nvPr>
            <p:ph type="body" sz="quarter" idx="21" hasCustomPrompt="1"/>
          </p:nvPr>
        </p:nvSpPr>
        <p:spPr>
          <a:xfrm>
            <a:off x="8079516" y="4897970"/>
            <a:ext cx="2997201" cy="406401"/>
          </a:xfrm>
          <a:prstGeom prst="rect">
            <a:avLst/>
          </a:prstGeom>
        </p:spPr>
        <p:txBody>
          <a:bodyPr/>
          <a:lstStyle>
            <a:lvl1pPr marL="0" indent="0">
              <a:buNone/>
              <a:defRPr sz="1300" baseline="0">
                <a:solidFill>
                  <a:schemeClr val="tx1"/>
                </a:solidFill>
              </a:defRPr>
            </a:lvl1pPr>
          </a:lstStyle>
          <a:p>
            <a:pPr lvl="0"/>
            <a:r>
              <a:rPr lang="en-US"/>
              <a:t>Place text here</a:t>
            </a:r>
          </a:p>
        </p:txBody>
      </p:sp>
      <p:sp>
        <p:nvSpPr>
          <p:cNvPr id="19" name="Text Placeholder 2">
            <a:extLst>
              <a:ext uri="{FF2B5EF4-FFF2-40B4-BE49-F238E27FC236}">
                <a16:creationId xmlns:a16="http://schemas.microsoft.com/office/drawing/2014/main" id="{F87F9493-2336-13D2-9712-6F5EA4B97F3E}"/>
              </a:ext>
            </a:extLst>
          </p:cNvPr>
          <p:cNvSpPr>
            <a:spLocks noGrp="1"/>
          </p:cNvSpPr>
          <p:nvPr>
            <p:ph type="body" sz="quarter" idx="22"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20" name="Text Placeholder 6">
            <a:extLst>
              <a:ext uri="{FF2B5EF4-FFF2-40B4-BE49-F238E27FC236}">
                <a16:creationId xmlns:a16="http://schemas.microsoft.com/office/drawing/2014/main" id="{2716B8B4-F834-CE39-CB59-C3AC0E3E34D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15813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hoto grid 2">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995219" y="2413195"/>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3" name="Picture Placeholder 3"/>
          <p:cNvSpPr>
            <a:spLocks noGrp="1"/>
          </p:cNvSpPr>
          <p:nvPr>
            <p:ph type="pic" sz="quarter" idx="11"/>
          </p:nvPr>
        </p:nvSpPr>
        <p:spPr>
          <a:xfrm>
            <a:off x="3770748" y="2413195"/>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9" name="Text Placeholder 7"/>
          <p:cNvSpPr>
            <a:spLocks noGrp="1"/>
          </p:cNvSpPr>
          <p:nvPr>
            <p:ph type="body" sz="quarter" idx="15" hasCustomPrompt="1"/>
          </p:nvPr>
        </p:nvSpPr>
        <p:spPr>
          <a:xfrm>
            <a:off x="660399" y="4449429"/>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6" name="Picture Placeholder 3"/>
          <p:cNvSpPr>
            <a:spLocks noGrp="1"/>
          </p:cNvSpPr>
          <p:nvPr>
            <p:ph type="pic" sz="quarter" idx="16"/>
          </p:nvPr>
        </p:nvSpPr>
        <p:spPr>
          <a:xfrm>
            <a:off x="6546277" y="2413195"/>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17" name="Picture Placeholder 3"/>
          <p:cNvSpPr>
            <a:spLocks noGrp="1"/>
          </p:cNvSpPr>
          <p:nvPr>
            <p:ph type="pic" sz="quarter" idx="17"/>
          </p:nvPr>
        </p:nvSpPr>
        <p:spPr>
          <a:xfrm>
            <a:off x="9321807" y="2413195"/>
            <a:ext cx="1828800" cy="1828800"/>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18" name="Text Placeholder 7"/>
          <p:cNvSpPr>
            <a:spLocks noGrp="1"/>
          </p:cNvSpPr>
          <p:nvPr>
            <p:ph type="body" sz="quarter" idx="18" hasCustomPrompt="1"/>
          </p:nvPr>
        </p:nvSpPr>
        <p:spPr>
          <a:xfrm>
            <a:off x="3435928" y="4449429"/>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9" name="Text Placeholder 7"/>
          <p:cNvSpPr>
            <a:spLocks noGrp="1"/>
          </p:cNvSpPr>
          <p:nvPr>
            <p:ph type="body" sz="quarter" idx="19" hasCustomPrompt="1"/>
          </p:nvPr>
        </p:nvSpPr>
        <p:spPr>
          <a:xfrm>
            <a:off x="6211457" y="4449428"/>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20" name="Text Placeholder 7"/>
          <p:cNvSpPr>
            <a:spLocks noGrp="1"/>
          </p:cNvSpPr>
          <p:nvPr>
            <p:ph type="body" sz="quarter" idx="20" hasCustomPrompt="1"/>
          </p:nvPr>
        </p:nvSpPr>
        <p:spPr>
          <a:xfrm>
            <a:off x="8986987" y="4449428"/>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5" name="Text Placeholder 2">
            <a:extLst>
              <a:ext uri="{FF2B5EF4-FFF2-40B4-BE49-F238E27FC236}">
                <a16:creationId xmlns:a16="http://schemas.microsoft.com/office/drawing/2014/main" id="{B035310E-70A6-F6E8-67E1-671ABC060C9E}"/>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21" name="Text Placeholder 6">
            <a:extLst>
              <a:ext uri="{FF2B5EF4-FFF2-40B4-BE49-F238E27FC236}">
                <a16:creationId xmlns:a16="http://schemas.microsoft.com/office/drawing/2014/main" id="{5FB15CF3-F0DA-E5D9-9601-83FCD98CD28F}"/>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8414468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hoto grid 3">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3" name="Picture Placeholder 3"/>
          <p:cNvSpPr>
            <a:spLocks noGrp="1"/>
          </p:cNvSpPr>
          <p:nvPr>
            <p:ph type="pic" sz="quarter" idx="11"/>
          </p:nvPr>
        </p:nvSpPr>
        <p:spPr>
          <a:xfrm>
            <a:off x="4849684" y="2143624"/>
            <a:ext cx="2367941" cy="2367941"/>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6" name="Picture Placeholder 3"/>
          <p:cNvSpPr>
            <a:spLocks noGrp="1"/>
          </p:cNvSpPr>
          <p:nvPr>
            <p:ph type="pic" sz="quarter" idx="16"/>
          </p:nvPr>
        </p:nvSpPr>
        <p:spPr>
          <a:xfrm>
            <a:off x="8228328" y="2143624"/>
            <a:ext cx="2367941" cy="2367941"/>
          </a:xfrm>
          <a:prstGeom prst="ellipse">
            <a:avLst/>
          </a:prstGeom>
          <a:ln>
            <a:noFill/>
          </a:ln>
        </p:spPr>
        <p:txBody>
          <a:bodyPr anchor="ctr" anchorCtr="0"/>
          <a:lstStyle>
            <a:lvl1pPr marL="0" indent="0" algn="ctr">
              <a:buNone/>
              <a:defRPr sz="1467">
                <a:solidFill>
                  <a:schemeClr val="tx1"/>
                </a:solidFill>
              </a:defRPr>
            </a:lvl1pPr>
          </a:lstStyle>
          <a:p>
            <a:endParaRPr lang="en-US"/>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3" name="Text Placeholder 2">
            <a:extLst>
              <a:ext uri="{FF2B5EF4-FFF2-40B4-BE49-F238E27FC236}">
                <a16:creationId xmlns:a16="http://schemas.microsoft.com/office/drawing/2014/main" id="{2F5B399E-36DD-6F0D-6B04-A750EB76CE5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4" name="Text Placeholder 6">
            <a:extLst>
              <a:ext uri="{FF2B5EF4-FFF2-40B4-BE49-F238E27FC236}">
                <a16:creationId xmlns:a16="http://schemas.microsoft.com/office/drawing/2014/main" id="{A97A841C-443E-0CC6-7A13-3E9ED2666260}"/>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41910693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Photo grid 4">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3" name="Picture Placeholder 3"/>
          <p:cNvSpPr>
            <a:spLocks noGrp="1"/>
          </p:cNvSpPr>
          <p:nvPr>
            <p:ph type="pic" sz="quarter" idx="11"/>
          </p:nvPr>
        </p:nvSpPr>
        <p:spPr>
          <a:xfrm>
            <a:off x="4849684" y="2143624"/>
            <a:ext cx="2367941" cy="2367941"/>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6" name="Picture Placeholder 3"/>
          <p:cNvSpPr>
            <a:spLocks noGrp="1"/>
          </p:cNvSpPr>
          <p:nvPr>
            <p:ph type="pic" sz="quarter" idx="16"/>
          </p:nvPr>
        </p:nvSpPr>
        <p:spPr>
          <a:xfrm>
            <a:off x="8228328" y="2143624"/>
            <a:ext cx="2367941" cy="2367941"/>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a:t>Place text here</a:t>
            </a:r>
          </a:p>
        </p:txBody>
      </p:sp>
      <p:sp>
        <p:nvSpPr>
          <p:cNvPr id="13" name="Text Placeholder 2">
            <a:extLst>
              <a:ext uri="{FF2B5EF4-FFF2-40B4-BE49-F238E27FC236}">
                <a16:creationId xmlns:a16="http://schemas.microsoft.com/office/drawing/2014/main" id="{ADA58A85-C978-55C3-15E0-51498AE1539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4" name="Text Placeholder 6">
            <a:extLst>
              <a:ext uri="{FF2B5EF4-FFF2-40B4-BE49-F238E27FC236}">
                <a16:creationId xmlns:a16="http://schemas.microsoft.com/office/drawing/2014/main" id="{3DEFF1E5-698B-29EC-2DA0-8434BF346EC2}"/>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261225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Photo grid 5">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277249" y="1430868"/>
            <a:ext cx="2755521" cy="3742549"/>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9" name="Text Placeholder 7"/>
          <p:cNvSpPr>
            <a:spLocks noGrp="1"/>
          </p:cNvSpPr>
          <p:nvPr>
            <p:ph type="body" sz="quarter" idx="15" hasCustomPrompt="1"/>
          </p:nvPr>
        </p:nvSpPr>
        <p:spPr>
          <a:xfrm>
            <a:off x="1405788" y="5479776"/>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8" name="Text Placeholder 7"/>
          <p:cNvSpPr>
            <a:spLocks noGrp="1"/>
          </p:cNvSpPr>
          <p:nvPr>
            <p:ph type="body" sz="quarter" idx="18" hasCustomPrompt="1"/>
          </p:nvPr>
        </p:nvSpPr>
        <p:spPr>
          <a:xfrm>
            <a:off x="4784435" y="5479776"/>
            <a:ext cx="2498440" cy="406401"/>
          </a:xfrm>
          <a:prstGeom prst="rect">
            <a:avLst/>
          </a:prstGeom>
        </p:spPr>
        <p:txBody>
          <a:bodyPr/>
          <a:lstStyle>
            <a:lvl1pPr marL="0" indent="0" algn="ctr">
              <a:buNone/>
              <a:defRPr sz="1600" baseline="0">
                <a:solidFill>
                  <a:schemeClr val="tx1"/>
                </a:solidFill>
              </a:defRPr>
            </a:lvl1pPr>
          </a:lstStyle>
          <a:p>
            <a:pPr lvl="0"/>
            <a:r>
              <a:rPr lang="en-US"/>
              <a:t>Place text here</a:t>
            </a:r>
          </a:p>
        </p:txBody>
      </p:sp>
      <p:sp>
        <p:nvSpPr>
          <p:cNvPr id="19" name="Text Placeholder 7"/>
          <p:cNvSpPr>
            <a:spLocks noGrp="1"/>
          </p:cNvSpPr>
          <p:nvPr>
            <p:ph type="body" sz="quarter" idx="19" hasCustomPrompt="1"/>
          </p:nvPr>
        </p:nvSpPr>
        <p:spPr>
          <a:xfrm>
            <a:off x="8163079" y="5479774"/>
            <a:ext cx="2498440" cy="406401"/>
          </a:xfrm>
          <a:prstGeom prst="rect">
            <a:avLst/>
          </a:prstGeom>
        </p:spPr>
        <p:txBody>
          <a:bodyPr/>
          <a:lstStyle>
            <a:lvl1pPr marL="0" indent="0" algn="ctr">
              <a:buNone/>
              <a:defRPr sz="1867" baseline="0">
                <a:solidFill>
                  <a:schemeClr val="tx1"/>
                </a:solidFill>
              </a:defRPr>
            </a:lvl1pPr>
          </a:lstStyle>
          <a:p>
            <a:pPr lvl="0"/>
            <a:r>
              <a:rPr lang="en-US"/>
              <a:t>Place text here</a:t>
            </a:r>
          </a:p>
        </p:txBody>
      </p:sp>
      <p:sp>
        <p:nvSpPr>
          <p:cNvPr id="10" name="Picture Placeholder 3">
            <a:extLst>
              <a:ext uri="{FF2B5EF4-FFF2-40B4-BE49-F238E27FC236}">
                <a16:creationId xmlns:a16="http://schemas.microsoft.com/office/drawing/2014/main" id="{5912C578-2CFA-2609-B2B9-3A660B33A60F}"/>
              </a:ext>
            </a:extLst>
          </p:cNvPr>
          <p:cNvSpPr>
            <a:spLocks noGrp="1"/>
          </p:cNvSpPr>
          <p:nvPr>
            <p:ph type="pic" sz="quarter" idx="20"/>
          </p:nvPr>
        </p:nvSpPr>
        <p:spPr>
          <a:xfrm>
            <a:off x="4709773" y="1430868"/>
            <a:ext cx="2755521" cy="3742549"/>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11" name="Picture Placeholder 3">
            <a:extLst>
              <a:ext uri="{FF2B5EF4-FFF2-40B4-BE49-F238E27FC236}">
                <a16:creationId xmlns:a16="http://schemas.microsoft.com/office/drawing/2014/main" id="{75019E6F-7EDE-0A1E-A05A-9C903808C1F4}"/>
              </a:ext>
            </a:extLst>
          </p:cNvPr>
          <p:cNvSpPr>
            <a:spLocks noGrp="1"/>
          </p:cNvSpPr>
          <p:nvPr>
            <p:ph type="pic" sz="quarter" idx="21"/>
          </p:nvPr>
        </p:nvSpPr>
        <p:spPr>
          <a:xfrm>
            <a:off x="8034540" y="1430868"/>
            <a:ext cx="2755521" cy="3742549"/>
          </a:xfrm>
          <a:prstGeom prst="rect">
            <a:avLst/>
          </a:prstGeom>
          <a:ln>
            <a:noFill/>
          </a:ln>
        </p:spPr>
        <p:txBody>
          <a:bodyPr anchor="ctr" anchorCtr="0"/>
          <a:lstStyle>
            <a:lvl1pPr marL="0" indent="0" algn="ctr">
              <a:buNone/>
              <a:defRPr sz="1467">
                <a:solidFill>
                  <a:schemeClr val="tx1"/>
                </a:solidFill>
              </a:defRPr>
            </a:lvl1pPr>
          </a:lstStyle>
          <a:p>
            <a:endParaRPr lang="en-US"/>
          </a:p>
        </p:txBody>
      </p:sp>
      <p:sp>
        <p:nvSpPr>
          <p:cNvPr id="12" name="Text Placeholder 6">
            <a:extLst>
              <a:ext uri="{FF2B5EF4-FFF2-40B4-BE49-F238E27FC236}">
                <a16:creationId xmlns:a16="http://schemas.microsoft.com/office/drawing/2014/main" id="{F1968240-A2D7-3AFB-E139-4C8B1C67EA55}"/>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771203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hoto grid 6">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3" y="2"/>
            <a:ext cx="2737152" cy="4409831"/>
          </a:xfrm>
          <a:prstGeom prst="rect">
            <a:avLst/>
          </a:prstGeom>
        </p:spPr>
        <p:txBody>
          <a:bodyPr anchor="ctr" anchorCtr="0"/>
          <a:lstStyle>
            <a:lvl1pPr marL="0" indent="0" algn="ctr">
              <a:buNone/>
              <a:defRPr>
                <a:solidFill>
                  <a:schemeClr val="tx1"/>
                </a:solidFill>
              </a:defRPr>
            </a:lvl1pPr>
          </a:lstStyle>
          <a:p>
            <a:endParaRPr lang="en-US"/>
          </a:p>
        </p:txBody>
      </p:sp>
      <p:sp>
        <p:nvSpPr>
          <p:cNvPr id="13" name="Picture Placeholder 6">
            <a:extLst>
              <a:ext uri="{FF2B5EF4-FFF2-40B4-BE49-F238E27FC236}">
                <a16:creationId xmlns:a16="http://schemas.microsoft.com/office/drawing/2014/main" id="{4C8B1DB1-55C6-E44A-9630-610A391F3189}"/>
              </a:ext>
            </a:extLst>
          </p:cNvPr>
          <p:cNvSpPr>
            <a:spLocks noGrp="1"/>
          </p:cNvSpPr>
          <p:nvPr>
            <p:ph type="pic" sz="quarter" idx="33"/>
          </p:nvPr>
        </p:nvSpPr>
        <p:spPr>
          <a:xfrm>
            <a:off x="6087533" y="4645904"/>
            <a:ext cx="2737152" cy="2212096"/>
          </a:xfrm>
          <a:prstGeom prst="rect">
            <a:avLst/>
          </a:prstGeom>
        </p:spPr>
        <p:txBody>
          <a:bodyPr anchor="ctr" anchorCtr="0"/>
          <a:lstStyle>
            <a:lvl1pPr marL="0" indent="0" algn="ctr">
              <a:buNone/>
              <a:defRPr>
                <a:solidFill>
                  <a:schemeClr val="tx1"/>
                </a:solidFill>
              </a:defRPr>
            </a:lvl1pPr>
          </a:lstStyle>
          <a:p>
            <a:endParaRPr lang="en-US"/>
          </a:p>
        </p:txBody>
      </p:sp>
      <p:sp>
        <p:nvSpPr>
          <p:cNvPr id="14" name="Picture Placeholder 6">
            <a:extLst>
              <a:ext uri="{FF2B5EF4-FFF2-40B4-BE49-F238E27FC236}">
                <a16:creationId xmlns:a16="http://schemas.microsoft.com/office/drawing/2014/main" id="{00000B7C-B9C2-3692-DA0C-7CD43971473C}"/>
              </a:ext>
            </a:extLst>
          </p:cNvPr>
          <p:cNvSpPr>
            <a:spLocks noGrp="1"/>
          </p:cNvSpPr>
          <p:nvPr>
            <p:ph type="pic" sz="quarter" idx="34"/>
          </p:nvPr>
        </p:nvSpPr>
        <p:spPr>
          <a:xfrm>
            <a:off x="9106505" y="2448171"/>
            <a:ext cx="2737152" cy="4409831"/>
          </a:xfrm>
          <a:prstGeom prst="rect">
            <a:avLst/>
          </a:prstGeom>
        </p:spPr>
        <p:txBody>
          <a:bodyPr anchor="ctr" anchorCtr="0"/>
          <a:lstStyle>
            <a:lvl1pPr marL="0" indent="0" algn="ctr">
              <a:buNone/>
              <a:defRPr>
                <a:solidFill>
                  <a:schemeClr val="tx1"/>
                </a:solidFill>
              </a:defRPr>
            </a:lvl1pPr>
          </a:lstStyle>
          <a:p>
            <a:endParaRPr lang="en-US"/>
          </a:p>
        </p:txBody>
      </p:sp>
      <p:sp>
        <p:nvSpPr>
          <p:cNvPr id="16" name="Picture Placeholder 6">
            <a:extLst>
              <a:ext uri="{FF2B5EF4-FFF2-40B4-BE49-F238E27FC236}">
                <a16:creationId xmlns:a16="http://schemas.microsoft.com/office/drawing/2014/main" id="{66766FEE-7FB9-ABDC-C0E5-6CCEACB6769D}"/>
              </a:ext>
            </a:extLst>
          </p:cNvPr>
          <p:cNvSpPr>
            <a:spLocks noGrp="1"/>
          </p:cNvSpPr>
          <p:nvPr>
            <p:ph type="pic" sz="quarter" idx="35"/>
          </p:nvPr>
        </p:nvSpPr>
        <p:spPr>
          <a:xfrm>
            <a:off x="9106505" y="-7181"/>
            <a:ext cx="2737152" cy="2212096"/>
          </a:xfrm>
          <a:prstGeom prst="rect">
            <a:avLst/>
          </a:prstGeom>
        </p:spPr>
        <p:txBody>
          <a:bodyPr anchor="ctr" anchorCtr="0"/>
          <a:lstStyle>
            <a:lvl1pPr marL="0" indent="0" algn="ctr">
              <a:buNone/>
              <a:defRPr>
                <a:solidFill>
                  <a:schemeClr val="tx1"/>
                </a:solidFill>
              </a:defRPr>
            </a:lvl1pPr>
          </a:lstStyle>
          <a:p>
            <a:endParaRPr lang="en-US"/>
          </a:p>
        </p:txBody>
      </p:sp>
      <p:sp>
        <p:nvSpPr>
          <p:cNvPr id="11" name="Title 1">
            <a:extLst>
              <a:ext uri="{FF2B5EF4-FFF2-40B4-BE49-F238E27FC236}">
                <a16:creationId xmlns:a16="http://schemas.microsoft.com/office/drawing/2014/main" id="{A089A6F4-712F-CDCA-8B9E-9557816C62EB}"/>
              </a:ext>
            </a:extLst>
          </p:cNvPr>
          <p:cNvSpPr>
            <a:spLocks noGrp="1"/>
          </p:cNvSpPr>
          <p:nvPr>
            <p:ph type="ctrTitle" hasCustomPrompt="1"/>
          </p:nvPr>
        </p:nvSpPr>
        <p:spPr>
          <a:xfrm>
            <a:off x="632125" y="176182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7" name="Text Placeholder 2">
            <a:extLst>
              <a:ext uri="{FF2B5EF4-FFF2-40B4-BE49-F238E27FC236}">
                <a16:creationId xmlns:a16="http://schemas.microsoft.com/office/drawing/2014/main" id="{972BF7ED-AC89-B066-6405-86D841A4EB03}"/>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0A9F1691-DBBD-8959-76B0-C07758051C17}"/>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2" name="Text Placeholder 2">
            <a:extLst>
              <a:ext uri="{FF2B5EF4-FFF2-40B4-BE49-F238E27FC236}">
                <a16:creationId xmlns:a16="http://schemas.microsoft.com/office/drawing/2014/main" id="{C9340E82-B158-1238-2658-3BE2D616C84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42846119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userDrawn="1"/>
        </p:nvPicPr>
        <p:blipFill>
          <a:blip/>
          <a:srcRect/>
          <a:stretch/>
        </p:blipFill>
        <p:spPr>
          <a:xfrm>
            <a:off x="5038770" y="2921000"/>
            <a:ext cx="2114461" cy="874949"/>
          </a:xfrm>
          <a:prstGeom prst="rect">
            <a:avLst/>
          </a:prstGeom>
        </p:spPr>
      </p:pic>
    </p:spTree>
    <p:extLst>
      <p:ext uri="{BB962C8B-B14F-4D97-AF65-F5344CB8AC3E}">
        <p14:creationId xmlns:p14="http://schemas.microsoft.com/office/powerpoint/2010/main" val="33648699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Sky Closing">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userDrawn="1"/>
        </p:nvPicPr>
        <p:blipFill>
          <a:blip/>
          <a:srcRect/>
          <a:stretch/>
        </p:blipFill>
        <p:spPr>
          <a:xfrm>
            <a:off x="5038770" y="2921000"/>
            <a:ext cx="2114461" cy="874949"/>
          </a:xfrm>
          <a:prstGeom prst="rect">
            <a:avLst/>
          </a:prstGeom>
        </p:spPr>
      </p:pic>
    </p:spTree>
    <p:extLst>
      <p:ext uri="{BB962C8B-B14F-4D97-AF65-F5344CB8AC3E}">
        <p14:creationId xmlns:p14="http://schemas.microsoft.com/office/powerpoint/2010/main" val="2269847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871345"/>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2820"/>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4061400"/>
            <a:ext cx="5048090" cy="457200"/>
          </a:xfrm>
        </p:spPr>
        <p:txBody>
          <a:bodyPr anchor="t"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676458"/>
            <a:ext cx="5047270" cy="459455"/>
          </a:xfrm>
          <a:noFill/>
        </p:spPr>
        <p:txBody>
          <a:bodyPr anchor="t"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137634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Title Slide 2, Two Speakers">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57567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244600"/>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2886075"/>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3428789"/>
            <a:ext cx="5048090" cy="457200"/>
          </a:xfrm>
        </p:spPr>
        <p:txBody>
          <a:bodyPr anchor="b"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051300"/>
            <a:ext cx="5047270" cy="459455"/>
          </a:xfrm>
          <a:noFill/>
        </p:spPr>
        <p:txBody>
          <a:bodyPr anchor="b"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sz="quarter" idx="17" hasCustomPrompt="1"/>
          </p:nvPr>
        </p:nvSpPr>
        <p:spPr>
          <a:xfrm>
            <a:off x="323849" y="4681134"/>
            <a:ext cx="5046663" cy="457200"/>
          </a:xfrm>
        </p:spPr>
        <p:txBody>
          <a:bodyPr anchor="b" anchorCtr="0"/>
          <a:lstStyle>
            <a:lvl1pPr marL="0" indent="0">
              <a:spcAft>
                <a:spcPts val="0"/>
              </a:spcAft>
              <a:buNone/>
              <a:defRPr lang="en-US" sz="1400" kern="1200" dirty="0" smtClean="0">
                <a:solidFill>
                  <a:schemeClr val="bg1"/>
                </a:solidFill>
                <a:latin typeface="+mn-lt"/>
                <a:ea typeface="ＭＳ Ｐゴシック" charset="0"/>
                <a:cs typeface="CiscoSans"/>
              </a:defRPr>
            </a:lvl1pPr>
            <a:lvl2pPr marL="182880" indent="0">
              <a:spcAft>
                <a:spcPts val="0"/>
              </a:spcAft>
              <a:buNone/>
              <a:defRPr sz="1400"/>
            </a:lvl2pPr>
            <a:lvl3pPr marL="365760" indent="0">
              <a:spcAft>
                <a:spcPts val="0"/>
              </a:spcAft>
              <a:buNone/>
              <a:defRPr sz="1200"/>
            </a:lvl3pPr>
            <a:lvl4pPr marL="548640" indent="0">
              <a:spcAft>
                <a:spcPts val="0"/>
              </a:spcAft>
              <a:buNone/>
              <a:defRPr sz="1100"/>
            </a:lvl4pPr>
            <a:lvl5pPr marL="731520" indent="0">
              <a:spcAft>
                <a:spcPts val="0"/>
              </a:spcAft>
              <a:buNone/>
              <a:defRPr sz="1050"/>
            </a:lvl5pPr>
          </a:lstStyle>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Name</a:t>
            </a:r>
          </a:p>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sz="quarter" idx="18" hasCustomPrompt="1"/>
          </p:nvPr>
        </p:nvSpPr>
        <p:spPr>
          <a:xfrm>
            <a:off x="323848" y="5306439"/>
            <a:ext cx="5046663" cy="457200"/>
          </a:xfrm>
        </p:spPr>
        <p:txBody>
          <a:bodyPr anchor="b" anchorCtr="0"/>
          <a:lstStyle>
            <a:lvl1pPr marL="0" indent="0">
              <a:spcAft>
                <a:spcPts val="0"/>
              </a:spcAft>
              <a:buNone/>
              <a:defRPr sz="1400"/>
            </a:lvl1pPr>
            <a:lvl2pPr marL="182880" indent="0">
              <a:buNone/>
              <a:defRPr sz="1200"/>
            </a:lvl2pPr>
            <a:lvl3pPr marL="365760" indent="0">
              <a:buNone/>
              <a:defRPr sz="1100"/>
            </a:lvl3pPr>
            <a:lvl4pPr marL="548640" indent="0">
              <a:buNone/>
              <a:defRPr sz="1050"/>
            </a:lvl4pPr>
            <a:lvl5pPr marL="731520" indent="0">
              <a:buNone/>
              <a:defRPr sz="100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pPr lvl="0"/>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41235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Title Slide 2, Four Speakers">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27771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2" name="Picture 7" descr="Cisco logo">
            <a:extLst>
              <a:ext uri="{FF2B5EF4-FFF2-40B4-BE49-F238E27FC236}">
                <a16:creationId xmlns:a16="http://schemas.microsoft.com/office/drawing/2014/main" id="{60C68F8B-19C8-6CB4-297B-32D44AF9C3D0}"/>
              </a:ext>
            </a:extLst>
          </p:cNvPr>
          <p:cNvPicPr>
            <a:picLocks noChangeAspect="1"/>
          </p:cNvPicPr>
          <p:nvPr/>
        </p:nvPicPr>
        <p:blipFill>
          <a:blip cstate="screen">
            <a:extLst>
              <a:ext uri="{28A0092B-C50C-407E-A947-70E740481C1C}">
                <a14:useLocalDpi xmlns:a14="http://schemas.microsoft.com/office/drawing/2010/main"/>
              </a:ext>
            </a:extLst>
          </a:blip>
          <a:srcRect/>
          <a:stretch/>
        </p:blipFill>
        <p:spPr>
          <a:xfrm>
            <a:off x="323850"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492374"/>
            <a:ext cx="10167938" cy="1243019"/>
          </a:xfrm>
        </p:spPr>
        <p:txBody>
          <a:bodyPr anchor="b" anchorCtr="0"/>
          <a:lstStyle>
            <a:lvl1pPr>
              <a:defRPr sz="3600">
                <a:solidFill>
                  <a:schemeClr val="bg1"/>
                </a:solidFill>
              </a:defRPr>
            </a:lvl1pPr>
          </a:lstStyle>
          <a:p>
            <a:r>
              <a:rPr lang="en-US" dirty="0"/>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49" y="3827463"/>
            <a:ext cx="1016793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sz="quarter" idx="15" hasCustomPrompt="1"/>
          </p:nvPr>
        </p:nvSpPr>
        <p:spPr>
          <a:xfrm>
            <a:off x="4230688" y="4360863"/>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323850" y="4990779"/>
            <a:ext cx="3725863"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sz="quarter" idx="16" hasCustomPrompt="1"/>
          </p:nvPr>
        </p:nvSpPr>
        <p:spPr>
          <a:xfrm>
            <a:off x="4230688" y="4990779"/>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1954763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2208380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1782971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Tree>
    <p:extLst>
      <p:ext uri="{BB962C8B-B14F-4D97-AF65-F5344CB8AC3E}">
        <p14:creationId xmlns:p14="http://schemas.microsoft.com/office/powerpoint/2010/main" val="2649039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bg2">
                    <a:lumMod val="60000"/>
                    <a:lumOff val="40000"/>
                  </a:schemeClr>
                </a:solidFill>
                <a:effectLst/>
                <a:uLnTx/>
                <a:uFillTx/>
                <a:latin typeface="+mj-lt"/>
                <a:cs typeface="CiscoSansTT" panose="020B0503020201020303"/>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endParaRPr lang="en-US"/>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160731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884628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4276842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65649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1800153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43288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4201307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2175618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77282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16552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2992830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6" name="Text Placeholder 5">
            <a:extLst>
              <a:ext uri="{FF2B5EF4-FFF2-40B4-BE49-F238E27FC236}">
                <a16:creationId xmlns:a16="http://schemas.microsoft.com/office/drawing/2014/main" id="{141A00D0-7712-950D-34B2-5551B85F9E7B}"/>
              </a:ext>
            </a:extLst>
          </p:cNvPr>
          <p:cNvSpPr>
            <a:spLocks noGrp="1"/>
          </p:cNvSpPr>
          <p:nvPr>
            <p:ph type="body" sz="quarter" idx="12"/>
          </p:nvPr>
        </p:nvSpPr>
        <p:spPr>
          <a:xfrm>
            <a:off x="323850" y="952500"/>
            <a:ext cx="11544300" cy="5122863"/>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072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610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2206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1003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26863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948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32761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54398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575745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268191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538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671409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57774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671288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1733882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endParaRPr lang="en-US"/>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717953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endParaRPr lang="en-US"/>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712371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endParaRPr lang="en-US"/>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382798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Full-bleed Photo, Section, Title 2">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endParaRPr lang="en-US"/>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1628828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4675188"/>
          </a:xfrm>
          <a:prstGeom prst="roundRect">
            <a:avLst>
              <a:gd name="adj" fmla="val 0"/>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endParaRPr lang="en-US"/>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126049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dirty="0">
              <a:gradFill>
                <a:gsLst>
                  <a:gs pos="0">
                    <a:srgbClr val="009DE2"/>
                  </a:gs>
                  <a:gs pos="100000">
                    <a:schemeClr val="accent2"/>
                  </a:gs>
                </a:gsLst>
                <a:lin ang="2700000" scaled="1"/>
              </a:gradFill>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2112875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Quote 2">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619186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2225162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1/2 Slide, Title, Body Copy, Graphic">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842004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E7BEDE01-37B8-4B81-8BEF-5ECDE74FCA89}" type="slidenum">
              <a:rPr lang="en-US" smtClean="0"/>
              <a:t>‹#›</a:t>
            </a:fld>
            <a:endParaRPr 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2006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98035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728261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548604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Statement 1, Title, Subtitle">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2105834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endParaRPr lang="en-US"/>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E7BEDE01-37B8-4B81-8BEF-5ECDE74FCA89}" type="slidenum">
              <a:rPr lang="en-US" smtClean="0"/>
              <a:t>‹#›</a:t>
            </a:fld>
            <a:endParaRPr lang="en-US"/>
          </a:p>
        </p:txBody>
      </p:sp>
    </p:spTree>
    <p:extLst>
      <p:ext uri="{BB962C8B-B14F-4D97-AF65-F5344CB8AC3E}">
        <p14:creationId xmlns:p14="http://schemas.microsoft.com/office/powerpoint/2010/main" val="376835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p:cSld name="Segue 1">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04081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Segue 2">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28540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59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235825"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3583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Thank you 1">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44601"/>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32576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spTree>
    <p:extLst>
      <p:ext uri="{BB962C8B-B14F-4D97-AF65-F5344CB8AC3E}">
        <p14:creationId xmlns:p14="http://schemas.microsoft.com/office/powerpoint/2010/main" val="4116387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p:nvGrpSpPr>
        <p:grpSpPr>
          <a:xfrm>
            <a:off x="5487122"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grpSp>
    </p:spTree>
    <p:extLst>
      <p:ext uri="{BB962C8B-B14F-4D97-AF65-F5344CB8AC3E}">
        <p14:creationId xmlns:p14="http://schemas.microsoft.com/office/powerpoint/2010/main" val="86895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6BCAE-323A-FD4E-B6AF-1569D1E721D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719362"/>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97760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1_Main slide title only">
    <p:spTree>
      <p:nvGrpSpPr>
        <p:cNvPr id="1" name=""/>
        <p:cNvGrpSpPr/>
        <p:nvPr/>
      </p:nvGrpSpPr>
      <p:grpSpPr>
        <a:xfrm>
          <a:off x="0" y="0"/>
          <a:ext cx="0" cy="0"/>
          <a:chOff x="0" y="0"/>
          <a:chExt cx="0" cy="0"/>
        </a:xfrm>
      </p:grpSpPr>
      <p:sp>
        <p:nvSpPr>
          <p:cNvPr id="3" name="Title Placeholder 5"/>
          <p:cNvSpPr>
            <a:spLocks noGrp="1"/>
          </p:cNvSpPr>
          <p:nvPr>
            <p:ph type="title"/>
          </p:nvPr>
        </p:nvSpPr>
        <p:spPr bwMode="auto">
          <a:xfrm>
            <a:off x="210827" y="215390"/>
            <a:ext cx="11127317"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lvl1pPr>
              <a:defRPr sz="3700">
                <a:solidFill>
                  <a:schemeClr val="tx2"/>
                </a:solidFill>
              </a:defRPr>
            </a:lvl1pPr>
          </a:lstStyle>
          <a:p>
            <a:pPr lvl="0"/>
            <a:r>
              <a:rPr lang="en-GB"/>
              <a:t>Click to edit Master title style</a:t>
            </a:r>
          </a:p>
        </p:txBody>
      </p:sp>
    </p:spTree>
    <p:extLst>
      <p:ext uri="{BB962C8B-B14F-4D97-AF65-F5344CB8AC3E}">
        <p14:creationId xmlns:p14="http://schemas.microsoft.com/office/powerpoint/2010/main" val="275475228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a:t>To add your image, </a:t>
            </a:r>
            <a:br>
              <a:rPr lang="en-US"/>
            </a:br>
            <a:r>
              <a:rPr lang="en-US"/>
              <a:t>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754921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userDrawn="1"/>
        </p:nvGrpSpPr>
        <p:grpSpPr>
          <a:xfrm>
            <a:off x="5487122"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panose="020B0503020201020303"/>
                <a:ea typeface="ＭＳ Ｐゴシック" charset="0"/>
              </a:endParaRPr>
            </a:p>
          </p:txBody>
        </p:sp>
      </p:grpSp>
    </p:spTree>
    <p:extLst>
      <p:ext uri="{BB962C8B-B14F-4D97-AF65-F5344CB8AC3E}">
        <p14:creationId xmlns:p14="http://schemas.microsoft.com/office/powerpoint/2010/main" val="2959192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hank you 1">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44601"/>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userDrawn="1"/>
        </p:nvPicPr>
        <p:blipFill>
          <a:blip cstate="screen">
            <a:extLst>
              <a:ext uri="{28A0092B-C50C-407E-A947-70E740481C1C}">
                <a14:useLocalDpi xmlns:a14="http://schemas.microsoft.com/office/drawing/2010/main"/>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886172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Segue 1">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bg1"/>
                </a:solidFill>
              </a:defRPr>
            </a:lvl1pPr>
          </a:lstStyle>
          <a:p>
            <a:r>
              <a:rPr lang="en-US"/>
              <a:t>Click to edit Master title style</a:t>
            </a:r>
          </a:p>
        </p:txBody>
      </p:sp>
    </p:spTree>
    <p:extLst>
      <p:ext uri="{BB962C8B-B14F-4D97-AF65-F5344CB8AC3E}">
        <p14:creationId xmlns:p14="http://schemas.microsoft.com/office/powerpoint/2010/main" val="3854216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Title Slide 2, Two Speakers">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userDrawn="1"/>
        </p:nvPicPr>
        <p:blipFill>
          <a:blip cstate="screen">
            <a:extLst>
              <a:ext uri="{28A0092B-C50C-407E-A947-70E740481C1C}">
                <a14:useLocalDpi xmlns:a14="http://schemas.microsoft.com/office/drawing/2010/main"/>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29143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258339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p:cSld name="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1" y="1871346"/>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1" y="3512820"/>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4061400"/>
            <a:ext cx="5048091" cy="457200"/>
          </a:xfrm>
        </p:spPr>
        <p:txBody>
          <a:bodyPr anchor="t"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75" lvl="0" indent="-182875" algn="l" defTabSz="912253" rtl="0" eaLnBrk="1" fontAlgn="base" hangingPunct="1">
              <a:lnSpc>
                <a:spcPct val="100000"/>
              </a:lnSpc>
              <a:spcBef>
                <a:spcPts val="0"/>
              </a:spcBef>
              <a:spcAft>
                <a:spcPts val="0"/>
              </a:spcAft>
              <a:buClr>
                <a:schemeClr val="bg1"/>
              </a:buClr>
              <a:buSzPct val="100000"/>
            </a:pPr>
            <a:r>
              <a:rPr lang="en-US" dirty="0"/>
              <a:t>Speaker Name</a:t>
            </a:r>
          </a:p>
          <a:p>
            <a:pPr marL="182875" lvl="0" indent="-182875" algn="l" defTabSz="912253"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676459"/>
            <a:ext cx="5047271" cy="459455"/>
          </a:xfrm>
          <a:noFill/>
        </p:spPr>
        <p:txBody>
          <a:bodyPr anchor="t"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7"/>
            <a:ext cx="3906839" cy="497483"/>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endParaRPr lang="en-US" sz="2400"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8281172" y="3181938"/>
            <a:ext cx="955675" cy="502135"/>
          </a:xfrm>
          <a:prstGeom prst="rect">
            <a:avLst/>
          </a:prstGeom>
        </p:spPr>
      </p:pic>
    </p:spTree>
    <p:extLst>
      <p:ext uri="{BB962C8B-B14F-4D97-AF65-F5344CB8AC3E}">
        <p14:creationId xmlns:p14="http://schemas.microsoft.com/office/powerpoint/2010/main" val="1307180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p:cSld name="Title Slide 2, Two Speakers">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2" y="1260471"/>
            <a:ext cx="10888663" cy="4351343"/>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1" y="2181225"/>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1" y="3827464"/>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1" y="4360865"/>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8" y="4360865"/>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9"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9058275" y="3188778"/>
            <a:ext cx="914400" cy="480447"/>
          </a:xfrm>
          <a:prstGeom prst="rect">
            <a:avLst/>
          </a:prstGeom>
        </p:spPr>
      </p:pic>
    </p:spTree>
    <p:extLst>
      <p:ext uri="{BB962C8B-B14F-4D97-AF65-F5344CB8AC3E}">
        <p14:creationId xmlns:p14="http://schemas.microsoft.com/office/powerpoint/2010/main" val="1552113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1" y="1244601"/>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1" y="2886075"/>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3428789"/>
            <a:ext cx="5048091" cy="457200"/>
          </a:xfrm>
        </p:spPr>
        <p:txBody>
          <a:bodyPr anchor="b"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75" lvl="0" indent="-182875" algn="l" defTabSz="912253" rtl="0" eaLnBrk="1" fontAlgn="base" hangingPunct="1">
              <a:lnSpc>
                <a:spcPct val="100000"/>
              </a:lnSpc>
              <a:spcBef>
                <a:spcPts val="0"/>
              </a:spcBef>
              <a:spcAft>
                <a:spcPts val="0"/>
              </a:spcAft>
              <a:buClr>
                <a:schemeClr val="bg1"/>
              </a:buClr>
              <a:buSzPct val="100000"/>
            </a:pPr>
            <a:r>
              <a:rPr lang="en-US" dirty="0"/>
              <a:t>Speaker Name</a:t>
            </a:r>
          </a:p>
          <a:p>
            <a:pPr marL="182875" lvl="0" indent="-182875" algn="l" defTabSz="912253"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051302"/>
            <a:ext cx="5047271" cy="459455"/>
          </a:xfrm>
          <a:noFill/>
        </p:spPr>
        <p:txBody>
          <a:bodyPr anchor="b"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sz="quarter" idx="17" hasCustomPrompt="1"/>
          </p:nvPr>
        </p:nvSpPr>
        <p:spPr>
          <a:xfrm>
            <a:off x="323850" y="4681135"/>
            <a:ext cx="5046663" cy="457200"/>
          </a:xfrm>
        </p:spPr>
        <p:txBody>
          <a:bodyPr anchor="b" anchorCtr="0"/>
          <a:lstStyle>
            <a:lvl1pPr marL="0" indent="0">
              <a:spcAft>
                <a:spcPts val="0"/>
              </a:spcAft>
              <a:buNone/>
              <a:defRPr lang="en-US" sz="1400" kern="1200" dirty="0" smtClean="0">
                <a:solidFill>
                  <a:schemeClr val="bg1"/>
                </a:solidFill>
                <a:latin typeface="+mn-lt"/>
                <a:ea typeface="ＭＳ Ｐゴシック" charset="0"/>
                <a:cs typeface="CiscoSans"/>
              </a:defRPr>
            </a:lvl1pPr>
            <a:lvl2pPr marL="182875" indent="0">
              <a:spcAft>
                <a:spcPts val="0"/>
              </a:spcAft>
              <a:buNone/>
              <a:defRPr sz="1400"/>
            </a:lvl2pPr>
            <a:lvl3pPr marL="365751" indent="0">
              <a:spcAft>
                <a:spcPts val="0"/>
              </a:spcAft>
              <a:buNone/>
              <a:defRPr sz="1200"/>
            </a:lvl3pPr>
            <a:lvl4pPr marL="548626" indent="0">
              <a:spcAft>
                <a:spcPts val="0"/>
              </a:spcAft>
              <a:buNone/>
              <a:defRPr sz="1100"/>
            </a:lvl4pPr>
            <a:lvl5pPr marL="731502" indent="0">
              <a:spcAft>
                <a:spcPts val="0"/>
              </a:spcAft>
              <a:buNone/>
              <a:defRPr sz="1051"/>
            </a:lvl5pPr>
          </a:lstStyle>
          <a:p>
            <a:pPr marL="0" lvl="0" indent="0" algn="l" defTabSz="912253"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Name</a:t>
            </a:r>
          </a:p>
          <a:p>
            <a:pPr marL="0" lvl="0" indent="0" algn="l" defTabSz="912253"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sz="quarter" idx="18" hasCustomPrompt="1"/>
          </p:nvPr>
        </p:nvSpPr>
        <p:spPr>
          <a:xfrm>
            <a:off x="323850" y="5306439"/>
            <a:ext cx="5046663" cy="457200"/>
          </a:xfrm>
        </p:spPr>
        <p:txBody>
          <a:bodyPr anchor="b" anchorCtr="0"/>
          <a:lstStyle>
            <a:lvl1pPr marL="0" indent="0">
              <a:spcAft>
                <a:spcPts val="0"/>
              </a:spcAft>
              <a:buNone/>
              <a:defRPr sz="1400"/>
            </a:lvl1pPr>
            <a:lvl2pPr marL="182875" indent="0">
              <a:buNone/>
              <a:defRPr sz="1200"/>
            </a:lvl2pPr>
            <a:lvl3pPr marL="365751" indent="0">
              <a:buNone/>
              <a:defRPr sz="1100"/>
            </a:lvl3pPr>
            <a:lvl4pPr marL="548626" indent="0">
              <a:buNone/>
              <a:defRPr sz="1051"/>
            </a:lvl4pPr>
            <a:lvl5pPr marL="731502" indent="0">
              <a:buNone/>
              <a:defRPr sz="100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7"/>
            <a:ext cx="3906839" cy="497483"/>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pPr lvl="0"/>
            <a:endParaRPr lang="en-US" sz="2400"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8281172" y="3181938"/>
            <a:ext cx="955675" cy="502135"/>
          </a:xfrm>
          <a:prstGeom prst="rect">
            <a:avLst/>
          </a:prstGeom>
        </p:spPr>
      </p:pic>
    </p:spTree>
    <p:extLst>
      <p:ext uri="{BB962C8B-B14F-4D97-AF65-F5344CB8AC3E}">
        <p14:creationId xmlns:p14="http://schemas.microsoft.com/office/powerpoint/2010/main" val="2128695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p:cSld name="Title Slide 2, Four Speakers">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2" y="1260471"/>
            <a:ext cx="10888663" cy="4351343"/>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1" y="1556885"/>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1" y="3203124"/>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1" y="3736527"/>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8" y="3736527"/>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1"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8"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9058275" y="3188778"/>
            <a:ext cx="914400" cy="480447"/>
          </a:xfrm>
          <a:prstGeom prst="rect">
            <a:avLst/>
          </a:prstGeom>
        </p:spPr>
      </p:pic>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9"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4160603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2" name="Picture 7" descr="Cisco logo">
            <a:extLst>
              <a:ext uri="{FF2B5EF4-FFF2-40B4-BE49-F238E27FC236}">
                <a16:creationId xmlns:a16="http://schemas.microsoft.com/office/drawing/2014/main" id="{60C68F8B-19C8-6CB4-297B-32D44AF9C3D0}"/>
              </a:ext>
            </a:extLst>
          </p:cNvPr>
          <p:cNvPicPr>
            <a:picLocks noChangeAspect="1"/>
          </p:cNvPicPr>
          <p:nvPr/>
        </p:nvPicPr>
        <p:blipFill>
          <a:blip cstate="screen">
            <a:extLst>
              <a:ext uri="{28A0092B-C50C-407E-A947-70E740481C1C}">
                <a14:useLocalDpi xmlns:a14="http://schemas.microsoft.com/office/drawing/2010/main"/>
              </a:ext>
            </a:extLst>
          </a:blip>
          <a:srcRect/>
          <a:stretch/>
        </p:blipFill>
        <p:spPr>
          <a:xfrm>
            <a:off x="323851"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49" y="2492375"/>
            <a:ext cx="10167939" cy="1243019"/>
          </a:xfrm>
        </p:spPr>
        <p:txBody>
          <a:bodyPr anchor="b" anchorCtr="0"/>
          <a:lstStyle>
            <a:lvl1pPr>
              <a:defRPr sz="3600">
                <a:solidFill>
                  <a:schemeClr val="bg1"/>
                </a:solidFill>
              </a:defRPr>
            </a:lvl1pPr>
          </a:lstStyle>
          <a:p>
            <a:r>
              <a:rPr lang="en-US" dirty="0"/>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49" y="3827464"/>
            <a:ext cx="10167939"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1" y="436086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sz="quarter" idx="15" hasCustomPrompt="1"/>
          </p:nvPr>
        </p:nvSpPr>
        <p:spPr>
          <a:xfrm>
            <a:off x="4230688" y="4360863"/>
            <a:ext cx="4886325" cy="457200"/>
          </a:xfrm>
        </p:spPr>
        <p:txBody>
          <a:bodyPr/>
          <a:lstStyle>
            <a:lvl1pPr marL="0" indent="0">
              <a:spcAft>
                <a:spcPts val="0"/>
              </a:spcAft>
              <a:buNone/>
              <a:defRPr sz="1400"/>
            </a:lvl1pPr>
            <a:lvl2pPr>
              <a:defRPr sz="1400"/>
            </a:lvl2pPr>
            <a:lvl3pPr>
              <a:defRPr sz="1200"/>
            </a:lvl3pPr>
            <a:lvl4pPr>
              <a:defRPr sz="1100"/>
            </a:lvl4pPr>
            <a:lvl5pPr>
              <a:defRPr sz="1051"/>
            </a:lvl5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323851" y="4990779"/>
            <a:ext cx="3725863"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sz="quarter" idx="16" hasCustomPrompt="1"/>
          </p:nvPr>
        </p:nvSpPr>
        <p:spPr>
          <a:xfrm>
            <a:off x="4230688" y="4990779"/>
            <a:ext cx="4886325" cy="457200"/>
          </a:xfrm>
        </p:spPr>
        <p:txBody>
          <a:bodyPr/>
          <a:lstStyle>
            <a:lvl1pPr marL="0" indent="0">
              <a:spcAft>
                <a:spcPts val="0"/>
              </a:spcAft>
              <a:buNone/>
              <a:defRPr sz="1400"/>
            </a:lvl1pPr>
            <a:lvl2pPr>
              <a:defRPr sz="1400"/>
            </a:lvl2pPr>
            <a:lvl3pPr>
              <a:defRPr sz="1200"/>
            </a:lvl3pPr>
            <a:lvl4pPr>
              <a:defRPr sz="1100"/>
            </a:lvl4pPr>
            <a:lvl5pPr>
              <a:defRPr sz="1051"/>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9"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3579459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1" y="2181225"/>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1" y="3827464"/>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1" y="4360865"/>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8" y="4360865"/>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9"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95425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1" y="1556885"/>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1" y="3203124"/>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1" y="3736527"/>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8" y="3736527"/>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1"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8"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9"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264527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1" y="1556885"/>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1" y="3203124"/>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1" y="3736527"/>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8" y="3736527"/>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1"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8"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1" y="4986339"/>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8" y="4986339"/>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9"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3453915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7"/>
            <a:ext cx="2749551" cy="492443"/>
          </a:xfrm>
        </p:spPr>
        <p:txBody>
          <a:bodyPr/>
          <a:lstStyle>
            <a:lvl1pPr>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9" y="296864"/>
            <a:ext cx="550863"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377"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4"/>
            <a:ext cx="5683251" cy="365125"/>
          </a:xfrm>
          <a:noFill/>
        </p:spPr>
        <p:txBody>
          <a:bodyPr anchor="t" anchorCtr="0"/>
          <a:lstStyle>
            <a:lvl1pPr marL="0" indent="0" algn="l" defTabSz="912253"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29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19249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428742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1"/>
            <a:ext cx="5772151" cy="292100"/>
          </a:xfrm>
        </p:spPr>
        <p:txBody>
          <a:bodyPr/>
          <a:lstStyle>
            <a:lvl1pPr marL="0" indent="0">
              <a:buNone/>
              <a:defRPr sz="1600" b="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370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1" y="298146"/>
            <a:ext cx="4703763" cy="946455"/>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6"/>
            <a:ext cx="5683251" cy="923925"/>
          </a:xfrm>
        </p:spPr>
        <p:txBody>
          <a:bodyPr/>
          <a:lstStyle>
            <a:lvl1pPr marL="0" indent="0">
              <a:buNone/>
              <a:defRPr sz="1800" b="0"/>
            </a:lvl1pPr>
            <a:lvl2pPr marL="182875" indent="0">
              <a:buNone/>
              <a:defRPr sz="1600" b="0"/>
            </a:lvl2pPr>
            <a:lvl3pPr marL="365751" indent="0">
              <a:buNone/>
              <a:defRPr sz="1400" b="0"/>
            </a:lvl3pPr>
            <a:lvl4pPr marL="548626" indent="0">
              <a:buNone/>
              <a:defRPr sz="1200" b="0"/>
            </a:lvl4pPr>
            <a:lvl5pPr marL="731502"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25933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3"/>
            <a:ext cx="5772151"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622301"/>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7882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3"/>
            <a:ext cx="5772151"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622301"/>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6"/>
            <a:ext cx="5772151" cy="441325"/>
          </a:xfrm>
        </p:spPr>
        <p:txBody>
          <a:bodyPr/>
          <a:lstStyle>
            <a:lvl1pPr marL="0" indent="0">
              <a:buNone/>
              <a:defRPr sz="160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25702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2339182"/>
            <a:ext cx="5281613" cy="2179639"/>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70359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1"/>
            <a:ext cx="5772151" cy="466343"/>
          </a:xfrm>
        </p:spPr>
        <p:txBody>
          <a:bodyPr anchor="b" anchorCtr="0"/>
          <a:lstStyle>
            <a:lvl1pPr marL="0" indent="0">
              <a:buNone/>
              <a:defRPr sz="1200"/>
            </a:lvl1pPr>
            <a:lvl2pPr marL="182875" indent="0">
              <a:buNone/>
              <a:defRPr sz="1100"/>
            </a:lvl2pPr>
            <a:lvl3pPr marL="365751" indent="0">
              <a:buNone/>
              <a:defRPr sz="1051"/>
            </a:lvl3pPr>
            <a:lvl4pPr marL="548626" indent="0">
              <a:buNone/>
              <a:defRPr sz="1000"/>
            </a:lvl4pPr>
            <a:lvl5pPr marL="731502"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622302"/>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06838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1" cy="466344"/>
          </a:xfrm>
        </p:spPr>
        <p:txBody>
          <a:bodyPr anchor="b" anchorCtr="0"/>
          <a:lstStyle>
            <a:lvl1pPr marL="0" indent="0">
              <a:buNone/>
              <a:defRPr sz="1200"/>
            </a:lvl1pPr>
            <a:lvl2pPr marL="182875" indent="0">
              <a:buNone/>
              <a:defRPr sz="1200"/>
            </a:lvl2pPr>
            <a:lvl3pPr marL="365751" indent="0">
              <a:buNone/>
              <a:defRPr sz="1200"/>
            </a:lvl3pPr>
            <a:lvl4pPr marL="548626" indent="0">
              <a:buNone/>
              <a:defRPr sz="1200"/>
            </a:lvl4pPr>
            <a:lvl5pPr marL="731502"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2339182"/>
            <a:ext cx="5281613" cy="2179639"/>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22208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2339182"/>
            <a:ext cx="5281613" cy="2179639"/>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5"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03061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2339182"/>
            <a:ext cx="5281613" cy="2179639"/>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5"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1" cy="466344"/>
          </a:xfrm>
        </p:spPr>
        <p:txBody>
          <a:bodyPr anchor="b" anchorCtr="0"/>
          <a:lstStyle>
            <a:lvl1pPr marL="0" indent="0">
              <a:buNone/>
              <a:defRPr sz="1200"/>
            </a:lvl1pPr>
            <a:lvl2pPr marL="182875" indent="0">
              <a:buNone/>
              <a:defRPr sz="1200"/>
            </a:lvl2pPr>
            <a:lvl3pPr marL="365751" indent="0">
              <a:buNone/>
              <a:defRPr sz="1200"/>
            </a:lvl3pPr>
            <a:lvl4pPr marL="548626" indent="0">
              <a:buNone/>
              <a:defRPr sz="1200"/>
            </a:lvl4pPr>
            <a:lvl5pPr marL="731502" indent="0">
              <a:buNone/>
              <a:defRPr sz="1200"/>
            </a:lvl5pPr>
          </a:lstStyle>
          <a:p>
            <a:pPr lvl="0"/>
            <a:r>
              <a:rPr lang="en-US" dirty="0"/>
              <a:t>Section title</a:t>
            </a:r>
          </a:p>
        </p:txBody>
      </p:sp>
    </p:spTree>
    <p:extLst>
      <p:ext uri="{BB962C8B-B14F-4D97-AF65-F5344CB8AC3E}">
        <p14:creationId xmlns:p14="http://schemas.microsoft.com/office/powerpoint/2010/main" val="1628396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1" y="952502"/>
            <a:ext cx="11544300" cy="5122863"/>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908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318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1"/>
            <a:ext cx="5772151" cy="292100"/>
          </a:xfrm>
        </p:spPr>
        <p:txBody>
          <a:bodyPr/>
          <a:lstStyle>
            <a:lvl1pPr marL="0" indent="0">
              <a:buNone/>
              <a:defRPr sz="1600" b="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44351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1"/>
            <a:ext cx="5772151" cy="292100"/>
          </a:xfrm>
        </p:spPr>
        <p:txBody>
          <a:bodyPr/>
          <a:lstStyle>
            <a:lvl1pPr marL="0" indent="0">
              <a:buNone/>
              <a:defRPr sz="1600" b="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1"/>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1"/>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1" y="2181226"/>
            <a:ext cx="3474720" cy="2495551"/>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301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1"/>
            <a:ext cx="5772151" cy="292100"/>
          </a:xfrm>
        </p:spPr>
        <p:txBody>
          <a:bodyPr/>
          <a:lstStyle>
            <a:lvl1pPr marL="0" indent="0">
              <a:buNone/>
              <a:defRPr sz="1600" b="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1"/>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1"/>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5" y="2179638"/>
            <a:ext cx="2468880" cy="2495551"/>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1"/>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2159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1"/>
            <a:ext cx="5772151" cy="292100"/>
          </a:xfrm>
        </p:spPr>
        <p:txBody>
          <a:bodyPr/>
          <a:lstStyle>
            <a:lvl1pPr marL="0" indent="0">
              <a:buNone/>
              <a:defRPr sz="1600" b="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1"/>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1"/>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1"/>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1"/>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8303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296863"/>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1" y="320676"/>
            <a:ext cx="576072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86004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296861"/>
            <a:ext cx="7235825" cy="947739"/>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6"/>
            <a:ext cx="3727451" cy="5759451"/>
          </a:xfrm>
          <a:prstGeom prst="roundRect">
            <a:avLst>
              <a:gd name="adj" fmla="val 1618"/>
            </a:avLst>
          </a:prstGeom>
          <a:solidFill>
            <a:schemeClr val="bg1">
              <a:alpha val="10000"/>
            </a:schemeClr>
          </a:solidFill>
        </p:spPr>
        <p:txBody>
          <a:bodyPr tIns="137160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41051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3"/>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4" y="320676"/>
            <a:ext cx="7818436" cy="57546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49443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3116794"/>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2" y="795338"/>
            <a:ext cx="5284788" cy="52847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97293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3"/>
            <a:ext cx="5772151"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1"/>
            <a:ext cx="3328988" cy="2646363"/>
          </a:xfrm>
        </p:spPr>
        <p:txBody>
          <a:bodyPr anchor="b" anchorCtr="0"/>
          <a:lstStyle>
            <a:lvl1pPr marL="0" indent="0">
              <a:buNone/>
              <a:defRPr sz="160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4" y="622302"/>
            <a:ext cx="7818436" cy="5453063"/>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11769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1"/>
            <a:ext cx="5772151" cy="466343"/>
          </a:xfrm>
        </p:spPr>
        <p:txBody>
          <a:bodyPr anchor="b" anchorCtr="0"/>
          <a:lstStyle>
            <a:lvl1pPr marL="0" indent="0">
              <a:buNone/>
              <a:defRPr sz="1200"/>
            </a:lvl1pPr>
            <a:lvl2pPr marL="182875" indent="0">
              <a:buNone/>
              <a:defRPr sz="1100"/>
            </a:lvl2pPr>
            <a:lvl3pPr marL="365751" indent="0">
              <a:buNone/>
              <a:defRPr sz="1051"/>
            </a:lvl3pPr>
            <a:lvl4pPr marL="548626" indent="0">
              <a:buNone/>
              <a:defRPr sz="1000"/>
            </a:lvl4pPr>
            <a:lvl5pPr marL="731502"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622302"/>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2" y="320677"/>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241876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1" y="952502"/>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Tree>
    <p:extLst>
      <p:ext uri="{BB962C8B-B14F-4D97-AF65-F5344CB8AC3E}">
        <p14:creationId xmlns:p14="http://schemas.microsoft.com/office/powerpoint/2010/main" val="462180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1" y="806451"/>
            <a:ext cx="11544300" cy="292100"/>
          </a:xfrm>
        </p:spPr>
        <p:txBody>
          <a:bodyPr/>
          <a:lstStyle>
            <a:lvl1pPr marL="0" indent="0">
              <a:buNone/>
              <a:defRPr sz="1600" b="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1" y="1244601"/>
            <a:ext cx="11544300" cy="4830763"/>
          </a:xfrm>
          <a:prstGeom prst="roundRect">
            <a:avLst>
              <a:gd name="adj" fmla="val 1897"/>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73693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3"/>
            <a:ext cx="5772151"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622301"/>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1" y="1244601"/>
            <a:ext cx="11544300" cy="4830763"/>
          </a:xfrm>
          <a:prstGeom prst="roundRect">
            <a:avLst>
              <a:gd name="adj" fmla="val 1897"/>
            </a:avLst>
          </a:prstGeom>
          <a:solidFill>
            <a:schemeClr val="bg1">
              <a:alpha val="10000"/>
            </a:schemeClr>
          </a:solidFill>
        </p:spPr>
        <p:txBody>
          <a:bodyPr vert="horz" lIns="0" tIns="128016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09677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2"/>
            <a:ext cx="8794751"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29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14940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4" y="4540251"/>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29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51567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1"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1"/>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2"/>
            <a:ext cx="8794751"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29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51613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Full-bleed Photo, Section, Title 2">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1"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1"/>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2"/>
            <a:ext cx="8794751"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29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165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1"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1"/>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1" y="5003801"/>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29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9159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2" y="1132840"/>
            <a:ext cx="516695"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5"/>
            <a:ext cx="8794751"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4"/>
            <a:ext cx="8794751"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29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8804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Quote 2">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2" y="963296"/>
            <a:ext cx="516695"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accent1"/>
            </a:solid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80"/>
            <a:ext cx="8794751"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9"/>
            <a:ext cx="8794751"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29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52558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1"/>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6"/>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29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517800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1/2 Slide, Title, Body Copy, Graphic">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49" y="298146"/>
            <a:ext cx="5683251" cy="946455"/>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49" y="1555751"/>
            <a:ext cx="5683251" cy="923925"/>
          </a:xfrm>
        </p:spPr>
        <p:txBody>
          <a:bodyPr/>
          <a:lstStyle>
            <a:lvl1pPr marL="0" indent="0">
              <a:buNone/>
              <a:defRPr sz="1800" b="0"/>
            </a:lvl1pPr>
            <a:lvl2pPr marL="182875" indent="0">
              <a:buNone/>
              <a:defRPr sz="1600" b="0"/>
            </a:lvl2pPr>
            <a:lvl3pPr marL="365751" indent="0">
              <a:buNone/>
              <a:defRPr sz="1400" b="0"/>
            </a:lvl3pPr>
            <a:lvl4pPr marL="548626" indent="0">
              <a:buNone/>
              <a:defRPr sz="1200" b="0"/>
            </a:lvl4pPr>
            <a:lvl5pPr marL="731502"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95885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298">
              <a:defRPr/>
            </a:pPr>
            <a:r>
              <a:rPr lang="en-US"/>
              <a:t>Session ID: BRKSEC-XXXX</a:t>
            </a:r>
            <a:endParaRPr lang="en-US" dirty="0"/>
          </a:p>
        </p:txBody>
      </p:sp>
    </p:spTree>
    <p:extLst>
      <p:ext uri="{BB962C8B-B14F-4D97-AF65-F5344CB8AC3E}">
        <p14:creationId xmlns:p14="http://schemas.microsoft.com/office/powerpoint/2010/main" val="1436534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1"/>
            <a:ext cx="5772151" cy="292100"/>
          </a:xfrm>
        </p:spPr>
        <p:txBody>
          <a:bodyPr/>
          <a:lstStyle>
            <a:lvl1pPr marL="0" indent="0">
              <a:buNone/>
              <a:defRPr sz="1600" b="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4" y="1555751"/>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9162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1"/>
            <a:ext cx="5772151" cy="292100"/>
          </a:xfrm>
        </p:spPr>
        <p:txBody>
          <a:bodyPr/>
          <a:lstStyle>
            <a:lvl1pPr marL="0" indent="0">
              <a:buNone/>
              <a:defRPr sz="1600" b="0"/>
            </a:lvl1pPr>
            <a:lvl2pPr marL="182875" indent="0">
              <a:buNone/>
              <a:defRPr sz="1400"/>
            </a:lvl2pPr>
            <a:lvl3pPr marL="365751" indent="0">
              <a:buNone/>
              <a:defRPr sz="1200"/>
            </a:lvl3pPr>
            <a:lvl4pPr marL="548626" indent="0">
              <a:buNone/>
              <a:defRPr sz="1100"/>
            </a:lvl4pPr>
            <a:lvl5pPr marL="731502" indent="0">
              <a:buNone/>
              <a:defRPr sz="1051"/>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1" y="1555751"/>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35104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1" y="2339182"/>
            <a:ext cx="5281613" cy="2179639"/>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7" y="952501"/>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872267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Statement 1, Title, Subtitle">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1"/>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5" y="3738565"/>
            <a:ext cx="7634287" cy="936625"/>
          </a:xfrm>
        </p:spPr>
        <p:txBody>
          <a:bodyPr/>
          <a:lstStyle>
            <a:lvl1pPr marL="0" indent="0" algn="ctr">
              <a:buNone/>
              <a:defRPr/>
            </a:lvl1pPr>
            <a:lvl2pPr marL="182875" indent="0" algn="ctr">
              <a:buNone/>
              <a:defRPr/>
            </a:lvl2pPr>
            <a:lvl3pPr marL="365751" indent="0" algn="ctr">
              <a:buNone/>
              <a:defRPr/>
            </a:lvl3pPr>
            <a:lvl4pPr marL="548626" indent="0" algn="ctr">
              <a:buNone/>
              <a:defRPr/>
            </a:lvl4pPr>
            <a:lvl5pPr marL="731502"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29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91313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1"/>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5" y="2492375"/>
            <a:ext cx="7634287" cy="311152"/>
          </a:xfrm>
        </p:spPr>
        <p:txBody>
          <a:bodyPr/>
          <a:lstStyle>
            <a:lvl1pPr marL="0" indent="0" algn="ctr">
              <a:buNone/>
              <a:defRPr/>
            </a:lvl1pPr>
            <a:lvl2pPr marL="182875" indent="0" algn="ctr">
              <a:buNone/>
              <a:defRPr/>
            </a:lvl2pPr>
            <a:lvl3pPr marL="365751" indent="0" algn="ctr">
              <a:buNone/>
              <a:defRPr/>
            </a:lvl3pPr>
            <a:lvl4pPr marL="548626" indent="0" algn="ctr">
              <a:buNone/>
              <a:defRPr/>
            </a:lvl4pPr>
            <a:lvl5pPr marL="731502"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29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9650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p:cSld name="Segue 1">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1" y="2492232"/>
            <a:ext cx="7634288" cy="1870075"/>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08657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p:cSld name="Segue 2">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1"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974154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1" y="2492377"/>
            <a:ext cx="7634288"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019894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1" y="2492377"/>
            <a:ext cx="7235825"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92908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hank you 1">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2" y="1244602"/>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1" cy="623888"/>
          </a:xfr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Lst>
          </a:blip>
          <a:srcRect/>
          <a:stretch/>
        </p:blipFill>
        <p:spPr>
          <a:xfrm>
            <a:off x="9058275" y="3188778"/>
            <a:ext cx="914400" cy="480447"/>
          </a:xfrm>
          <a:prstGeom prst="rect">
            <a:avLst/>
          </a:prstGeom>
        </p:spPr>
      </p:pic>
    </p:spTree>
    <p:extLst>
      <p:ext uri="{BB962C8B-B14F-4D97-AF65-F5344CB8AC3E}">
        <p14:creationId xmlns:p14="http://schemas.microsoft.com/office/powerpoint/2010/main" val="241924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1" cy="623888"/>
          </a:xfrm>
        </p:spPr>
        <p:txBody>
          <a:bodyPr anchor="ctr" anchorCtr="0"/>
          <a:lstStyle>
            <a:lvl1pPr>
              <a:defRPr/>
            </a:lvl1pPr>
          </a:lstStyle>
          <a:p>
            <a:r>
              <a:rPr lang="en-US" dirty="0"/>
              <a:t>Thank you</a:t>
            </a:r>
          </a:p>
        </p:txBody>
      </p:sp>
    </p:spTree>
    <p:extLst>
      <p:ext uri="{BB962C8B-B14F-4D97-AF65-F5344CB8AC3E}">
        <p14:creationId xmlns:p14="http://schemas.microsoft.com/office/powerpoint/2010/main" val="322667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p:nvGrpSpPr>
        <p:grpSpPr>
          <a:xfrm>
            <a:off x="5487123"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43"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grpSp>
    </p:spTree>
    <p:extLst>
      <p:ext uri="{BB962C8B-B14F-4D97-AF65-F5344CB8AC3E}">
        <p14:creationId xmlns:p14="http://schemas.microsoft.com/office/powerpoint/2010/main" val="3984726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1038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6000">
        <p159:morph option="byObject"/>
      </p:transition>
    </mc:Choice>
    <mc:Fallback xmlns="">
      <p:transition spd="slow" advClick="0" advTm="6000">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F094D214-E249-4297-A3F6-A9738E99BAFE}" type="slidenum">
              <a:rPr lang="en-US" altLang="en-US" smtClean="0"/>
              <a:pPr/>
              <a:t>‹#›</a:t>
            </a:fld>
            <a:endParaRPr lang="en-US" alt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298">
              <a:defRPr/>
            </a:pPr>
            <a:r>
              <a:rPr lang="en-US"/>
              <a:t>Session ID: BRKSEC-XXXX</a:t>
            </a:r>
            <a:endParaRPr lang="en-US" dirty="0"/>
          </a:p>
        </p:txBody>
      </p:sp>
    </p:spTree>
    <p:extLst>
      <p:ext uri="{BB962C8B-B14F-4D97-AF65-F5344CB8AC3E}">
        <p14:creationId xmlns:p14="http://schemas.microsoft.com/office/powerpoint/2010/main" val="89630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Bullet_Title only">
    <p:spTree>
      <p:nvGrpSpPr>
        <p:cNvPr id="1" name=""/>
        <p:cNvGrpSpPr/>
        <p:nvPr/>
      </p:nvGrpSpPr>
      <p:grpSpPr>
        <a:xfrm>
          <a:off x="0" y="0"/>
          <a:ext cx="0" cy="0"/>
          <a:chOff x="0" y="0"/>
          <a:chExt cx="0" cy="0"/>
        </a:xfrm>
      </p:grpSpPr>
      <p:sp>
        <p:nvSpPr>
          <p:cNvPr id="3"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Tree>
    <p:extLst>
      <p:ext uri="{BB962C8B-B14F-4D97-AF65-F5344CB8AC3E}">
        <p14:creationId xmlns:p14="http://schemas.microsoft.com/office/powerpoint/2010/main" val="3504158263"/>
      </p:ext>
    </p:extLst>
  </p:cSld>
  <p:clrMapOvr>
    <a:masterClrMapping/>
  </p:clrMapOvr>
  <p:transition spd="med">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Photo1">
    <p:spTree>
      <p:nvGrpSpPr>
        <p:cNvPr id="1" name=""/>
        <p:cNvGrpSpPr/>
        <p:nvPr/>
      </p:nvGrpSpPr>
      <p:grpSpPr>
        <a:xfrm>
          <a:off x="0" y="0"/>
          <a:ext cx="0" cy="0"/>
          <a:chOff x="0" y="0"/>
          <a:chExt cx="0" cy="0"/>
        </a:xfrm>
      </p:grpSpPr>
      <p:sp>
        <p:nvSpPr>
          <p:cNvPr id="13"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
        <p:nvSpPr>
          <p:cNvPr id="14" name="Text Placeholder 3"/>
          <p:cNvSpPr>
            <a:spLocks noGrp="1"/>
          </p:cNvSpPr>
          <p:nvPr>
            <p:ph type="body" sz="quarter" idx="10" hasCustomPrompt="1"/>
          </p:nvPr>
        </p:nvSpPr>
        <p:spPr>
          <a:xfrm>
            <a:off x="583689" y="1633045"/>
            <a:ext cx="11134177" cy="4224280"/>
          </a:xfrm>
          <a:prstGeom prst="rect">
            <a:avLst/>
          </a:prstGeom>
        </p:spPr>
        <p:txBody>
          <a:bodyPr lIns="91420" tIns="45710" rIns="91420" bIns="45710">
            <a:noAutofit/>
          </a:bodyPr>
          <a:lstStyle>
            <a:lvl1pPr marL="76179" indent="0">
              <a:lnSpc>
                <a:spcPct val="95000"/>
              </a:lnSpc>
              <a:spcBef>
                <a:spcPts val="1480"/>
              </a:spcBef>
              <a:buClr>
                <a:schemeClr val="tx1"/>
              </a:buClr>
              <a:buSzPct val="80000"/>
              <a:buFont typeface="Arial"/>
              <a:buNone/>
              <a:defRPr sz="3200" b="0" i="0">
                <a:solidFill>
                  <a:srgbClr val="676767"/>
                </a:solidFill>
                <a:latin typeface="+mn-lt"/>
                <a:cs typeface="CiscoSans ExtraLight"/>
              </a:defRPr>
            </a:lvl1pPr>
            <a:lvl2pPr marL="389377" indent="0">
              <a:lnSpc>
                <a:spcPct val="95000"/>
              </a:lnSpc>
              <a:spcBef>
                <a:spcPts val="600"/>
              </a:spcBef>
              <a:buClr>
                <a:schemeClr val="tx1"/>
              </a:buClr>
              <a:buSzPct val="80000"/>
              <a:buFont typeface="Arial"/>
              <a:buNone/>
              <a:defRPr sz="2400" b="0" i="0">
                <a:solidFill>
                  <a:srgbClr val="676767"/>
                </a:solidFill>
                <a:latin typeface="+mn-lt"/>
                <a:cs typeface="CiscoSans ExtraLight"/>
              </a:defRPr>
            </a:lvl2pPr>
            <a:lvl3pPr marL="768171" indent="0">
              <a:buClr>
                <a:schemeClr val="tx1"/>
              </a:buClr>
              <a:buSzPct val="80000"/>
              <a:buFont typeface="Arial"/>
              <a:buNone/>
              <a:defRPr sz="2133" b="0" i="0">
                <a:solidFill>
                  <a:srgbClr val="676767"/>
                </a:solidFill>
                <a:latin typeface="+mn-lt"/>
                <a:cs typeface="CiscoSans ExtraLight"/>
              </a:defRPr>
            </a:lvl3pPr>
            <a:lvl4pPr marL="986135" indent="0">
              <a:buClr>
                <a:schemeClr val="tx1"/>
              </a:buClr>
              <a:buSzPct val="80000"/>
              <a:buFont typeface="Arial"/>
              <a:buNone/>
              <a:defRPr sz="1867" b="0" i="0">
                <a:solidFill>
                  <a:srgbClr val="676767"/>
                </a:solidFill>
                <a:latin typeface="+mn-lt"/>
                <a:cs typeface="CiscoSans ExtraLight"/>
              </a:defRPr>
            </a:lvl4pPr>
            <a:lvl5pPr marL="1218916" indent="0">
              <a:buClr>
                <a:schemeClr val="tx1"/>
              </a:buClr>
              <a:buSzPct val="80000"/>
              <a:buFont typeface="Arial"/>
              <a:buNone/>
              <a:defRPr sz="1600" b="0" i="0">
                <a:solidFill>
                  <a:srgbClr val="676767"/>
                </a:solidFill>
                <a:latin typeface="+mn-lt"/>
                <a:cs typeface="CiscoSans ExtraLight"/>
              </a:defRPr>
            </a:lvl5pPr>
          </a:lstStyle>
          <a:p>
            <a:pPr lvl="0"/>
            <a:r>
              <a:rPr lang="en-GB" dirty="0"/>
              <a:t>Click to edit Text</a:t>
            </a:r>
          </a:p>
        </p:txBody>
      </p:sp>
      <p:sp>
        <p:nvSpPr>
          <p:cNvPr id="34"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3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sp>
        <p:nvSpPr>
          <p:cNvPr id="27"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28"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spTree>
    <p:extLst>
      <p:ext uri="{BB962C8B-B14F-4D97-AF65-F5344CB8AC3E}">
        <p14:creationId xmlns:p14="http://schemas.microsoft.com/office/powerpoint/2010/main" val="1699259137"/>
      </p:ext>
    </p:extLst>
  </p:cSld>
  <p:clrMapOvr>
    <a:masterClrMapping/>
  </p:clrMapOvr>
  <p:transition spd="med">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Photo_2">
    <p:spTree>
      <p:nvGrpSpPr>
        <p:cNvPr id="1" name=""/>
        <p:cNvGrpSpPr/>
        <p:nvPr/>
      </p:nvGrpSpPr>
      <p:grpSpPr>
        <a:xfrm>
          <a:off x="0" y="0"/>
          <a:ext cx="0" cy="0"/>
          <a:chOff x="0" y="0"/>
          <a:chExt cx="0" cy="0"/>
        </a:xfrm>
      </p:grpSpPr>
      <p:pic>
        <p:nvPicPr>
          <p:cNvPr id="22" name="Picture 21"/>
          <p:cNvPicPr>
            <a:picLocks noChangeAspect="1"/>
          </p:cNvPicPr>
          <p:nvPr/>
        </p:nvPicPr>
        <p:blipFill>
          <a:blip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4" name="Picture 23"/>
          <p:cNvPicPr>
            <a:picLocks noChangeAspect="1"/>
          </p:cNvPicPr>
          <p:nvPr/>
        </p:nvPicPr>
        <p:blipFill>
          <a:blip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
        <p:nvSpPr>
          <p:cNvPr id="14" name="Text Placeholder 3"/>
          <p:cNvSpPr>
            <a:spLocks noGrp="1"/>
          </p:cNvSpPr>
          <p:nvPr>
            <p:ph type="body" sz="quarter" idx="10" hasCustomPrompt="1"/>
          </p:nvPr>
        </p:nvSpPr>
        <p:spPr>
          <a:xfrm>
            <a:off x="583689" y="1633045"/>
            <a:ext cx="11134177" cy="4224280"/>
          </a:xfrm>
          <a:prstGeom prst="rect">
            <a:avLst/>
          </a:prstGeom>
        </p:spPr>
        <p:txBody>
          <a:bodyPr lIns="91420" tIns="45710" rIns="91420" bIns="45710">
            <a:noAutofit/>
          </a:bodyPr>
          <a:lstStyle>
            <a:lvl1pPr marL="76179" indent="0">
              <a:lnSpc>
                <a:spcPct val="95000"/>
              </a:lnSpc>
              <a:spcBef>
                <a:spcPts val="1480"/>
              </a:spcBef>
              <a:buClr>
                <a:schemeClr val="tx1"/>
              </a:buClr>
              <a:buSzPct val="80000"/>
              <a:buFont typeface="Arial"/>
              <a:buNone/>
              <a:defRPr sz="3200" b="0" i="0">
                <a:solidFill>
                  <a:srgbClr val="676767"/>
                </a:solidFill>
                <a:latin typeface="+mn-lt"/>
                <a:cs typeface="CiscoSans ExtraLight"/>
              </a:defRPr>
            </a:lvl1pPr>
            <a:lvl2pPr marL="389377" indent="0">
              <a:lnSpc>
                <a:spcPct val="95000"/>
              </a:lnSpc>
              <a:spcBef>
                <a:spcPts val="600"/>
              </a:spcBef>
              <a:buClr>
                <a:schemeClr val="tx1"/>
              </a:buClr>
              <a:buSzPct val="80000"/>
              <a:buFont typeface="Arial"/>
              <a:buNone/>
              <a:defRPr sz="2400" b="0" i="0">
                <a:solidFill>
                  <a:srgbClr val="676767"/>
                </a:solidFill>
                <a:latin typeface="+mn-lt"/>
                <a:cs typeface="CiscoSans ExtraLight"/>
              </a:defRPr>
            </a:lvl2pPr>
            <a:lvl3pPr marL="768171" indent="0">
              <a:buClr>
                <a:schemeClr val="tx1"/>
              </a:buClr>
              <a:buSzPct val="80000"/>
              <a:buFont typeface="Arial"/>
              <a:buNone/>
              <a:defRPr sz="2133" b="0" i="0">
                <a:solidFill>
                  <a:srgbClr val="676767"/>
                </a:solidFill>
                <a:latin typeface="+mn-lt"/>
                <a:cs typeface="CiscoSans ExtraLight"/>
              </a:defRPr>
            </a:lvl3pPr>
            <a:lvl4pPr marL="986135" indent="0">
              <a:buClr>
                <a:schemeClr val="tx1"/>
              </a:buClr>
              <a:buSzPct val="80000"/>
              <a:buFont typeface="Arial"/>
              <a:buNone/>
              <a:defRPr sz="1867" b="0" i="0">
                <a:solidFill>
                  <a:srgbClr val="676767"/>
                </a:solidFill>
                <a:latin typeface="+mn-lt"/>
                <a:cs typeface="CiscoSans ExtraLight"/>
              </a:defRPr>
            </a:lvl4pPr>
            <a:lvl5pPr marL="1218916" indent="0">
              <a:buClr>
                <a:schemeClr val="tx1"/>
              </a:buClr>
              <a:buSzPct val="80000"/>
              <a:buFont typeface="Arial"/>
              <a:buNone/>
              <a:defRPr sz="1600" b="0" i="0">
                <a:solidFill>
                  <a:srgbClr val="676767"/>
                </a:solidFill>
                <a:latin typeface="+mn-lt"/>
                <a:cs typeface="CiscoSans ExtraLight"/>
              </a:defRPr>
            </a:lvl5pPr>
          </a:lstStyle>
          <a:p>
            <a:pPr lvl="0"/>
            <a:r>
              <a:rPr lang="en-GB" dirty="0"/>
              <a:t>Click to edit Text</a:t>
            </a:r>
          </a:p>
        </p:txBody>
      </p:sp>
      <p:sp>
        <p:nvSpPr>
          <p:cNvPr id="34"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3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grpSp>
        <p:nvGrpSpPr>
          <p:cNvPr id="36" name="Group 35"/>
          <p:cNvGrpSpPr/>
          <p:nvPr/>
        </p:nvGrpSpPr>
        <p:grpSpPr>
          <a:xfrm>
            <a:off x="675001" y="6217008"/>
            <a:ext cx="470055" cy="249715"/>
            <a:chOff x="374710" y="2875969"/>
            <a:chExt cx="914401" cy="485775"/>
          </a:xfrm>
          <a:solidFill>
            <a:schemeClr val="tx1"/>
          </a:solidFill>
        </p:grpSpPr>
        <p:sp>
          <p:nvSpPr>
            <p:cNvPr id="37" name="Rectangle 6"/>
            <p:cNvSpPr>
              <a:spLocks noChangeArrowheads="1"/>
            </p:cNvSpPr>
            <p:nvPr/>
          </p:nvSpPr>
          <p:spPr bwMode="auto">
            <a:xfrm>
              <a:off x="633473" y="3198232"/>
              <a:ext cx="39688" cy="16033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38" name="Freeform 7"/>
            <p:cNvSpPr>
              <a:spLocks/>
            </p:cNvSpPr>
            <p:nvPr/>
          </p:nvSpPr>
          <p:spPr bwMode="auto">
            <a:xfrm>
              <a:off x="874773" y="3196644"/>
              <a:ext cx="122238" cy="165100"/>
            </a:xfrm>
            <a:custGeom>
              <a:avLst/>
              <a:gdLst>
                <a:gd name="T0" fmla="*/ 350 w 459"/>
                <a:gd name="T1" fmla="*/ 1 h 626"/>
                <a:gd name="T2" fmla="*/ 400 w 459"/>
                <a:gd name="T3" fmla="*/ 7 h 626"/>
                <a:gd name="T4" fmla="*/ 437 w 459"/>
                <a:gd name="T5" fmla="*/ 15 h 626"/>
                <a:gd name="T6" fmla="*/ 459 w 459"/>
                <a:gd name="T7" fmla="*/ 22 h 626"/>
                <a:gd name="T8" fmla="*/ 454 w 459"/>
                <a:gd name="T9" fmla="*/ 181 h 626"/>
                <a:gd name="T10" fmla="*/ 429 w 459"/>
                <a:gd name="T11" fmla="*/ 169 h 626"/>
                <a:gd name="T12" fmla="*/ 387 w 459"/>
                <a:gd name="T13" fmla="*/ 157 h 626"/>
                <a:gd name="T14" fmla="*/ 331 w 459"/>
                <a:gd name="T15" fmla="*/ 151 h 626"/>
                <a:gd name="T16" fmla="*/ 271 w 459"/>
                <a:gd name="T17" fmla="*/ 161 h 626"/>
                <a:gd name="T18" fmla="*/ 221 w 459"/>
                <a:gd name="T19" fmla="*/ 188 h 626"/>
                <a:gd name="T20" fmla="*/ 187 w 459"/>
                <a:gd name="T21" fmla="*/ 229 h 626"/>
                <a:gd name="T22" fmla="*/ 168 w 459"/>
                <a:gd name="T23" fmla="*/ 282 h 626"/>
                <a:gd name="T24" fmla="*/ 168 w 459"/>
                <a:gd name="T25" fmla="*/ 342 h 626"/>
                <a:gd name="T26" fmla="*/ 186 w 459"/>
                <a:gd name="T27" fmla="*/ 394 h 626"/>
                <a:gd name="T28" fmla="*/ 220 w 459"/>
                <a:gd name="T29" fmla="*/ 436 h 626"/>
                <a:gd name="T30" fmla="*/ 270 w 459"/>
                <a:gd name="T31" fmla="*/ 464 h 626"/>
                <a:gd name="T32" fmla="*/ 331 w 459"/>
                <a:gd name="T33" fmla="*/ 474 h 626"/>
                <a:gd name="T34" fmla="*/ 387 w 459"/>
                <a:gd name="T35" fmla="*/ 469 h 626"/>
                <a:gd name="T36" fmla="*/ 429 w 459"/>
                <a:gd name="T37" fmla="*/ 456 h 626"/>
                <a:gd name="T38" fmla="*/ 454 w 459"/>
                <a:gd name="T39" fmla="*/ 445 h 626"/>
                <a:gd name="T40" fmla="*/ 459 w 459"/>
                <a:gd name="T41" fmla="*/ 604 h 626"/>
                <a:gd name="T42" fmla="*/ 430 w 459"/>
                <a:gd name="T43" fmla="*/ 612 h 626"/>
                <a:gd name="T44" fmla="*/ 383 w 459"/>
                <a:gd name="T45" fmla="*/ 622 h 626"/>
                <a:gd name="T46" fmla="*/ 321 w 459"/>
                <a:gd name="T47" fmla="*/ 626 h 626"/>
                <a:gd name="T48" fmla="*/ 244 w 459"/>
                <a:gd name="T49" fmla="*/ 618 h 626"/>
                <a:gd name="T50" fmla="*/ 173 w 459"/>
                <a:gd name="T51" fmla="*/ 593 h 626"/>
                <a:gd name="T52" fmla="*/ 110 w 459"/>
                <a:gd name="T53" fmla="*/ 554 h 626"/>
                <a:gd name="T54" fmla="*/ 60 w 459"/>
                <a:gd name="T55" fmla="*/ 502 h 626"/>
                <a:gd name="T56" fmla="*/ 23 w 459"/>
                <a:gd name="T57" fmla="*/ 435 h 626"/>
                <a:gd name="T58" fmla="*/ 4 w 459"/>
                <a:gd name="T59" fmla="*/ 356 h 626"/>
                <a:gd name="T60" fmla="*/ 4 w 459"/>
                <a:gd name="T61" fmla="*/ 269 h 626"/>
                <a:gd name="T62" fmla="*/ 25 w 459"/>
                <a:gd name="T63" fmla="*/ 187 h 626"/>
                <a:gd name="T64" fmla="*/ 65 w 459"/>
                <a:gd name="T65" fmla="*/ 118 h 626"/>
                <a:gd name="T66" fmla="*/ 122 w 459"/>
                <a:gd name="T67" fmla="*/ 63 h 626"/>
                <a:gd name="T68" fmla="*/ 193 w 459"/>
                <a:gd name="T69" fmla="*/ 23 h 626"/>
                <a:gd name="T70" fmla="*/ 276 w 459"/>
                <a:gd name="T71" fmla="*/ 3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59" h="626">
                  <a:moveTo>
                    <a:pt x="321" y="0"/>
                  </a:moveTo>
                  <a:lnTo>
                    <a:pt x="350" y="1"/>
                  </a:lnTo>
                  <a:lnTo>
                    <a:pt x="376" y="3"/>
                  </a:lnTo>
                  <a:lnTo>
                    <a:pt x="400" y="7"/>
                  </a:lnTo>
                  <a:lnTo>
                    <a:pt x="420" y="11"/>
                  </a:lnTo>
                  <a:lnTo>
                    <a:pt x="437" y="15"/>
                  </a:lnTo>
                  <a:lnTo>
                    <a:pt x="451" y="19"/>
                  </a:lnTo>
                  <a:lnTo>
                    <a:pt x="459" y="22"/>
                  </a:lnTo>
                  <a:lnTo>
                    <a:pt x="459" y="184"/>
                  </a:lnTo>
                  <a:lnTo>
                    <a:pt x="454" y="181"/>
                  </a:lnTo>
                  <a:lnTo>
                    <a:pt x="443" y="176"/>
                  </a:lnTo>
                  <a:lnTo>
                    <a:pt x="429" y="169"/>
                  </a:lnTo>
                  <a:lnTo>
                    <a:pt x="410" y="163"/>
                  </a:lnTo>
                  <a:lnTo>
                    <a:pt x="387" y="157"/>
                  </a:lnTo>
                  <a:lnTo>
                    <a:pt x="361" y="152"/>
                  </a:lnTo>
                  <a:lnTo>
                    <a:pt x="331" y="151"/>
                  </a:lnTo>
                  <a:lnTo>
                    <a:pt x="300" y="154"/>
                  </a:lnTo>
                  <a:lnTo>
                    <a:pt x="271" y="161"/>
                  </a:lnTo>
                  <a:lnTo>
                    <a:pt x="244" y="173"/>
                  </a:lnTo>
                  <a:lnTo>
                    <a:pt x="221" y="188"/>
                  </a:lnTo>
                  <a:lnTo>
                    <a:pt x="203" y="207"/>
                  </a:lnTo>
                  <a:lnTo>
                    <a:pt x="187" y="229"/>
                  </a:lnTo>
                  <a:lnTo>
                    <a:pt x="175" y="255"/>
                  </a:lnTo>
                  <a:lnTo>
                    <a:pt x="168" y="282"/>
                  </a:lnTo>
                  <a:lnTo>
                    <a:pt x="166" y="313"/>
                  </a:lnTo>
                  <a:lnTo>
                    <a:pt x="168" y="342"/>
                  </a:lnTo>
                  <a:lnTo>
                    <a:pt x="174" y="370"/>
                  </a:lnTo>
                  <a:lnTo>
                    <a:pt x="186" y="394"/>
                  </a:lnTo>
                  <a:lnTo>
                    <a:pt x="201" y="417"/>
                  </a:lnTo>
                  <a:lnTo>
                    <a:pt x="220" y="436"/>
                  </a:lnTo>
                  <a:lnTo>
                    <a:pt x="243" y="452"/>
                  </a:lnTo>
                  <a:lnTo>
                    <a:pt x="270" y="464"/>
                  </a:lnTo>
                  <a:lnTo>
                    <a:pt x="299" y="471"/>
                  </a:lnTo>
                  <a:lnTo>
                    <a:pt x="331" y="474"/>
                  </a:lnTo>
                  <a:lnTo>
                    <a:pt x="361" y="472"/>
                  </a:lnTo>
                  <a:lnTo>
                    <a:pt x="387" y="469"/>
                  </a:lnTo>
                  <a:lnTo>
                    <a:pt x="409" y="463"/>
                  </a:lnTo>
                  <a:lnTo>
                    <a:pt x="429" y="456"/>
                  </a:lnTo>
                  <a:lnTo>
                    <a:pt x="443" y="450"/>
                  </a:lnTo>
                  <a:lnTo>
                    <a:pt x="454" y="445"/>
                  </a:lnTo>
                  <a:lnTo>
                    <a:pt x="459" y="441"/>
                  </a:lnTo>
                  <a:lnTo>
                    <a:pt x="459" y="604"/>
                  </a:lnTo>
                  <a:lnTo>
                    <a:pt x="447" y="608"/>
                  </a:lnTo>
                  <a:lnTo>
                    <a:pt x="430" y="612"/>
                  </a:lnTo>
                  <a:lnTo>
                    <a:pt x="408" y="618"/>
                  </a:lnTo>
                  <a:lnTo>
                    <a:pt x="383" y="622"/>
                  </a:lnTo>
                  <a:lnTo>
                    <a:pt x="353" y="625"/>
                  </a:lnTo>
                  <a:lnTo>
                    <a:pt x="321" y="626"/>
                  </a:lnTo>
                  <a:lnTo>
                    <a:pt x="282" y="624"/>
                  </a:lnTo>
                  <a:lnTo>
                    <a:pt x="244" y="618"/>
                  </a:lnTo>
                  <a:lnTo>
                    <a:pt x="208" y="607"/>
                  </a:lnTo>
                  <a:lnTo>
                    <a:pt x="173" y="593"/>
                  </a:lnTo>
                  <a:lnTo>
                    <a:pt x="141" y="575"/>
                  </a:lnTo>
                  <a:lnTo>
                    <a:pt x="110" y="554"/>
                  </a:lnTo>
                  <a:lnTo>
                    <a:pt x="83" y="529"/>
                  </a:lnTo>
                  <a:lnTo>
                    <a:pt x="60" y="502"/>
                  </a:lnTo>
                  <a:lnTo>
                    <a:pt x="39" y="470"/>
                  </a:lnTo>
                  <a:lnTo>
                    <a:pt x="23" y="435"/>
                  </a:lnTo>
                  <a:lnTo>
                    <a:pt x="11" y="397"/>
                  </a:lnTo>
                  <a:lnTo>
                    <a:pt x="4" y="356"/>
                  </a:lnTo>
                  <a:lnTo>
                    <a:pt x="0" y="313"/>
                  </a:lnTo>
                  <a:lnTo>
                    <a:pt x="4" y="269"/>
                  </a:lnTo>
                  <a:lnTo>
                    <a:pt x="12" y="226"/>
                  </a:lnTo>
                  <a:lnTo>
                    <a:pt x="25" y="187"/>
                  </a:lnTo>
                  <a:lnTo>
                    <a:pt x="42" y="151"/>
                  </a:lnTo>
                  <a:lnTo>
                    <a:pt x="65" y="118"/>
                  </a:lnTo>
                  <a:lnTo>
                    <a:pt x="92" y="88"/>
                  </a:lnTo>
                  <a:lnTo>
                    <a:pt x="122" y="63"/>
                  </a:lnTo>
                  <a:lnTo>
                    <a:pt x="155" y="41"/>
                  </a:lnTo>
                  <a:lnTo>
                    <a:pt x="193" y="23"/>
                  </a:lnTo>
                  <a:lnTo>
                    <a:pt x="233" y="10"/>
                  </a:lnTo>
                  <a:lnTo>
                    <a:pt x="276" y="3"/>
                  </a:lnTo>
                  <a:lnTo>
                    <a:pt x="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39" name="Freeform 8"/>
            <p:cNvSpPr>
              <a:spLocks/>
            </p:cNvSpPr>
            <p:nvPr/>
          </p:nvSpPr>
          <p:spPr bwMode="auto">
            <a:xfrm>
              <a:off x="457260" y="3196644"/>
              <a:ext cx="120650" cy="165100"/>
            </a:xfrm>
            <a:custGeom>
              <a:avLst/>
              <a:gdLst>
                <a:gd name="T0" fmla="*/ 349 w 458"/>
                <a:gd name="T1" fmla="*/ 1 h 626"/>
                <a:gd name="T2" fmla="*/ 400 w 458"/>
                <a:gd name="T3" fmla="*/ 7 h 626"/>
                <a:gd name="T4" fmla="*/ 437 w 458"/>
                <a:gd name="T5" fmla="*/ 15 h 626"/>
                <a:gd name="T6" fmla="*/ 458 w 458"/>
                <a:gd name="T7" fmla="*/ 22 h 626"/>
                <a:gd name="T8" fmla="*/ 452 w 458"/>
                <a:gd name="T9" fmla="*/ 181 h 626"/>
                <a:gd name="T10" fmla="*/ 428 w 458"/>
                <a:gd name="T11" fmla="*/ 169 h 626"/>
                <a:gd name="T12" fmla="*/ 386 w 458"/>
                <a:gd name="T13" fmla="*/ 157 h 626"/>
                <a:gd name="T14" fmla="*/ 331 w 458"/>
                <a:gd name="T15" fmla="*/ 151 h 626"/>
                <a:gd name="T16" fmla="*/ 270 w 458"/>
                <a:gd name="T17" fmla="*/ 161 h 626"/>
                <a:gd name="T18" fmla="*/ 221 w 458"/>
                <a:gd name="T19" fmla="*/ 188 h 626"/>
                <a:gd name="T20" fmla="*/ 186 w 458"/>
                <a:gd name="T21" fmla="*/ 229 h 626"/>
                <a:gd name="T22" fmla="*/ 168 w 458"/>
                <a:gd name="T23" fmla="*/ 282 h 626"/>
                <a:gd name="T24" fmla="*/ 168 w 458"/>
                <a:gd name="T25" fmla="*/ 342 h 626"/>
                <a:gd name="T26" fmla="*/ 185 w 458"/>
                <a:gd name="T27" fmla="*/ 394 h 626"/>
                <a:gd name="T28" fmla="*/ 220 w 458"/>
                <a:gd name="T29" fmla="*/ 436 h 626"/>
                <a:gd name="T30" fmla="*/ 269 w 458"/>
                <a:gd name="T31" fmla="*/ 464 h 626"/>
                <a:gd name="T32" fmla="*/ 331 w 458"/>
                <a:gd name="T33" fmla="*/ 474 h 626"/>
                <a:gd name="T34" fmla="*/ 386 w 458"/>
                <a:gd name="T35" fmla="*/ 469 h 626"/>
                <a:gd name="T36" fmla="*/ 427 w 458"/>
                <a:gd name="T37" fmla="*/ 456 h 626"/>
                <a:gd name="T38" fmla="*/ 452 w 458"/>
                <a:gd name="T39" fmla="*/ 445 h 626"/>
                <a:gd name="T40" fmla="*/ 458 w 458"/>
                <a:gd name="T41" fmla="*/ 604 h 626"/>
                <a:gd name="T42" fmla="*/ 429 w 458"/>
                <a:gd name="T43" fmla="*/ 612 h 626"/>
                <a:gd name="T44" fmla="*/ 381 w 458"/>
                <a:gd name="T45" fmla="*/ 622 h 626"/>
                <a:gd name="T46" fmla="*/ 319 w 458"/>
                <a:gd name="T47" fmla="*/ 626 h 626"/>
                <a:gd name="T48" fmla="*/ 243 w 458"/>
                <a:gd name="T49" fmla="*/ 618 h 626"/>
                <a:gd name="T50" fmla="*/ 173 w 458"/>
                <a:gd name="T51" fmla="*/ 593 h 626"/>
                <a:gd name="T52" fmla="*/ 110 w 458"/>
                <a:gd name="T53" fmla="*/ 554 h 626"/>
                <a:gd name="T54" fmla="*/ 59 w 458"/>
                <a:gd name="T55" fmla="*/ 502 h 626"/>
                <a:gd name="T56" fmla="*/ 22 w 458"/>
                <a:gd name="T57" fmla="*/ 435 h 626"/>
                <a:gd name="T58" fmla="*/ 3 w 458"/>
                <a:gd name="T59" fmla="*/ 356 h 626"/>
                <a:gd name="T60" fmla="*/ 3 w 458"/>
                <a:gd name="T61" fmla="*/ 269 h 626"/>
                <a:gd name="T62" fmla="*/ 24 w 458"/>
                <a:gd name="T63" fmla="*/ 187 h 626"/>
                <a:gd name="T64" fmla="*/ 64 w 458"/>
                <a:gd name="T65" fmla="*/ 118 h 626"/>
                <a:gd name="T66" fmla="*/ 122 w 458"/>
                <a:gd name="T67" fmla="*/ 63 h 626"/>
                <a:gd name="T68" fmla="*/ 192 w 458"/>
                <a:gd name="T69" fmla="*/ 23 h 626"/>
                <a:gd name="T70" fmla="*/ 274 w 458"/>
                <a:gd name="T71" fmla="*/ 3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58" h="626">
                  <a:moveTo>
                    <a:pt x="319" y="0"/>
                  </a:moveTo>
                  <a:lnTo>
                    <a:pt x="349" y="1"/>
                  </a:lnTo>
                  <a:lnTo>
                    <a:pt x="376" y="3"/>
                  </a:lnTo>
                  <a:lnTo>
                    <a:pt x="400" y="7"/>
                  </a:lnTo>
                  <a:lnTo>
                    <a:pt x="420" y="11"/>
                  </a:lnTo>
                  <a:lnTo>
                    <a:pt x="437" y="15"/>
                  </a:lnTo>
                  <a:lnTo>
                    <a:pt x="449" y="19"/>
                  </a:lnTo>
                  <a:lnTo>
                    <a:pt x="458" y="22"/>
                  </a:lnTo>
                  <a:lnTo>
                    <a:pt x="458" y="184"/>
                  </a:lnTo>
                  <a:lnTo>
                    <a:pt x="452" y="181"/>
                  </a:lnTo>
                  <a:lnTo>
                    <a:pt x="443" y="176"/>
                  </a:lnTo>
                  <a:lnTo>
                    <a:pt x="428" y="169"/>
                  </a:lnTo>
                  <a:lnTo>
                    <a:pt x="410" y="163"/>
                  </a:lnTo>
                  <a:lnTo>
                    <a:pt x="386" y="157"/>
                  </a:lnTo>
                  <a:lnTo>
                    <a:pt x="360" y="152"/>
                  </a:lnTo>
                  <a:lnTo>
                    <a:pt x="331" y="151"/>
                  </a:lnTo>
                  <a:lnTo>
                    <a:pt x="300" y="154"/>
                  </a:lnTo>
                  <a:lnTo>
                    <a:pt x="270" y="161"/>
                  </a:lnTo>
                  <a:lnTo>
                    <a:pt x="244" y="173"/>
                  </a:lnTo>
                  <a:lnTo>
                    <a:pt x="221" y="188"/>
                  </a:lnTo>
                  <a:lnTo>
                    <a:pt x="202" y="207"/>
                  </a:lnTo>
                  <a:lnTo>
                    <a:pt x="186" y="229"/>
                  </a:lnTo>
                  <a:lnTo>
                    <a:pt x="174" y="255"/>
                  </a:lnTo>
                  <a:lnTo>
                    <a:pt x="168" y="282"/>
                  </a:lnTo>
                  <a:lnTo>
                    <a:pt x="164" y="313"/>
                  </a:lnTo>
                  <a:lnTo>
                    <a:pt x="168" y="342"/>
                  </a:lnTo>
                  <a:lnTo>
                    <a:pt x="174" y="370"/>
                  </a:lnTo>
                  <a:lnTo>
                    <a:pt x="185" y="394"/>
                  </a:lnTo>
                  <a:lnTo>
                    <a:pt x="201" y="417"/>
                  </a:lnTo>
                  <a:lnTo>
                    <a:pt x="220" y="436"/>
                  </a:lnTo>
                  <a:lnTo>
                    <a:pt x="243" y="452"/>
                  </a:lnTo>
                  <a:lnTo>
                    <a:pt x="269" y="464"/>
                  </a:lnTo>
                  <a:lnTo>
                    <a:pt x="299" y="471"/>
                  </a:lnTo>
                  <a:lnTo>
                    <a:pt x="331" y="474"/>
                  </a:lnTo>
                  <a:lnTo>
                    <a:pt x="360" y="472"/>
                  </a:lnTo>
                  <a:lnTo>
                    <a:pt x="386" y="469"/>
                  </a:lnTo>
                  <a:lnTo>
                    <a:pt x="408" y="463"/>
                  </a:lnTo>
                  <a:lnTo>
                    <a:pt x="427" y="456"/>
                  </a:lnTo>
                  <a:lnTo>
                    <a:pt x="442" y="450"/>
                  </a:lnTo>
                  <a:lnTo>
                    <a:pt x="452" y="445"/>
                  </a:lnTo>
                  <a:lnTo>
                    <a:pt x="458" y="441"/>
                  </a:lnTo>
                  <a:lnTo>
                    <a:pt x="458" y="604"/>
                  </a:lnTo>
                  <a:lnTo>
                    <a:pt x="446" y="608"/>
                  </a:lnTo>
                  <a:lnTo>
                    <a:pt x="429" y="612"/>
                  </a:lnTo>
                  <a:lnTo>
                    <a:pt x="407" y="618"/>
                  </a:lnTo>
                  <a:lnTo>
                    <a:pt x="381" y="622"/>
                  </a:lnTo>
                  <a:lnTo>
                    <a:pt x="352" y="625"/>
                  </a:lnTo>
                  <a:lnTo>
                    <a:pt x="319" y="626"/>
                  </a:lnTo>
                  <a:lnTo>
                    <a:pt x="281" y="624"/>
                  </a:lnTo>
                  <a:lnTo>
                    <a:pt x="243" y="618"/>
                  </a:lnTo>
                  <a:lnTo>
                    <a:pt x="207" y="607"/>
                  </a:lnTo>
                  <a:lnTo>
                    <a:pt x="173" y="593"/>
                  </a:lnTo>
                  <a:lnTo>
                    <a:pt x="140" y="575"/>
                  </a:lnTo>
                  <a:lnTo>
                    <a:pt x="110" y="554"/>
                  </a:lnTo>
                  <a:lnTo>
                    <a:pt x="83" y="529"/>
                  </a:lnTo>
                  <a:lnTo>
                    <a:pt x="59" y="502"/>
                  </a:lnTo>
                  <a:lnTo>
                    <a:pt x="39" y="470"/>
                  </a:lnTo>
                  <a:lnTo>
                    <a:pt x="22" y="435"/>
                  </a:lnTo>
                  <a:lnTo>
                    <a:pt x="11" y="397"/>
                  </a:lnTo>
                  <a:lnTo>
                    <a:pt x="3" y="356"/>
                  </a:lnTo>
                  <a:lnTo>
                    <a:pt x="0" y="313"/>
                  </a:lnTo>
                  <a:lnTo>
                    <a:pt x="3" y="269"/>
                  </a:lnTo>
                  <a:lnTo>
                    <a:pt x="12" y="226"/>
                  </a:lnTo>
                  <a:lnTo>
                    <a:pt x="24" y="187"/>
                  </a:lnTo>
                  <a:lnTo>
                    <a:pt x="42" y="151"/>
                  </a:lnTo>
                  <a:lnTo>
                    <a:pt x="64" y="118"/>
                  </a:lnTo>
                  <a:lnTo>
                    <a:pt x="91" y="88"/>
                  </a:lnTo>
                  <a:lnTo>
                    <a:pt x="122" y="63"/>
                  </a:lnTo>
                  <a:lnTo>
                    <a:pt x="155" y="41"/>
                  </a:lnTo>
                  <a:lnTo>
                    <a:pt x="192" y="23"/>
                  </a:lnTo>
                  <a:lnTo>
                    <a:pt x="233" y="10"/>
                  </a:lnTo>
                  <a:lnTo>
                    <a:pt x="274" y="3"/>
                  </a:lnTo>
                  <a:lnTo>
                    <a:pt x="31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0" name="Freeform 9"/>
            <p:cNvSpPr>
              <a:spLocks noEditPoints="1"/>
            </p:cNvSpPr>
            <p:nvPr/>
          </p:nvSpPr>
          <p:spPr bwMode="auto">
            <a:xfrm>
              <a:off x="1038285" y="3196644"/>
              <a:ext cx="168275" cy="165100"/>
            </a:xfrm>
            <a:custGeom>
              <a:avLst/>
              <a:gdLst>
                <a:gd name="T0" fmla="*/ 288 w 635"/>
                <a:gd name="T1" fmla="*/ 156 h 626"/>
                <a:gd name="T2" fmla="*/ 237 w 635"/>
                <a:gd name="T3" fmla="*/ 176 h 626"/>
                <a:gd name="T4" fmla="*/ 196 w 635"/>
                <a:gd name="T5" fmla="*/ 211 h 626"/>
                <a:gd name="T6" fmla="*/ 170 w 635"/>
                <a:gd name="T7" fmla="*/ 257 h 626"/>
                <a:gd name="T8" fmla="*/ 161 w 635"/>
                <a:gd name="T9" fmla="*/ 313 h 626"/>
                <a:gd name="T10" fmla="*/ 170 w 635"/>
                <a:gd name="T11" fmla="*/ 369 h 626"/>
                <a:gd name="T12" fmla="*/ 196 w 635"/>
                <a:gd name="T13" fmla="*/ 415 h 626"/>
                <a:gd name="T14" fmla="*/ 237 w 635"/>
                <a:gd name="T15" fmla="*/ 450 h 626"/>
                <a:gd name="T16" fmla="*/ 288 w 635"/>
                <a:gd name="T17" fmla="*/ 469 h 626"/>
                <a:gd name="T18" fmla="*/ 347 w 635"/>
                <a:gd name="T19" fmla="*/ 469 h 626"/>
                <a:gd name="T20" fmla="*/ 398 w 635"/>
                <a:gd name="T21" fmla="*/ 450 h 626"/>
                <a:gd name="T22" fmla="*/ 438 w 635"/>
                <a:gd name="T23" fmla="*/ 415 h 626"/>
                <a:gd name="T24" fmla="*/ 465 w 635"/>
                <a:gd name="T25" fmla="*/ 369 h 626"/>
                <a:gd name="T26" fmla="*/ 475 w 635"/>
                <a:gd name="T27" fmla="*/ 313 h 626"/>
                <a:gd name="T28" fmla="*/ 465 w 635"/>
                <a:gd name="T29" fmla="*/ 257 h 626"/>
                <a:gd name="T30" fmla="*/ 438 w 635"/>
                <a:gd name="T31" fmla="*/ 211 h 626"/>
                <a:gd name="T32" fmla="*/ 398 w 635"/>
                <a:gd name="T33" fmla="*/ 176 h 626"/>
                <a:gd name="T34" fmla="*/ 347 w 635"/>
                <a:gd name="T35" fmla="*/ 156 h 626"/>
                <a:gd name="T36" fmla="*/ 318 w 635"/>
                <a:gd name="T37" fmla="*/ 0 h 626"/>
                <a:gd name="T38" fmla="*/ 406 w 635"/>
                <a:gd name="T39" fmla="*/ 11 h 626"/>
                <a:gd name="T40" fmla="*/ 482 w 635"/>
                <a:gd name="T41" fmla="*/ 43 h 626"/>
                <a:gd name="T42" fmla="*/ 546 w 635"/>
                <a:gd name="T43" fmla="*/ 91 h 626"/>
                <a:gd name="T44" fmla="*/ 594 w 635"/>
                <a:gd name="T45" fmla="*/ 155 h 626"/>
                <a:gd name="T46" fmla="*/ 624 w 635"/>
                <a:gd name="T47" fmla="*/ 229 h 626"/>
                <a:gd name="T48" fmla="*/ 635 w 635"/>
                <a:gd name="T49" fmla="*/ 313 h 626"/>
                <a:gd name="T50" fmla="*/ 624 w 635"/>
                <a:gd name="T51" fmla="*/ 396 h 626"/>
                <a:gd name="T52" fmla="*/ 594 w 635"/>
                <a:gd name="T53" fmla="*/ 471 h 626"/>
                <a:gd name="T54" fmla="*/ 546 w 635"/>
                <a:gd name="T55" fmla="*/ 534 h 626"/>
                <a:gd name="T56" fmla="*/ 482 w 635"/>
                <a:gd name="T57" fmla="*/ 583 h 626"/>
                <a:gd name="T58" fmla="*/ 406 w 635"/>
                <a:gd name="T59" fmla="*/ 614 h 626"/>
                <a:gd name="T60" fmla="*/ 318 w 635"/>
                <a:gd name="T61" fmla="*/ 626 h 626"/>
                <a:gd name="T62" fmla="*/ 230 w 635"/>
                <a:gd name="T63" fmla="*/ 614 h 626"/>
                <a:gd name="T64" fmla="*/ 153 w 635"/>
                <a:gd name="T65" fmla="*/ 583 h 626"/>
                <a:gd name="T66" fmla="*/ 89 w 635"/>
                <a:gd name="T67" fmla="*/ 534 h 626"/>
                <a:gd name="T68" fmla="*/ 41 w 635"/>
                <a:gd name="T69" fmla="*/ 471 h 626"/>
                <a:gd name="T70" fmla="*/ 11 w 635"/>
                <a:gd name="T71" fmla="*/ 396 h 626"/>
                <a:gd name="T72" fmla="*/ 0 w 635"/>
                <a:gd name="T73" fmla="*/ 313 h 626"/>
                <a:gd name="T74" fmla="*/ 11 w 635"/>
                <a:gd name="T75" fmla="*/ 229 h 626"/>
                <a:gd name="T76" fmla="*/ 41 w 635"/>
                <a:gd name="T77" fmla="*/ 155 h 626"/>
                <a:gd name="T78" fmla="*/ 89 w 635"/>
                <a:gd name="T79" fmla="*/ 91 h 626"/>
                <a:gd name="T80" fmla="*/ 153 w 635"/>
                <a:gd name="T81" fmla="*/ 43 h 626"/>
                <a:gd name="T82" fmla="*/ 230 w 635"/>
                <a:gd name="T83" fmla="*/ 11 h 626"/>
                <a:gd name="T84" fmla="*/ 318 w 635"/>
                <a:gd name="T85"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35" h="626">
                  <a:moveTo>
                    <a:pt x="318" y="154"/>
                  </a:moveTo>
                  <a:lnTo>
                    <a:pt x="288" y="156"/>
                  </a:lnTo>
                  <a:lnTo>
                    <a:pt x="261" y="164"/>
                  </a:lnTo>
                  <a:lnTo>
                    <a:pt x="237" y="176"/>
                  </a:lnTo>
                  <a:lnTo>
                    <a:pt x="215" y="192"/>
                  </a:lnTo>
                  <a:lnTo>
                    <a:pt x="196" y="211"/>
                  </a:lnTo>
                  <a:lnTo>
                    <a:pt x="181" y="233"/>
                  </a:lnTo>
                  <a:lnTo>
                    <a:pt x="170" y="257"/>
                  </a:lnTo>
                  <a:lnTo>
                    <a:pt x="164" y="284"/>
                  </a:lnTo>
                  <a:lnTo>
                    <a:pt x="161" y="313"/>
                  </a:lnTo>
                  <a:lnTo>
                    <a:pt x="164" y="341"/>
                  </a:lnTo>
                  <a:lnTo>
                    <a:pt x="170" y="369"/>
                  </a:lnTo>
                  <a:lnTo>
                    <a:pt x="181" y="393"/>
                  </a:lnTo>
                  <a:lnTo>
                    <a:pt x="196" y="415"/>
                  </a:lnTo>
                  <a:lnTo>
                    <a:pt x="215" y="434"/>
                  </a:lnTo>
                  <a:lnTo>
                    <a:pt x="237" y="450"/>
                  </a:lnTo>
                  <a:lnTo>
                    <a:pt x="261" y="461"/>
                  </a:lnTo>
                  <a:lnTo>
                    <a:pt x="288" y="469"/>
                  </a:lnTo>
                  <a:lnTo>
                    <a:pt x="318" y="472"/>
                  </a:lnTo>
                  <a:lnTo>
                    <a:pt x="347" y="469"/>
                  </a:lnTo>
                  <a:lnTo>
                    <a:pt x="373" y="461"/>
                  </a:lnTo>
                  <a:lnTo>
                    <a:pt x="398" y="450"/>
                  </a:lnTo>
                  <a:lnTo>
                    <a:pt x="420" y="434"/>
                  </a:lnTo>
                  <a:lnTo>
                    <a:pt x="438" y="415"/>
                  </a:lnTo>
                  <a:lnTo>
                    <a:pt x="454" y="393"/>
                  </a:lnTo>
                  <a:lnTo>
                    <a:pt x="465" y="369"/>
                  </a:lnTo>
                  <a:lnTo>
                    <a:pt x="472" y="341"/>
                  </a:lnTo>
                  <a:lnTo>
                    <a:pt x="475" y="313"/>
                  </a:lnTo>
                  <a:lnTo>
                    <a:pt x="472" y="284"/>
                  </a:lnTo>
                  <a:lnTo>
                    <a:pt x="465" y="257"/>
                  </a:lnTo>
                  <a:lnTo>
                    <a:pt x="454" y="233"/>
                  </a:lnTo>
                  <a:lnTo>
                    <a:pt x="438" y="211"/>
                  </a:lnTo>
                  <a:lnTo>
                    <a:pt x="420" y="192"/>
                  </a:lnTo>
                  <a:lnTo>
                    <a:pt x="398" y="176"/>
                  </a:lnTo>
                  <a:lnTo>
                    <a:pt x="373" y="164"/>
                  </a:lnTo>
                  <a:lnTo>
                    <a:pt x="347" y="156"/>
                  </a:lnTo>
                  <a:lnTo>
                    <a:pt x="318" y="154"/>
                  </a:lnTo>
                  <a:close/>
                  <a:moveTo>
                    <a:pt x="318" y="0"/>
                  </a:moveTo>
                  <a:lnTo>
                    <a:pt x="363" y="3"/>
                  </a:lnTo>
                  <a:lnTo>
                    <a:pt x="406" y="11"/>
                  </a:lnTo>
                  <a:lnTo>
                    <a:pt x="445" y="24"/>
                  </a:lnTo>
                  <a:lnTo>
                    <a:pt x="482" y="43"/>
                  </a:lnTo>
                  <a:lnTo>
                    <a:pt x="516" y="65"/>
                  </a:lnTo>
                  <a:lnTo>
                    <a:pt x="546" y="91"/>
                  </a:lnTo>
                  <a:lnTo>
                    <a:pt x="572" y="122"/>
                  </a:lnTo>
                  <a:lnTo>
                    <a:pt x="594" y="155"/>
                  </a:lnTo>
                  <a:lnTo>
                    <a:pt x="611" y="190"/>
                  </a:lnTo>
                  <a:lnTo>
                    <a:pt x="624" y="229"/>
                  </a:lnTo>
                  <a:lnTo>
                    <a:pt x="632" y="271"/>
                  </a:lnTo>
                  <a:lnTo>
                    <a:pt x="635" y="313"/>
                  </a:lnTo>
                  <a:lnTo>
                    <a:pt x="632" y="355"/>
                  </a:lnTo>
                  <a:lnTo>
                    <a:pt x="624" y="396"/>
                  </a:lnTo>
                  <a:lnTo>
                    <a:pt x="611" y="434"/>
                  </a:lnTo>
                  <a:lnTo>
                    <a:pt x="594" y="471"/>
                  </a:lnTo>
                  <a:lnTo>
                    <a:pt x="572" y="504"/>
                  </a:lnTo>
                  <a:lnTo>
                    <a:pt x="546" y="534"/>
                  </a:lnTo>
                  <a:lnTo>
                    <a:pt x="516" y="561"/>
                  </a:lnTo>
                  <a:lnTo>
                    <a:pt x="482" y="583"/>
                  </a:lnTo>
                  <a:lnTo>
                    <a:pt x="445" y="601"/>
                  </a:lnTo>
                  <a:lnTo>
                    <a:pt x="406" y="614"/>
                  </a:lnTo>
                  <a:lnTo>
                    <a:pt x="363" y="623"/>
                  </a:lnTo>
                  <a:lnTo>
                    <a:pt x="318" y="626"/>
                  </a:lnTo>
                  <a:lnTo>
                    <a:pt x="273" y="623"/>
                  </a:lnTo>
                  <a:lnTo>
                    <a:pt x="230" y="614"/>
                  </a:lnTo>
                  <a:lnTo>
                    <a:pt x="190" y="601"/>
                  </a:lnTo>
                  <a:lnTo>
                    <a:pt x="153" y="583"/>
                  </a:lnTo>
                  <a:lnTo>
                    <a:pt x="120" y="561"/>
                  </a:lnTo>
                  <a:lnTo>
                    <a:pt x="89" y="534"/>
                  </a:lnTo>
                  <a:lnTo>
                    <a:pt x="63" y="504"/>
                  </a:lnTo>
                  <a:lnTo>
                    <a:pt x="41" y="471"/>
                  </a:lnTo>
                  <a:lnTo>
                    <a:pt x="24" y="434"/>
                  </a:lnTo>
                  <a:lnTo>
                    <a:pt x="11" y="396"/>
                  </a:lnTo>
                  <a:lnTo>
                    <a:pt x="3" y="355"/>
                  </a:lnTo>
                  <a:lnTo>
                    <a:pt x="0" y="313"/>
                  </a:lnTo>
                  <a:lnTo>
                    <a:pt x="3" y="271"/>
                  </a:lnTo>
                  <a:lnTo>
                    <a:pt x="11" y="229"/>
                  </a:lnTo>
                  <a:lnTo>
                    <a:pt x="24" y="190"/>
                  </a:lnTo>
                  <a:lnTo>
                    <a:pt x="41" y="155"/>
                  </a:lnTo>
                  <a:lnTo>
                    <a:pt x="63" y="122"/>
                  </a:lnTo>
                  <a:lnTo>
                    <a:pt x="89" y="91"/>
                  </a:lnTo>
                  <a:lnTo>
                    <a:pt x="120" y="65"/>
                  </a:lnTo>
                  <a:lnTo>
                    <a:pt x="153" y="43"/>
                  </a:lnTo>
                  <a:lnTo>
                    <a:pt x="190" y="24"/>
                  </a:lnTo>
                  <a:lnTo>
                    <a:pt x="230" y="11"/>
                  </a:lnTo>
                  <a:lnTo>
                    <a:pt x="273" y="3"/>
                  </a:lnTo>
                  <a:lnTo>
                    <a:pt x="3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1" name="Freeform 10"/>
            <p:cNvSpPr>
              <a:spLocks/>
            </p:cNvSpPr>
            <p:nvPr/>
          </p:nvSpPr>
          <p:spPr bwMode="auto">
            <a:xfrm>
              <a:off x="727135" y="3196644"/>
              <a:ext cx="109538" cy="165100"/>
            </a:xfrm>
            <a:custGeom>
              <a:avLst/>
              <a:gdLst>
                <a:gd name="T0" fmla="*/ 251 w 414"/>
                <a:gd name="T1" fmla="*/ 1 h 626"/>
                <a:gd name="T2" fmla="*/ 302 w 414"/>
                <a:gd name="T3" fmla="*/ 5 h 626"/>
                <a:gd name="T4" fmla="*/ 343 w 414"/>
                <a:gd name="T5" fmla="*/ 12 h 626"/>
                <a:gd name="T6" fmla="*/ 367 w 414"/>
                <a:gd name="T7" fmla="*/ 18 h 626"/>
                <a:gd name="T8" fmla="*/ 372 w 414"/>
                <a:gd name="T9" fmla="*/ 148 h 626"/>
                <a:gd name="T10" fmla="*/ 359 w 414"/>
                <a:gd name="T11" fmla="*/ 145 h 626"/>
                <a:gd name="T12" fmla="*/ 331 w 414"/>
                <a:gd name="T13" fmla="*/ 139 h 626"/>
                <a:gd name="T14" fmla="*/ 293 w 414"/>
                <a:gd name="T15" fmla="*/ 132 h 626"/>
                <a:gd name="T16" fmla="*/ 254 w 414"/>
                <a:gd name="T17" fmla="*/ 129 h 626"/>
                <a:gd name="T18" fmla="*/ 202 w 414"/>
                <a:gd name="T19" fmla="*/ 136 h 626"/>
                <a:gd name="T20" fmla="*/ 170 w 414"/>
                <a:gd name="T21" fmla="*/ 154 h 626"/>
                <a:gd name="T22" fmla="*/ 159 w 414"/>
                <a:gd name="T23" fmla="*/ 179 h 626"/>
                <a:gd name="T24" fmla="*/ 169 w 414"/>
                <a:gd name="T25" fmla="*/ 205 h 626"/>
                <a:gd name="T26" fmla="*/ 191 w 414"/>
                <a:gd name="T27" fmla="*/ 222 h 626"/>
                <a:gd name="T28" fmla="*/ 217 w 414"/>
                <a:gd name="T29" fmla="*/ 233 h 626"/>
                <a:gd name="T30" fmla="*/ 270 w 414"/>
                <a:gd name="T31" fmla="*/ 250 h 626"/>
                <a:gd name="T32" fmla="*/ 329 w 414"/>
                <a:gd name="T33" fmla="*/ 276 h 626"/>
                <a:gd name="T34" fmla="*/ 371 w 414"/>
                <a:gd name="T35" fmla="*/ 311 h 626"/>
                <a:gd name="T36" fmla="*/ 399 w 414"/>
                <a:gd name="T37" fmla="*/ 352 h 626"/>
                <a:gd name="T38" fmla="*/ 412 w 414"/>
                <a:gd name="T39" fmla="*/ 398 h 626"/>
                <a:gd name="T40" fmla="*/ 412 w 414"/>
                <a:gd name="T41" fmla="*/ 456 h 626"/>
                <a:gd name="T42" fmla="*/ 395 w 414"/>
                <a:gd name="T43" fmla="*/ 512 h 626"/>
                <a:gd name="T44" fmla="*/ 364 w 414"/>
                <a:gd name="T45" fmla="*/ 556 h 626"/>
                <a:gd name="T46" fmla="*/ 322 w 414"/>
                <a:gd name="T47" fmla="*/ 588 h 626"/>
                <a:gd name="T48" fmla="*/ 272 w 414"/>
                <a:gd name="T49" fmla="*/ 610 h 626"/>
                <a:gd name="T50" fmla="*/ 219 w 414"/>
                <a:gd name="T51" fmla="*/ 622 h 626"/>
                <a:gd name="T52" fmla="*/ 166 w 414"/>
                <a:gd name="T53" fmla="*/ 626 h 626"/>
                <a:gd name="T54" fmla="*/ 107 w 414"/>
                <a:gd name="T55" fmla="*/ 624 h 626"/>
                <a:gd name="T56" fmla="*/ 56 w 414"/>
                <a:gd name="T57" fmla="*/ 619 h 626"/>
                <a:gd name="T58" fmla="*/ 19 w 414"/>
                <a:gd name="T59" fmla="*/ 612 h 626"/>
                <a:gd name="T60" fmla="*/ 2 w 414"/>
                <a:gd name="T61" fmla="*/ 609 h 626"/>
                <a:gd name="T62" fmla="*/ 11 w 414"/>
                <a:gd name="T63" fmla="*/ 472 h 626"/>
                <a:gd name="T64" fmla="*/ 43 w 414"/>
                <a:gd name="T65" fmla="*/ 480 h 626"/>
                <a:gd name="T66" fmla="*/ 90 w 414"/>
                <a:gd name="T67" fmla="*/ 489 h 626"/>
                <a:gd name="T68" fmla="*/ 145 w 414"/>
                <a:gd name="T69" fmla="*/ 493 h 626"/>
                <a:gd name="T70" fmla="*/ 199 w 414"/>
                <a:gd name="T71" fmla="*/ 488 h 626"/>
                <a:gd name="T72" fmla="*/ 236 w 414"/>
                <a:gd name="T73" fmla="*/ 473 h 626"/>
                <a:gd name="T74" fmla="*/ 253 w 414"/>
                <a:gd name="T75" fmla="*/ 450 h 626"/>
                <a:gd name="T76" fmla="*/ 253 w 414"/>
                <a:gd name="T77" fmla="*/ 421 h 626"/>
                <a:gd name="T78" fmla="*/ 235 w 414"/>
                <a:gd name="T79" fmla="*/ 399 h 626"/>
                <a:gd name="T80" fmla="*/ 205 w 414"/>
                <a:gd name="T81" fmla="*/ 382 h 626"/>
                <a:gd name="T82" fmla="*/ 177 w 414"/>
                <a:gd name="T83" fmla="*/ 373 h 626"/>
                <a:gd name="T84" fmla="*/ 155 w 414"/>
                <a:gd name="T85" fmla="*/ 366 h 626"/>
                <a:gd name="T86" fmla="*/ 107 w 414"/>
                <a:gd name="T87" fmla="*/ 347 h 626"/>
                <a:gd name="T88" fmla="*/ 64 w 414"/>
                <a:gd name="T89" fmla="*/ 320 h 626"/>
                <a:gd name="T90" fmla="*/ 31 w 414"/>
                <a:gd name="T91" fmla="*/ 286 h 626"/>
                <a:gd name="T92" fmla="*/ 9 w 414"/>
                <a:gd name="T93" fmla="*/ 243 h 626"/>
                <a:gd name="T94" fmla="*/ 0 w 414"/>
                <a:gd name="T95" fmla="*/ 188 h 626"/>
                <a:gd name="T96" fmla="*/ 10 w 414"/>
                <a:gd name="T97" fmla="*/ 125 h 626"/>
                <a:gd name="T98" fmla="*/ 39 w 414"/>
                <a:gd name="T99" fmla="*/ 73 h 626"/>
                <a:gd name="T100" fmla="*/ 85 w 414"/>
                <a:gd name="T101" fmla="*/ 33 h 626"/>
                <a:gd name="T102" fmla="*/ 147 w 414"/>
                <a:gd name="T103" fmla="*/ 8 h 626"/>
                <a:gd name="T104" fmla="*/ 224 w 414"/>
                <a:gd name="T105"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14" h="626">
                  <a:moveTo>
                    <a:pt x="224" y="0"/>
                  </a:moveTo>
                  <a:lnTo>
                    <a:pt x="251" y="1"/>
                  </a:lnTo>
                  <a:lnTo>
                    <a:pt x="278" y="3"/>
                  </a:lnTo>
                  <a:lnTo>
                    <a:pt x="302" y="5"/>
                  </a:lnTo>
                  <a:lnTo>
                    <a:pt x="324" y="9"/>
                  </a:lnTo>
                  <a:lnTo>
                    <a:pt x="343" y="12"/>
                  </a:lnTo>
                  <a:lnTo>
                    <a:pt x="357" y="15"/>
                  </a:lnTo>
                  <a:lnTo>
                    <a:pt x="367" y="18"/>
                  </a:lnTo>
                  <a:lnTo>
                    <a:pt x="372" y="19"/>
                  </a:lnTo>
                  <a:lnTo>
                    <a:pt x="372" y="148"/>
                  </a:lnTo>
                  <a:lnTo>
                    <a:pt x="368" y="147"/>
                  </a:lnTo>
                  <a:lnTo>
                    <a:pt x="359" y="145"/>
                  </a:lnTo>
                  <a:lnTo>
                    <a:pt x="347" y="142"/>
                  </a:lnTo>
                  <a:lnTo>
                    <a:pt x="331" y="139"/>
                  </a:lnTo>
                  <a:lnTo>
                    <a:pt x="313" y="135"/>
                  </a:lnTo>
                  <a:lnTo>
                    <a:pt x="293" y="132"/>
                  </a:lnTo>
                  <a:lnTo>
                    <a:pt x="273" y="130"/>
                  </a:lnTo>
                  <a:lnTo>
                    <a:pt x="254" y="129"/>
                  </a:lnTo>
                  <a:lnTo>
                    <a:pt x="225" y="131"/>
                  </a:lnTo>
                  <a:lnTo>
                    <a:pt x="202" y="136"/>
                  </a:lnTo>
                  <a:lnTo>
                    <a:pt x="183" y="143"/>
                  </a:lnTo>
                  <a:lnTo>
                    <a:pt x="170" y="154"/>
                  </a:lnTo>
                  <a:lnTo>
                    <a:pt x="162" y="165"/>
                  </a:lnTo>
                  <a:lnTo>
                    <a:pt x="159" y="179"/>
                  </a:lnTo>
                  <a:lnTo>
                    <a:pt x="162" y="194"/>
                  </a:lnTo>
                  <a:lnTo>
                    <a:pt x="169" y="205"/>
                  </a:lnTo>
                  <a:lnTo>
                    <a:pt x="179" y="215"/>
                  </a:lnTo>
                  <a:lnTo>
                    <a:pt x="191" y="222"/>
                  </a:lnTo>
                  <a:lnTo>
                    <a:pt x="204" y="228"/>
                  </a:lnTo>
                  <a:lnTo>
                    <a:pt x="217" y="233"/>
                  </a:lnTo>
                  <a:lnTo>
                    <a:pt x="228" y="237"/>
                  </a:lnTo>
                  <a:lnTo>
                    <a:pt x="270" y="250"/>
                  </a:lnTo>
                  <a:lnTo>
                    <a:pt x="302" y="262"/>
                  </a:lnTo>
                  <a:lnTo>
                    <a:pt x="329" y="276"/>
                  </a:lnTo>
                  <a:lnTo>
                    <a:pt x="352" y="293"/>
                  </a:lnTo>
                  <a:lnTo>
                    <a:pt x="371" y="311"/>
                  </a:lnTo>
                  <a:lnTo>
                    <a:pt x="387" y="331"/>
                  </a:lnTo>
                  <a:lnTo>
                    <a:pt x="399" y="352"/>
                  </a:lnTo>
                  <a:lnTo>
                    <a:pt x="408" y="375"/>
                  </a:lnTo>
                  <a:lnTo>
                    <a:pt x="412" y="398"/>
                  </a:lnTo>
                  <a:lnTo>
                    <a:pt x="414" y="422"/>
                  </a:lnTo>
                  <a:lnTo>
                    <a:pt x="412" y="456"/>
                  </a:lnTo>
                  <a:lnTo>
                    <a:pt x="405" y="486"/>
                  </a:lnTo>
                  <a:lnTo>
                    <a:pt x="395" y="512"/>
                  </a:lnTo>
                  <a:lnTo>
                    <a:pt x="380" y="536"/>
                  </a:lnTo>
                  <a:lnTo>
                    <a:pt x="364" y="556"/>
                  </a:lnTo>
                  <a:lnTo>
                    <a:pt x="344" y="573"/>
                  </a:lnTo>
                  <a:lnTo>
                    <a:pt x="322" y="588"/>
                  </a:lnTo>
                  <a:lnTo>
                    <a:pt x="298" y="601"/>
                  </a:lnTo>
                  <a:lnTo>
                    <a:pt x="272" y="610"/>
                  </a:lnTo>
                  <a:lnTo>
                    <a:pt x="246" y="618"/>
                  </a:lnTo>
                  <a:lnTo>
                    <a:pt x="219" y="622"/>
                  </a:lnTo>
                  <a:lnTo>
                    <a:pt x="192" y="625"/>
                  </a:lnTo>
                  <a:lnTo>
                    <a:pt x="166" y="626"/>
                  </a:lnTo>
                  <a:lnTo>
                    <a:pt x="135" y="625"/>
                  </a:lnTo>
                  <a:lnTo>
                    <a:pt x="107" y="624"/>
                  </a:lnTo>
                  <a:lnTo>
                    <a:pt x="80" y="621"/>
                  </a:lnTo>
                  <a:lnTo>
                    <a:pt x="56" y="619"/>
                  </a:lnTo>
                  <a:lnTo>
                    <a:pt x="36" y="615"/>
                  </a:lnTo>
                  <a:lnTo>
                    <a:pt x="19" y="612"/>
                  </a:lnTo>
                  <a:lnTo>
                    <a:pt x="7" y="610"/>
                  </a:lnTo>
                  <a:lnTo>
                    <a:pt x="2" y="609"/>
                  </a:lnTo>
                  <a:lnTo>
                    <a:pt x="2" y="470"/>
                  </a:lnTo>
                  <a:lnTo>
                    <a:pt x="11" y="472"/>
                  </a:lnTo>
                  <a:lnTo>
                    <a:pt x="24" y="476"/>
                  </a:lnTo>
                  <a:lnTo>
                    <a:pt x="43" y="480"/>
                  </a:lnTo>
                  <a:lnTo>
                    <a:pt x="65" y="485"/>
                  </a:lnTo>
                  <a:lnTo>
                    <a:pt x="90" y="489"/>
                  </a:lnTo>
                  <a:lnTo>
                    <a:pt x="116" y="492"/>
                  </a:lnTo>
                  <a:lnTo>
                    <a:pt x="145" y="493"/>
                  </a:lnTo>
                  <a:lnTo>
                    <a:pt x="175" y="491"/>
                  </a:lnTo>
                  <a:lnTo>
                    <a:pt x="199" y="488"/>
                  </a:lnTo>
                  <a:lnTo>
                    <a:pt x="220" y="482"/>
                  </a:lnTo>
                  <a:lnTo>
                    <a:pt x="236" y="473"/>
                  </a:lnTo>
                  <a:lnTo>
                    <a:pt x="246" y="463"/>
                  </a:lnTo>
                  <a:lnTo>
                    <a:pt x="253" y="450"/>
                  </a:lnTo>
                  <a:lnTo>
                    <a:pt x="255" y="436"/>
                  </a:lnTo>
                  <a:lnTo>
                    <a:pt x="253" y="421"/>
                  </a:lnTo>
                  <a:lnTo>
                    <a:pt x="246" y="410"/>
                  </a:lnTo>
                  <a:lnTo>
                    <a:pt x="235" y="399"/>
                  </a:lnTo>
                  <a:lnTo>
                    <a:pt x="221" y="390"/>
                  </a:lnTo>
                  <a:lnTo>
                    <a:pt x="205" y="382"/>
                  </a:lnTo>
                  <a:lnTo>
                    <a:pt x="188" y="376"/>
                  </a:lnTo>
                  <a:lnTo>
                    <a:pt x="177" y="373"/>
                  </a:lnTo>
                  <a:lnTo>
                    <a:pt x="166" y="369"/>
                  </a:lnTo>
                  <a:lnTo>
                    <a:pt x="155" y="366"/>
                  </a:lnTo>
                  <a:lnTo>
                    <a:pt x="130" y="357"/>
                  </a:lnTo>
                  <a:lnTo>
                    <a:pt x="107" y="347"/>
                  </a:lnTo>
                  <a:lnTo>
                    <a:pt x="84" y="334"/>
                  </a:lnTo>
                  <a:lnTo>
                    <a:pt x="64" y="320"/>
                  </a:lnTo>
                  <a:lnTo>
                    <a:pt x="46" y="304"/>
                  </a:lnTo>
                  <a:lnTo>
                    <a:pt x="31" y="286"/>
                  </a:lnTo>
                  <a:lnTo>
                    <a:pt x="18" y="265"/>
                  </a:lnTo>
                  <a:lnTo>
                    <a:pt x="9" y="243"/>
                  </a:lnTo>
                  <a:lnTo>
                    <a:pt x="2" y="217"/>
                  </a:lnTo>
                  <a:lnTo>
                    <a:pt x="0" y="188"/>
                  </a:lnTo>
                  <a:lnTo>
                    <a:pt x="2" y="156"/>
                  </a:lnTo>
                  <a:lnTo>
                    <a:pt x="10" y="125"/>
                  </a:lnTo>
                  <a:lnTo>
                    <a:pt x="22" y="98"/>
                  </a:lnTo>
                  <a:lnTo>
                    <a:pt x="39" y="73"/>
                  </a:lnTo>
                  <a:lnTo>
                    <a:pt x="60" y="51"/>
                  </a:lnTo>
                  <a:lnTo>
                    <a:pt x="85" y="33"/>
                  </a:lnTo>
                  <a:lnTo>
                    <a:pt x="114" y="19"/>
                  </a:lnTo>
                  <a:lnTo>
                    <a:pt x="147" y="8"/>
                  </a:lnTo>
                  <a:lnTo>
                    <a:pt x="183" y="2"/>
                  </a:lnTo>
                  <a:lnTo>
                    <a:pt x="2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2" name="Freeform 11"/>
            <p:cNvSpPr>
              <a:spLocks/>
            </p:cNvSpPr>
            <p:nvPr/>
          </p:nvSpPr>
          <p:spPr bwMode="auto">
            <a:xfrm>
              <a:off x="374710" y="3006144"/>
              <a:ext cx="39688" cy="82550"/>
            </a:xfrm>
            <a:custGeom>
              <a:avLst/>
              <a:gdLst>
                <a:gd name="T0" fmla="*/ 75 w 151"/>
                <a:gd name="T1" fmla="*/ 0 h 310"/>
                <a:gd name="T2" fmla="*/ 95 w 151"/>
                <a:gd name="T3" fmla="*/ 3 h 310"/>
                <a:gd name="T4" fmla="*/ 113 w 151"/>
                <a:gd name="T5" fmla="*/ 10 h 310"/>
                <a:gd name="T6" fmla="*/ 129 w 151"/>
                <a:gd name="T7" fmla="*/ 22 h 310"/>
                <a:gd name="T8" fmla="*/ 140 w 151"/>
                <a:gd name="T9" fmla="*/ 38 h 310"/>
                <a:gd name="T10" fmla="*/ 148 w 151"/>
                <a:gd name="T11" fmla="*/ 55 h 310"/>
                <a:gd name="T12" fmla="*/ 151 w 151"/>
                <a:gd name="T13" fmla="*/ 76 h 310"/>
                <a:gd name="T14" fmla="*/ 151 w 151"/>
                <a:gd name="T15" fmla="*/ 235 h 310"/>
                <a:gd name="T16" fmla="*/ 148 w 151"/>
                <a:gd name="T17" fmla="*/ 255 h 310"/>
                <a:gd name="T18" fmla="*/ 140 w 151"/>
                <a:gd name="T19" fmla="*/ 273 h 310"/>
                <a:gd name="T20" fmla="*/ 129 w 151"/>
                <a:gd name="T21" fmla="*/ 287 h 310"/>
                <a:gd name="T22" fmla="*/ 113 w 151"/>
                <a:gd name="T23" fmla="*/ 300 h 310"/>
                <a:gd name="T24" fmla="*/ 95 w 151"/>
                <a:gd name="T25" fmla="*/ 308 h 310"/>
                <a:gd name="T26" fmla="*/ 75 w 151"/>
                <a:gd name="T27" fmla="*/ 310 h 310"/>
                <a:gd name="T28" fmla="*/ 56 w 151"/>
                <a:gd name="T29" fmla="*/ 308 h 310"/>
                <a:gd name="T30" fmla="*/ 38 w 151"/>
                <a:gd name="T31" fmla="*/ 300 h 310"/>
                <a:gd name="T32" fmla="*/ 22 w 151"/>
                <a:gd name="T33" fmla="*/ 287 h 310"/>
                <a:gd name="T34" fmla="*/ 10 w 151"/>
                <a:gd name="T35" fmla="*/ 273 h 310"/>
                <a:gd name="T36" fmla="*/ 3 w 151"/>
                <a:gd name="T37" fmla="*/ 255 h 310"/>
                <a:gd name="T38" fmla="*/ 0 w 151"/>
                <a:gd name="T39" fmla="*/ 235 h 310"/>
                <a:gd name="T40" fmla="*/ 0 w 151"/>
                <a:gd name="T41" fmla="*/ 76 h 310"/>
                <a:gd name="T42" fmla="*/ 3 w 151"/>
                <a:gd name="T43" fmla="*/ 55 h 310"/>
                <a:gd name="T44" fmla="*/ 10 w 151"/>
                <a:gd name="T45" fmla="*/ 38 h 310"/>
                <a:gd name="T46" fmla="*/ 22 w 151"/>
                <a:gd name="T47" fmla="*/ 22 h 310"/>
                <a:gd name="T48" fmla="*/ 38 w 151"/>
                <a:gd name="T49" fmla="*/ 10 h 310"/>
                <a:gd name="T50" fmla="*/ 56 w 151"/>
                <a:gd name="T51" fmla="*/ 3 h 310"/>
                <a:gd name="T52" fmla="*/ 75 w 151"/>
                <a:gd name="T53"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1" h="310">
                  <a:moveTo>
                    <a:pt x="75" y="0"/>
                  </a:moveTo>
                  <a:lnTo>
                    <a:pt x="95" y="3"/>
                  </a:lnTo>
                  <a:lnTo>
                    <a:pt x="113" y="10"/>
                  </a:lnTo>
                  <a:lnTo>
                    <a:pt x="129" y="22"/>
                  </a:lnTo>
                  <a:lnTo>
                    <a:pt x="140" y="38"/>
                  </a:lnTo>
                  <a:lnTo>
                    <a:pt x="148" y="55"/>
                  </a:lnTo>
                  <a:lnTo>
                    <a:pt x="151" y="76"/>
                  </a:lnTo>
                  <a:lnTo>
                    <a:pt x="151" y="235"/>
                  </a:lnTo>
                  <a:lnTo>
                    <a:pt x="148" y="255"/>
                  </a:lnTo>
                  <a:lnTo>
                    <a:pt x="140" y="273"/>
                  </a:lnTo>
                  <a:lnTo>
                    <a:pt x="129" y="287"/>
                  </a:lnTo>
                  <a:lnTo>
                    <a:pt x="113" y="300"/>
                  </a:lnTo>
                  <a:lnTo>
                    <a:pt x="95" y="308"/>
                  </a:lnTo>
                  <a:lnTo>
                    <a:pt x="75" y="310"/>
                  </a:lnTo>
                  <a:lnTo>
                    <a:pt x="56" y="308"/>
                  </a:lnTo>
                  <a:lnTo>
                    <a:pt x="38" y="300"/>
                  </a:lnTo>
                  <a:lnTo>
                    <a:pt x="22" y="287"/>
                  </a:lnTo>
                  <a:lnTo>
                    <a:pt x="10" y="273"/>
                  </a:lnTo>
                  <a:lnTo>
                    <a:pt x="3" y="255"/>
                  </a:lnTo>
                  <a:lnTo>
                    <a:pt x="0" y="235"/>
                  </a:lnTo>
                  <a:lnTo>
                    <a:pt x="0" y="76"/>
                  </a:lnTo>
                  <a:lnTo>
                    <a:pt x="3" y="55"/>
                  </a:lnTo>
                  <a:lnTo>
                    <a:pt x="10" y="38"/>
                  </a:lnTo>
                  <a:lnTo>
                    <a:pt x="22" y="22"/>
                  </a:lnTo>
                  <a:lnTo>
                    <a:pt x="38" y="10"/>
                  </a:lnTo>
                  <a:lnTo>
                    <a:pt x="56" y="3"/>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3" name="Freeform 12"/>
            <p:cNvSpPr>
              <a:spLocks/>
            </p:cNvSpPr>
            <p:nvPr/>
          </p:nvSpPr>
          <p:spPr bwMode="auto">
            <a:xfrm>
              <a:off x="484248" y="2952169"/>
              <a:ext cx="39688" cy="136525"/>
            </a:xfrm>
            <a:custGeom>
              <a:avLst/>
              <a:gdLst>
                <a:gd name="T0" fmla="*/ 74 w 149"/>
                <a:gd name="T1" fmla="*/ 0 h 518"/>
                <a:gd name="T2" fmla="*/ 94 w 149"/>
                <a:gd name="T3" fmla="*/ 2 h 518"/>
                <a:gd name="T4" fmla="*/ 113 w 149"/>
                <a:gd name="T5" fmla="*/ 10 h 518"/>
                <a:gd name="T6" fmla="*/ 127 w 149"/>
                <a:gd name="T7" fmla="*/ 22 h 518"/>
                <a:gd name="T8" fmla="*/ 139 w 149"/>
                <a:gd name="T9" fmla="*/ 37 h 518"/>
                <a:gd name="T10" fmla="*/ 147 w 149"/>
                <a:gd name="T11" fmla="*/ 55 h 518"/>
                <a:gd name="T12" fmla="*/ 149 w 149"/>
                <a:gd name="T13" fmla="*/ 75 h 518"/>
                <a:gd name="T14" fmla="*/ 149 w 149"/>
                <a:gd name="T15" fmla="*/ 443 h 518"/>
                <a:gd name="T16" fmla="*/ 147 w 149"/>
                <a:gd name="T17" fmla="*/ 463 h 518"/>
                <a:gd name="T18" fmla="*/ 139 w 149"/>
                <a:gd name="T19" fmla="*/ 481 h 518"/>
                <a:gd name="T20" fmla="*/ 127 w 149"/>
                <a:gd name="T21" fmla="*/ 495 h 518"/>
                <a:gd name="T22" fmla="*/ 113 w 149"/>
                <a:gd name="T23" fmla="*/ 508 h 518"/>
                <a:gd name="T24" fmla="*/ 94 w 149"/>
                <a:gd name="T25" fmla="*/ 516 h 518"/>
                <a:gd name="T26" fmla="*/ 74 w 149"/>
                <a:gd name="T27" fmla="*/ 518 h 518"/>
                <a:gd name="T28" fmla="*/ 54 w 149"/>
                <a:gd name="T29" fmla="*/ 516 h 518"/>
                <a:gd name="T30" fmla="*/ 36 w 149"/>
                <a:gd name="T31" fmla="*/ 508 h 518"/>
                <a:gd name="T32" fmla="*/ 22 w 149"/>
                <a:gd name="T33" fmla="*/ 495 h 518"/>
                <a:gd name="T34" fmla="*/ 9 w 149"/>
                <a:gd name="T35" fmla="*/ 481 h 518"/>
                <a:gd name="T36" fmla="*/ 2 w 149"/>
                <a:gd name="T37" fmla="*/ 463 h 518"/>
                <a:gd name="T38" fmla="*/ 0 w 149"/>
                <a:gd name="T39" fmla="*/ 443 h 518"/>
                <a:gd name="T40" fmla="*/ 0 w 149"/>
                <a:gd name="T41" fmla="*/ 75 h 518"/>
                <a:gd name="T42" fmla="*/ 2 w 149"/>
                <a:gd name="T43" fmla="*/ 55 h 518"/>
                <a:gd name="T44" fmla="*/ 9 w 149"/>
                <a:gd name="T45" fmla="*/ 37 h 518"/>
                <a:gd name="T46" fmla="*/ 22 w 149"/>
                <a:gd name="T47" fmla="*/ 22 h 518"/>
                <a:gd name="T48" fmla="*/ 36 w 149"/>
                <a:gd name="T49" fmla="*/ 10 h 518"/>
                <a:gd name="T50" fmla="*/ 54 w 149"/>
                <a:gd name="T51" fmla="*/ 2 h 518"/>
                <a:gd name="T52" fmla="*/ 74 w 149"/>
                <a:gd name="T53" fmla="*/ 0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9" h="518">
                  <a:moveTo>
                    <a:pt x="74" y="0"/>
                  </a:moveTo>
                  <a:lnTo>
                    <a:pt x="94" y="2"/>
                  </a:lnTo>
                  <a:lnTo>
                    <a:pt x="113" y="10"/>
                  </a:lnTo>
                  <a:lnTo>
                    <a:pt x="127" y="22"/>
                  </a:lnTo>
                  <a:lnTo>
                    <a:pt x="139" y="37"/>
                  </a:lnTo>
                  <a:lnTo>
                    <a:pt x="147" y="55"/>
                  </a:lnTo>
                  <a:lnTo>
                    <a:pt x="149" y="75"/>
                  </a:lnTo>
                  <a:lnTo>
                    <a:pt x="149" y="443"/>
                  </a:lnTo>
                  <a:lnTo>
                    <a:pt x="147" y="463"/>
                  </a:lnTo>
                  <a:lnTo>
                    <a:pt x="139" y="481"/>
                  </a:lnTo>
                  <a:lnTo>
                    <a:pt x="127" y="495"/>
                  </a:lnTo>
                  <a:lnTo>
                    <a:pt x="113" y="508"/>
                  </a:lnTo>
                  <a:lnTo>
                    <a:pt x="94" y="516"/>
                  </a:lnTo>
                  <a:lnTo>
                    <a:pt x="74" y="518"/>
                  </a:lnTo>
                  <a:lnTo>
                    <a:pt x="54" y="516"/>
                  </a:lnTo>
                  <a:lnTo>
                    <a:pt x="36" y="508"/>
                  </a:lnTo>
                  <a:lnTo>
                    <a:pt x="22" y="495"/>
                  </a:lnTo>
                  <a:lnTo>
                    <a:pt x="9" y="481"/>
                  </a:lnTo>
                  <a:lnTo>
                    <a:pt x="2" y="463"/>
                  </a:lnTo>
                  <a:lnTo>
                    <a:pt x="0" y="443"/>
                  </a:lnTo>
                  <a:lnTo>
                    <a:pt x="0" y="75"/>
                  </a:lnTo>
                  <a:lnTo>
                    <a:pt x="2" y="55"/>
                  </a:lnTo>
                  <a:lnTo>
                    <a:pt x="9" y="37"/>
                  </a:lnTo>
                  <a:lnTo>
                    <a:pt x="22" y="22"/>
                  </a:lnTo>
                  <a:lnTo>
                    <a:pt x="36" y="10"/>
                  </a:lnTo>
                  <a:lnTo>
                    <a:pt x="54" y="2"/>
                  </a:lnTo>
                  <a:lnTo>
                    <a:pt x="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4" name="Freeform 13"/>
            <p:cNvSpPr>
              <a:spLocks/>
            </p:cNvSpPr>
            <p:nvPr/>
          </p:nvSpPr>
          <p:spPr bwMode="auto">
            <a:xfrm>
              <a:off x="593785" y="2875969"/>
              <a:ext cx="39688" cy="252413"/>
            </a:xfrm>
            <a:custGeom>
              <a:avLst/>
              <a:gdLst>
                <a:gd name="T0" fmla="*/ 76 w 151"/>
                <a:gd name="T1" fmla="*/ 0 h 953"/>
                <a:gd name="T2" fmla="*/ 96 w 151"/>
                <a:gd name="T3" fmla="*/ 2 h 953"/>
                <a:gd name="T4" fmla="*/ 113 w 151"/>
                <a:gd name="T5" fmla="*/ 10 h 953"/>
                <a:gd name="T6" fmla="*/ 129 w 151"/>
                <a:gd name="T7" fmla="*/ 22 h 953"/>
                <a:gd name="T8" fmla="*/ 141 w 151"/>
                <a:gd name="T9" fmla="*/ 37 h 953"/>
                <a:gd name="T10" fmla="*/ 148 w 151"/>
                <a:gd name="T11" fmla="*/ 55 h 953"/>
                <a:gd name="T12" fmla="*/ 151 w 151"/>
                <a:gd name="T13" fmla="*/ 75 h 953"/>
                <a:gd name="T14" fmla="*/ 151 w 151"/>
                <a:gd name="T15" fmla="*/ 879 h 953"/>
                <a:gd name="T16" fmla="*/ 148 w 151"/>
                <a:gd name="T17" fmla="*/ 899 h 953"/>
                <a:gd name="T18" fmla="*/ 141 w 151"/>
                <a:gd name="T19" fmla="*/ 917 h 953"/>
                <a:gd name="T20" fmla="*/ 129 w 151"/>
                <a:gd name="T21" fmla="*/ 931 h 953"/>
                <a:gd name="T22" fmla="*/ 113 w 151"/>
                <a:gd name="T23" fmla="*/ 944 h 953"/>
                <a:gd name="T24" fmla="*/ 96 w 151"/>
                <a:gd name="T25" fmla="*/ 951 h 953"/>
                <a:gd name="T26" fmla="*/ 76 w 151"/>
                <a:gd name="T27" fmla="*/ 953 h 953"/>
                <a:gd name="T28" fmla="*/ 56 w 151"/>
                <a:gd name="T29" fmla="*/ 951 h 953"/>
                <a:gd name="T30" fmla="*/ 38 w 151"/>
                <a:gd name="T31" fmla="*/ 944 h 953"/>
                <a:gd name="T32" fmla="*/ 22 w 151"/>
                <a:gd name="T33" fmla="*/ 931 h 953"/>
                <a:gd name="T34" fmla="*/ 11 w 151"/>
                <a:gd name="T35" fmla="*/ 917 h 953"/>
                <a:gd name="T36" fmla="*/ 3 w 151"/>
                <a:gd name="T37" fmla="*/ 899 h 953"/>
                <a:gd name="T38" fmla="*/ 0 w 151"/>
                <a:gd name="T39" fmla="*/ 879 h 953"/>
                <a:gd name="T40" fmla="*/ 0 w 151"/>
                <a:gd name="T41" fmla="*/ 75 h 953"/>
                <a:gd name="T42" fmla="*/ 3 w 151"/>
                <a:gd name="T43" fmla="*/ 55 h 953"/>
                <a:gd name="T44" fmla="*/ 11 w 151"/>
                <a:gd name="T45" fmla="*/ 37 h 953"/>
                <a:gd name="T46" fmla="*/ 22 w 151"/>
                <a:gd name="T47" fmla="*/ 22 h 953"/>
                <a:gd name="T48" fmla="*/ 38 w 151"/>
                <a:gd name="T49" fmla="*/ 10 h 953"/>
                <a:gd name="T50" fmla="*/ 56 w 151"/>
                <a:gd name="T51" fmla="*/ 2 h 953"/>
                <a:gd name="T52" fmla="*/ 76 w 151"/>
                <a:gd name="T53"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1" h="953">
                  <a:moveTo>
                    <a:pt x="76" y="0"/>
                  </a:moveTo>
                  <a:lnTo>
                    <a:pt x="96" y="2"/>
                  </a:lnTo>
                  <a:lnTo>
                    <a:pt x="113" y="10"/>
                  </a:lnTo>
                  <a:lnTo>
                    <a:pt x="129" y="22"/>
                  </a:lnTo>
                  <a:lnTo>
                    <a:pt x="141" y="37"/>
                  </a:lnTo>
                  <a:lnTo>
                    <a:pt x="148" y="55"/>
                  </a:lnTo>
                  <a:lnTo>
                    <a:pt x="151" y="75"/>
                  </a:lnTo>
                  <a:lnTo>
                    <a:pt x="151" y="879"/>
                  </a:lnTo>
                  <a:lnTo>
                    <a:pt x="148" y="899"/>
                  </a:lnTo>
                  <a:lnTo>
                    <a:pt x="141" y="917"/>
                  </a:lnTo>
                  <a:lnTo>
                    <a:pt x="129" y="931"/>
                  </a:lnTo>
                  <a:lnTo>
                    <a:pt x="113" y="944"/>
                  </a:lnTo>
                  <a:lnTo>
                    <a:pt x="96" y="951"/>
                  </a:lnTo>
                  <a:lnTo>
                    <a:pt x="76" y="953"/>
                  </a:lnTo>
                  <a:lnTo>
                    <a:pt x="56" y="951"/>
                  </a:lnTo>
                  <a:lnTo>
                    <a:pt x="38" y="944"/>
                  </a:lnTo>
                  <a:lnTo>
                    <a:pt x="22" y="931"/>
                  </a:lnTo>
                  <a:lnTo>
                    <a:pt x="11" y="917"/>
                  </a:lnTo>
                  <a:lnTo>
                    <a:pt x="3" y="899"/>
                  </a:lnTo>
                  <a:lnTo>
                    <a:pt x="0" y="879"/>
                  </a:lnTo>
                  <a:lnTo>
                    <a:pt x="0" y="75"/>
                  </a:lnTo>
                  <a:lnTo>
                    <a:pt x="3" y="55"/>
                  </a:lnTo>
                  <a:lnTo>
                    <a:pt x="11" y="37"/>
                  </a:lnTo>
                  <a:lnTo>
                    <a:pt x="22" y="22"/>
                  </a:lnTo>
                  <a:lnTo>
                    <a:pt x="38" y="10"/>
                  </a:lnTo>
                  <a:lnTo>
                    <a:pt x="56" y="2"/>
                  </a:lnTo>
                  <a:lnTo>
                    <a:pt x="7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5" name="Freeform 14"/>
            <p:cNvSpPr>
              <a:spLocks/>
            </p:cNvSpPr>
            <p:nvPr/>
          </p:nvSpPr>
          <p:spPr bwMode="auto">
            <a:xfrm>
              <a:off x="703323" y="2952169"/>
              <a:ext cx="39688" cy="136525"/>
            </a:xfrm>
            <a:custGeom>
              <a:avLst/>
              <a:gdLst>
                <a:gd name="T0" fmla="*/ 75 w 150"/>
                <a:gd name="T1" fmla="*/ 0 h 518"/>
                <a:gd name="T2" fmla="*/ 95 w 150"/>
                <a:gd name="T3" fmla="*/ 2 h 518"/>
                <a:gd name="T4" fmla="*/ 113 w 150"/>
                <a:gd name="T5" fmla="*/ 10 h 518"/>
                <a:gd name="T6" fmla="*/ 128 w 150"/>
                <a:gd name="T7" fmla="*/ 22 h 518"/>
                <a:gd name="T8" fmla="*/ 140 w 150"/>
                <a:gd name="T9" fmla="*/ 37 h 518"/>
                <a:gd name="T10" fmla="*/ 148 w 150"/>
                <a:gd name="T11" fmla="*/ 55 h 518"/>
                <a:gd name="T12" fmla="*/ 150 w 150"/>
                <a:gd name="T13" fmla="*/ 75 h 518"/>
                <a:gd name="T14" fmla="*/ 150 w 150"/>
                <a:gd name="T15" fmla="*/ 443 h 518"/>
                <a:gd name="T16" fmla="*/ 148 w 150"/>
                <a:gd name="T17" fmla="*/ 463 h 518"/>
                <a:gd name="T18" fmla="*/ 140 w 150"/>
                <a:gd name="T19" fmla="*/ 481 h 518"/>
                <a:gd name="T20" fmla="*/ 128 w 150"/>
                <a:gd name="T21" fmla="*/ 495 h 518"/>
                <a:gd name="T22" fmla="*/ 113 w 150"/>
                <a:gd name="T23" fmla="*/ 508 h 518"/>
                <a:gd name="T24" fmla="*/ 95 w 150"/>
                <a:gd name="T25" fmla="*/ 516 h 518"/>
                <a:gd name="T26" fmla="*/ 75 w 150"/>
                <a:gd name="T27" fmla="*/ 518 h 518"/>
                <a:gd name="T28" fmla="*/ 55 w 150"/>
                <a:gd name="T29" fmla="*/ 516 h 518"/>
                <a:gd name="T30" fmla="*/ 37 w 150"/>
                <a:gd name="T31" fmla="*/ 508 h 518"/>
                <a:gd name="T32" fmla="*/ 22 w 150"/>
                <a:gd name="T33" fmla="*/ 495 h 518"/>
                <a:gd name="T34" fmla="*/ 10 w 150"/>
                <a:gd name="T35" fmla="*/ 481 h 518"/>
                <a:gd name="T36" fmla="*/ 2 w 150"/>
                <a:gd name="T37" fmla="*/ 463 h 518"/>
                <a:gd name="T38" fmla="*/ 0 w 150"/>
                <a:gd name="T39" fmla="*/ 443 h 518"/>
                <a:gd name="T40" fmla="*/ 0 w 150"/>
                <a:gd name="T41" fmla="*/ 75 h 518"/>
                <a:gd name="T42" fmla="*/ 2 w 150"/>
                <a:gd name="T43" fmla="*/ 55 h 518"/>
                <a:gd name="T44" fmla="*/ 10 w 150"/>
                <a:gd name="T45" fmla="*/ 37 h 518"/>
                <a:gd name="T46" fmla="*/ 22 w 150"/>
                <a:gd name="T47" fmla="*/ 22 h 518"/>
                <a:gd name="T48" fmla="*/ 37 w 150"/>
                <a:gd name="T49" fmla="*/ 10 h 518"/>
                <a:gd name="T50" fmla="*/ 55 w 150"/>
                <a:gd name="T51" fmla="*/ 2 h 518"/>
                <a:gd name="T52" fmla="*/ 75 w 150"/>
                <a:gd name="T53" fmla="*/ 0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518">
                  <a:moveTo>
                    <a:pt x="75" y="0"/>
                  </a:moveTo>
                  <a:lnTo>
                    <a:pt x="95" y="2"/>
                  </a:lnTo>
                  <a:lnTo>
                    <a:pt x="113" y="10"/>
                  </a:lnTo>
                  <a:lnTo>
                    <a:pt x="128" y="22"/>
                  </a:lnTo>
                  <a:lnTo>
                    <a:pt x="140" y="37"/>
                  </a:lnTo>
                  <a:lnTo>
                    <a:pt x="148" y="55"/>
                  </a:lnTo>
                  <a:lnTo>
                    <a:pt x="150" y="75"/>
                  </a:lnTo>
                  <a:lnTo>
                    <a:pt x="150" y="443"/>
                  </a:lnTo>
                  <a:lnTo>
                    <a:pt x="148" y="463"/>
                  </a:lnTo>
                  <a:lnTo>
                    <a:pt x="140" y="481"/>
                  </a:lnTo>
                  <a:lnTo>
                    <a:pt x="128" y="495"/>
                  </a:lnTo>
                  <a:lnTo>
                    <a:pt x="113" y="508"/>
                  </a:lnTo>
                  <a:lnTo>
                    <a:pt x="95" y="516"/>
                  </a:lnTo>
                  <a:lnTo>
                    <a:pt x="75" y="518"/>
                  </a:lnTo>
                  <a:lnTo>
                    <a:pt x="55" y="516"/>
                  </a:lnTo>
                  <a:lnTo>
                    <a:pt x="37" y="508"/>
                  </a:lnTo>
                  <a:lnTo>
                    <a:pt x="22" y="495"/>
                  </a:lnTo>
                  <a:lnTo>
                    <a:pt x="10" y="481"/>
                  </a:lnTo>
                  <a:lnTo>
                    <a:pt x="2" y="463"/>
                  </a:lnTo>
                  <a:lnTo>
                    <a:pt x="0" y="443"/>
                  </a:lnTo>
                  <a:lnTo>
                    <a:pt x="0" y="75"/>
                  </a:lnTo>
                  <a:lnTo>
                    <a:pt x="2" y="55"/>
                  </a:lnTo>
                  <a:lnTo>
                    <a:pt x="10" y="37"/>
                  </a:lnTo>
                  <a:lnTo>
                    <a:pt x="22" y="22"/>
                  </a:lnTo>
                  <a:lnTo>
                    <a:pt x="37" y="10"/>
                  </a:lnTo>
                  <a:lnTo>
                    <a:pt x="55" y="2"/>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6" name="Freeform 15"/>
            <p:cNvSpPr>
              <a:spLocks/>
            </p:cNvSpPr>
            <p:nvPr/>
          </p:nvSpPr>
          <p:spPr bwMode="auto">
            <a:xfrm>
              <a:off x="811273" y="3006144"/>
              <a:ext cx="41275" cy="82550"/>
            </a:xfrm>
            <a:custGeom>
              <a:avLst/>
              <a:gdLst>
                <a:gd name="T0" fmla="*/ 75 w 150"/>
                <a:gd name="T1" fmla="*/ 0 h 310"/>
                <a:gd name="T2" fmla="*/ 95 w 150"/>
                <a:gd name="T3" fmla="*/ 3 h 310"/>
                <a:gd name="T4" fmla="*/ 113 w 150"/>
                <a:gd name="T5" fmla="*/ 10 h 310"/>
                <a:gd name="T6" fmla="*/ 128 w 150"/>
                <a:gd name="T7" fmla="*/ 22 h 310"/>
                <a:gd name="T8" fmla="*/ 140 w 150"/>
                <a:gd name="T9" fmla="*/ 38 h 310"/>
                <a:gd name="T10" fmla="*/ 147 w 150"/>
                <a:gd name="T11" fmla="*/ 55 h 310"/>
                <a:gd name="T12" fmla="*/ 150 w 150"/>
                <a:gd name="T13" fmla="*/ 76 h 310"/>
                <a:gd name="T14" fmla="*/ 150 w 150"/>
                <a:gd name="T15" fmla="*/ 235 h 310"/>
                <a:gd name="T16" fmla="*/ 147 w 150"/>
                <a:gd name="T17" fmla="*/ 255 h 310"/>
                <a:gd name="T18" fmla="*/ 140 w 150"/>
                <a:gd name="T19" fmla="*/ 273 h 310"/>
                <a:gd name="T20" fmla="*/ 128 w 150"/>
                <a:gd name="T21" fmla="*/ 287 h 310"/>
                <a:gd name="T22" fmla="*/ 113 w 150"/>
                <a:gd name="T23" fmla="*/ 300 h 310"/>
                <a:gd name="T24" fmla="*/ 95 w 150"/>
                <a:gd name="T25" fmla="*/ 308 h 310"/>
                <a:gd name="T26" fmla="*/ 75 w 150"/>
                <a:gd name="T27" fmla="*/ 310 h 310"/>
                <a:gd name="T28" fmla="*/ 55 w 150"/>
                <a:gd name="T29" fmla="*/ 308 h 310"/>
                <a:gd name="T30" fmla="*/ 37 w 150"/>
                <a:gd name="T31" fmla="*/ 300 h 310"/>
                <a:gd name="T32" fmla="*/ 22 w 150"/>
                <a:gd name="T33" fmla="*/ 287 h 310"/>
                <a:gd name="T34" fmla="*/ 10 w 150"/>
                <a:gd name="T35" fmla="*/ 273 h 310"/>
                <a:gd name="T36" fmla="*/ 3 w 150"/>
                <a:gd name="T37" fmla="*/ 255 h 310"/>
                <a:gd name="T38" fmla="*/ 0 w 150"/>
                <a:gd name="T39" fmla="*/ 235 h 310"/>
                <a:gd name="T40" fmla="*/ 0 w 150"/>
                <a:gd name="T41" fmla="*/ 76 h 310"/>
                <a:gd name="T42" fmla="*/ 3 w 150"/>
                <a:gd name="T43" fmla="*/ 55 h 310"/>
                <a:gd name="T44" fmla="*/ 10 w 150"/>
                <a:gd name="T45" fmla="*/ 38 h 310"/>
                <a:gd name="T46" fmla="*/ 22 w 150"/>
                <a:gd name="T47" fmla="*/ 22 h 310"/>
                <a:gd name="T48" fmla="*/ 37 w 150"/>
                <a:gd name="T49" fmla="*/ 10 h 310"/>
                <a:gd name="T50" fmla="*/ 55 w 150"/>
                <a:gd name="T51" fmla="*/ 3 h 310"/>
                <a:gd name="T52" fmla="*/ 75 w 150"/>
                <a:gd name="T53"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310">
                  <a:moveTo>
                    <a:pt x="75" y="0"/>
                  </a:moveTo>
                  <a:lnTo>
                    <a:pt x="95" y="3"/>
                  </a:lnTo>
                  <a:lnTo>
                    <a:pt x="113" y="10"/>
                  </a:lnTo>
                  <a:lnTo>
                    <a:pt x="128" y="22"/>
                  </a:lnTo>
                  <a:lnTo>
                    <a:pt x="140" y="38"/>
                  </a:lnTo>
                  <a:lnTo>
                    <a:pt x="147" y="55"/>
                  </a:lnTo>
                  <a:lnTo>
                    <a:pt x="150" y="76"/>
                  </a:lnTo>
                  <a:lnTo>
                    <a:pt x="150" y="235"/>
                  </a:lnTo>
                  <a:lnTo>
                    <a:pt x="147" y="255"/>
                  </a:lnTo>
                  <a:lnTo>
                    <a:pt x="140" y="273"/>
                  </a:lnTo>
                  <a:lnTo>
                    <a:pt x="128" y="287"/>
                  </a:lnTo>
                  <a:lnTo>
                    <a:pt x="113" y="300"/>
                  </a:lnTo>
                  <a:lnTo>
                    <a:pt x="95" y="308"/>
                  </a:lnTo>
                  <a:lnTo>
                    <a:pt x="75" y="310"/>
                  </a:lnTo>
                  <a:lnTo>
                    <a:pt x="55" y="308"/>
                  </a:lnTo>
                  <a:lnTo>
                    <a:pt x="37" y="300"/>
                  </a:lnTo>
                  <a:lnTo>
                    <a:pt x="22" y="287"/>
                  </a:lnTo>
                  <a:lnTo>
                    <a:pt x="10" y="273"/>
                  </a:lnTo>
                  <a:lnTo>
                    <a:pt x="3" y="255"/>
                  </a:lnTo>
                  <a:lnTo>
                    <a:pt x="0" y="235"/>
                  </a:lnTo>
                  <a:lnTo>
                    <a:pt x="0" y="76"/>
                  </a:lnTo>
                  <a:lnTo>
                    <a:pt x="3" y="55"/>
                  </a:lnTo>
                  <a:lnTo>
                    <a:pt x="10" y="38"/>
                  </a:lnTo>
                  <a:lnTo>
                    <a:pt x="22" y="22"/>
                  </a:lnTo>
                  <a:lnTo>
                    <a:pt x="37" y="10"/>
                  </a:lnTo>
                  <a:lnTo>
                    <a:pt x="55" y="3"/>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7" name="Freeform 16"/>
            <p:cNvSpPr>
              <a:spLocks/>
            </p:cNvSpPr>
            <p:nvPr/>
          </p:nvSpPr>
          <p:spPr bwMode="auto">
            <a:xfrm>
              <a:off x="920810" y="2952169"/>
              <a:ext cx="39688" cy="136525"/>
            </a:xfrm>
            <a:custGeom>
              <a:avLst/>
              <a:gdLst>
                <a:gd name="T0" fmla="*/ 76 w 150"/>
                <a:gd name="T1" fmla="*/ 0 h 518"/>
                <a:gd name="T2" fmla="*/ 96 w 150"/>
                <a:gd name="T3" fmla="*/ 2 h 518"/>
                <a:gd name="T4" fmla="*/ 113 w 150"/>
                <a:gd name="T5" fmla="*/ 10 h 518"/>
                <a:gd name="T6" fmla="*/ 128 w 150"/>
                <a:gd name="T7" fmla="*/ 22 h 518"/>
                <a:gd name="T8" fmla="*/ 141 w 150"/>
                <a:gd name="T9" fmla="*/ 37 h 518"/>
                <a:gd name="T10" fmla="*/ 148 w 150"/>
                <a:gd name="T11" fmla="*/ 55 h 518"/>
                <a:gd name="T12" fmla="*/ 150 w 150"/>
                <a:gd name="T13" fmla="*/ 75 h 518"/>
                <a:gd name="T14" fmla="*/ 150 w 150"/>
                <a:gd name="T15" fmla="*/ 443 h 518"/>
                <a:gd name="T16" fmla="*/ 148 w 150"/>
                <a:gd name="T17" fmla="*/ 463 h 518"/>
                <a:gd name="T18" fmla="*/ 141 w 150"/>
                <a:gd name="T19" fmla="*/ 481 h 518"/>
                <a:gd name="T20" fmla="*/ 128 w 150"/>
                <a:gd name="T21" fmla="*/ 495 h 518"/>
                <a:gd name="T22" fmla="*/ 113 w 150"/>
                <a:gd name="T23" fmla="*/ 508 h 518"/>
                <a:gd name="T24" fmla="*/ 96 w 150"/>
                <a:gd name="T25" fmla="*/ 516 h 518"/>
                <a:gd name="T26" fmla="*/ 76 w 150"/>
                <a:gd name="T27" fmla="*/ 518 h 518"/>
                <a:gd name="T28" fmla="*/ 56 w 150"/>
                <a:gd name="T29" fmla="*/ 516 h 518"/>
                <a:gd name="T30" fmla="*/ 38 w 150"/>
                <a:gd name="T31" fmla="*/ 508 h 518"/>
                <a:gd name="T32" fmla="*/ 22 w 150"/>
                <a:gd name="T33" fmla="*/ 495 h 518"/>
                <a:gd name="T34" fmla="*/ 11 w 150"/>
                <a:gd name="T35" fmla="*/ 481 h 518"/>
                <a:gd name="T36" fmla="*/ 3 w 150"/>
                <a:gd name="T37" fmla="*/ 463 h 518"/>
                <a:gd name="T38" fmla="*/ 0 w 150"/>
                <a:gd name="T39" fmla="*/ 443 h 518"/>
                <a:gd name="T40" fmla="*/ 0 w 150"/>
                <a:gd name="T41" fmla="*/ 75 h 518"/>
                <a:gd name="T42" fmla="*/ 3 w 150"/>
                <a:gd name="T43" fmla="*/ 55 h 518"/>
                <a:gd name="T44" fmla="*/ 11 w 150"/>
                <a:gd name="T45" fmla="*/ 37 h 518"/>
                <a:gd name="T46" fmla="*/ 22 w 150"/>
                <a:gd name="T47" fmla="*/ 22 h 518"/>
                <a:gd name="T48" fmla="*/ 38 w 150"/>
                <a:gd name="T49" fmla="*/ 10 h 518"/>
                <a:gd name="T50" fmla="*/ 56 w 150"/>
                <a:gd name="T51" fmla="*/ 2 h 518"/>
                <a:gd name="T52" fmla="*/ 76 w 150"/>
                <a:gd name="T53" fmla="*/ 0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518">
                  <a:moveTo>
                    <a:pt x="76" y="0"/>
                  </a:moveTo>
                  <a:lnTo>
                    <a:pt x="96" y="2"/>
                  </a:lnTo>
                  <a:lnTo>
                    <a:pt x="113" y="10"/>
                  </a:lnTo>
                  <a:lnTo>
                    <a:pt x="128" y="22"/>
                  </a:lnTo>
                  <a:lnTo>
                    <a:pt x="141" y="37"/>
                  </a:lnTo>
                  <a:lnTo>
                    <a:pt x="148" y="55"/>
                  </a:lnTo>
                  <a:lnTo>
                    <a:pt x="150" y="75"/>
                  </a:lnTo>
                  <a:lnTo>
                    <a:pt x="150" y="443"/>
                  </a:lnTo>
                  <a:lnTo>
                    <a:pt x="148" y="463"/>
                  </a:lnTo>
                  <a:lnTo>
                    <a:pt x="141" y="481"/>
                  </a:lnTo>
                  <a:lnTo>
                    <a:pt x="128" y="495"/>
                  </a:lnTo>
                  <a:lnTo>
                    <a:pt x="113" y="508"/>
                  </a:lnTo>
                  <a:lnTo>
                    <a:pt x="96" y="516"/>
                  </a:lnTo>
                  <a:lnTo>
                    <a:pt x="76" y="518"/>
                  </a:lnTo>
                  <a:lnTo>
                    <a:pt x="56" y="516"/>
                  </a:lnTo>
                  <a:lnTo>
                    <a:pt x="38" y="508"/>
                  </a:lnTo>
                  <a:lnTo>
                    <a:pt x="22" y="495"/>
                  </a:lnTo>
                  <a:lnTo>
                    <a:pt x="11" y="481"/>
                  </a:lnTo>
                  <a:lnTo>
                    <a:pt x="3" y="463"/>
                  </a:lnTo>
                  <a:lnTo>
                    <a:pt x="0" y="443"/>
                  </a:lnTo>
                  <a:lnTo>
                    <a:pt x="0" y="75"/>
                  </a:lnTo>
                  <a:lnTo>
                    <a:pt x="3" y="55"/>
                  </a:lnTo>
                  <a:lnTo>
                    <a:pt x="11" y="37"/>
                  </a:lnTo>
                  <a:lnTo>
                    <a:pt x="22" y="22"/>
                  </a:lnTo>
                  <a:lnTo>
                    <a:pt x="38" y="10"/>
                  </a:lnTo>
                  <a:lnTo>
                    <a:pt x="56" y="2"/>
                  </a:lnTo>
                  <a:lnTo>
                    <a:pt x="7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8" name="Freeform 17"/>
            <p:cNvSpPr>
              <a:spLocks/>
            </p:cNvSpPr>
            <p:nvPr/>
          </p:nvSpPr>
          <p:spPr bwMode="auto">
            <a:xfrm>
              <a:off x="1030348" y="2875969"/>
              <a:ext cx="39688" cy="252413"/>
            </a:xfrm>
            <a:custGeom>
              <a:avLst/>
              <a:gdLst>
                <a:gd name="T0" fmla="*/ 75 w 150"/>
                <a:gd name="T1" fmla="*/ 0 h 953"/>
                <a:gd name="T2" fmla="*/ 95 w 150"/>
                <a:gd name="T3" fmla="*/ 2 h 953"/>
                <a:gd name="T4" fmla="*/ 113 w 150"/>
                <a:gd name="T5" fmla="*/ 10 h 953"/>
                <a:gd name="T6" fmla="*/ 128 w 150"/>
                <a:gd name="T7" fmla="*/ 22 h 953"/>
                <a:gd name="T8" fmla="*/ 139 w 150"/>
                <a:gd name="T9" fmla="*/ 37 h 953"/>
                <a:gd name="T10" fmla="*/ 148 w 150"/>
                <a:gd name="T11" fmla="*/ 55 h 953"/>
                <a:gd name="T12" fmla="*/ 150 w 150"/>
                <a:gd name="T13" fmla="*/ 75 h 953"/>
                <a:gd name="T14" fmla="*/ 150 w 150"/>
                <a:gd name="T15" fmla="*/ 879 h 953"/>
                <a:gd name="T16" fmla="*/ 148 w 150"/>
                <a:gd name="T17" fmla="*/ 899 h 953"/>
                <a:gd name="T18" fmla="*/ 139 w 150"/>
                <a:gd name="T19" fmla="*/ 917 h 953"/>
                <a:gd name="T20" fmla="*/ 128 w 150"/>
                <a:gd name="T21" fmla="*/ 931 h 953"/>
                <a:gd name="T22" fmla="*/ 113 w 150"/>
                <a:gd name="T23" fmla="*/ 944 h 953"/>
                <a:gd name="T24" fmla="*/ 95 w 150"/>
                <a:gd name="T25" fmla="*/ 951 h 953"/>
                <a:gd name="T26" fmla="*/ 75 w 150"/>
                <a:gd name="T27" fmla="*/ 953 h 953"/>
                <a:gd name="T28" fmla="*/ 55 w 150"/>
                <a:gd name="T29" fmla="*/ 951 h 953"/>
                <a:gd name="T30" fmla="*/ 37 w 150"/>
                <a:gd name="T31" fmla="*/ 944 h 953"/>
                <a:gd name="T32" fmla="*/ 22 w 150"/>
                <a:gd name="T33" fmla="*/ 931 h 953"/>
                <a:gd name="T34" fmla="*/ 10 w 150"/>
                <a:gd name="T35" fmla="*/ 917 h 953"/>
                <a:gd name="T36" fmla="*/ 3 w 150"/>
                <a:gd name="T37" fmla="*/ 899 h 953"/>
                <a:gd name="T38" fmla="*/ 0 w 150"/>
                <a:gd name="T39" fmla="*/ 879 h 953"/>
                <a:gd name="T40" fmla="*/ 0 w 150"/>
                <a:gd name="T41" fmla="*/ 75 h 953"/>
                <a:gd name="T42" fmla="*/ 3 w 150"/>
                <a:gd name="T43" fmla="*/ 55 h 953"/>
                <a:gd name="T44" fmla="*/ 10 w 150"/>
                <a:gd name="T45" fmla="*/ 37 h 953"/>
                <a:gd name="T46" fmla="*/ 22 w 150"/>
                <a:gd name="T47" fmla="*/ 22 h 953"/>
                <a:gd name="T48" fmla="*/ 37 w 150"/>
                <a:gd name="T49" fmla="*/ 10 h 953"/>
                <a:gd name="T50" fmla="*/ 55 w 150"/>
                <a:gd name="T51" fmla="*/ 2 h 953"/>
                <a:gd name="T52" fmla="*/ 75 w 150"/>
                <a:gd name="T53"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953">
                  <a:moveTo>
                    <a:pt x="75" y="0"/>
                  </a:moveTo>
                  <a:lnTo>
                    <a:pt x="95" y="2"/>
                  </a:lnTo>
                  <a:lnTo>
                    <a:pt x="113" y="10"/>
                  </a:lnTo>
                  <a:lnTo>
                    <a:pt x="128" y="22"/>
                  </a:lnTo>
                  <a:lnTo>
                    <a:pt x="139" y="37"/>
                  </a:lnTo>
                  <a:lnTo>
                    <a:pt x="148" y="55"/>
                  </a:lnTo>
                  <a:lnTo>
                    <a:pt x="150" y="75"/>
                  </a:lnTo>
                  <a:lnTo>
                    <a:pt x="150" y="879"/>
                  </a:lnTo>
                  <a:lnTo>
                    <a:pt x="148" y="899"/>
                  </a:lnTo>
                  <a:lnTo>
                    <a:pt x="139" y="917"/>
                  </a:lnTo>
                  <a:lnTo>
                    <a:pt x="128" y="931"/>
                  </a:lnTo>
                  <a:lnTo>
                    <a:pt x="113" y="944"/>
                  </a:lnTo>
                  <a:lnTo>
                    <a:pt x="95" y="951"/>
                  </a:lnTo>
                  <a:lnTo>
                    <a:pt x="75" y="953"/>
                  </a:lnTo>
                  <a:lnTo>
                    <a:pt x="55" y="951"/>
                  </a:lnTo>
                  <a:lnTo>
                    <a:pt x="37" y="944"/>
                  </a:lnTo>
                  <a:lnTo>
                    <a:pt x="22" y="931"/>
                  </a:lnTo>
                  <a:lnTo>
                    <a:pt x="10" y="917"/>
                  </a:lnTo>
                  <a:lnTo>
                    <a:pt x="3" y="899"/>
                  </a:lnTo>
                  <a:lnTo>
                    <a:pt x="0" y="879"/>
                  </a:lnTo>
                  <a:lnTo>
                    <a:pt x="0" y="75"/>
                  </a:lnTo>
                  <a:lnTo>
                    <a:pt x="3" y="55"/>
                  </a:lnTo>
                  <a:lnTo>
                    <a:pt x="10" y="37"/>
                  </a:lnTo>
                  <a:lnTo>
                    <a:pt x="22" y="22"/>
                  </a:lnTo>
                  <a:lnTo>
                    <a:pt x="37" y="10"/>
                  </a:lnTo>
                  <a:lnTo>
                    <a:pt x="55" y="2"/>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49" name="Freeform 18"/>
            <p:cNvSpPr>
              <a:spLocks/>
            </p:cNvSpPr>
            <p:nvPr/>
          </p:nvSpPr>
          <p:spPr bwMode="auto">
            <a:xfrm>
              <a:off x="1139885" y="2952169"/>
              <a:ext cx="39688" cy="136525"/>
            </a:xfrm>
            <a:custGeom>
              <a:avLst/>
              <a:gdLst>
                <a:gd name="T0" fmla="*/ 75 w 150"/>
                <a:gd name="T1" fmla="*/ 0 h 518"/>
                <a:gd name="T2" fmla="*/ 95 w 150"/>
                <a:gd name="T3" fmla="*/ 2 h 518"/>
                <a:gd name="T4" fmla="*/ 113 w 150"/>
                <a:gd name="T5" fmla="*/ 10 h 518"/>
                <a:gd name="T6" fmla="*/ 128 w 150"/>
                <a:gd name="T7" fmla="*/ 22 h 518"/>
                <a:gd name="T8" fmla="*/ 140 w 150"/>
                <a:gd name="T9" fmla="*/ 37 h 518"/>
                <a:gd name="T10" fmla="*/ 147 w 150"/>
                <a:gd name="T11" fmla="*/ 55 h 518"/>
                <a:gd name="T12" fmla="*/ 150 w 150"/>
                <a:gd name="T13" fmla="*/ 75 h 518"/>
                <a:gd name="T14" fmla="*/ 150 w 150"/>
                <a:gd name="T15" fmla="*/ 443 h 518"/>
                <a:gd name="T16" fmla="*/ 147 w 150"/>
                <a:gd name="T17" fmla="*/ 463 h 518"/>
                <a:gd name="T18" fmla="*/ 140 w 150"/>
                <a:gd name="T19" fmla="*/ 481 h 518"/>
                <a:gd name="T20" fmla="*/ 128 w 150"/>
                <a:gd name="T21" fmla="*/ 495 h 518"/>
                <a:gd name="T22" fmla="*/ 113 w 150"/>
                <a:gd name="T23" fmla="*/ 508 h 518"/>
                <a:gd name="T24" fmla="*/ 95 w 150"/>
                <a:gd name="T25" fmla="*/ 516 h 518"/>
                <a:gd name="T26" fmla="*/ 75 w 150"/>
                <a:gd name="T27" fmla="*/ 518 h 518"/>
                <a:gd name="T28" fmla="*/ 54 w 150"/>
                <a:gd name="T29" fmla="*/ 516 h 518"/>
                <a:gd name="T30" fmla="*/ 36 w 150"/>
                <a:gd name="T31" fmla="*/ 508 h 518"/>
                <a:gd name="T32" fmla="*/ 22 w 150"/>
                <a:gd name="T33" fmla="*/ 495 h 518"/>
                <a:gd name="T34" fmla="*/ 10 w 150"/>
                <a:gd name="T35" fmla="*/ 481 h 518"/>
                <a:gd name="T36" fmla="*/ 2 w 150"/>
                <a:gd name="T37" fmla="*/ 463 h 518"/>
                <a:gd name="T38" fmla="*/ 0 w 150"/>
                <a:gd name="T39" fmla="*/ 443 h 518"/>
                <a:gd name="T40" fmla="*/ 0 w 150"/>
                <a:gd name="T41" fmla="*/ 75 h 518"/>
                <a:gd name="T42" fmla="*/ 2 w 150"/>
                <a:gd name="T43" fmla="*/ 55 h 518"/>
                <a:gd name="T44" fmla="*/ 10 w 150"/>
                <a:gd name="T45" fmla="*/ 37 h 518"/>
                <a:gd name="T46" fmla="*/ 22 w 150"/>
                <a:gd name="T47" fmla="*/ 22 h 518"/>
                <a:gd name="T48" fmla="*/ 36 w 150"/>
                <a:gd name="T49" fmla="*/ 10 h 518"/>
                <a:gd name="T50" fmla="*/ 54 w 150"/>
                <a:gd name="T51" fmla="*/ 2 h 518"/>
                <a:gd name="T52" fmla="*/ 75 w 150"/>
                <a:gd name="T53" fmla="*/ 0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518">
                  <a:moveTo>
                    <a:pt x="75" y="0"/>
                  </a:moveTo>
                  <a:lnTo>
                    <a:pt x="95" y="2"/>
                  </a:lnTo>
                  <a:lnTo>
                    <a:pt x="113" y="10"/>
                  </a:lnTo>
                  <a:lnTo>
                    <a:pt x="128" y="22"/>
                  </a:lnTo>
                  <a:lnTo>
                    <a:pt x="140" y="37"/>
                  </a:lnTo>
                  <a:lnTo>
                    <a:pt x="147" y="55"/>
                  </a:lnTo>
                  <a:lnTo>
                    <a:pt x="150" y="75"/>
                  </a:lnTo>
                  <a:lnTo>
                    <a:pt x="150" y="443"/>
                  </a:lnTo>
                  <a:lnTo>
                    <a:pt x="147" y="463"/>
                  </a:lnTo>
                  <a:lnTo>
                    <a:pt x="140" y="481"/>
                  </a:lnTo>
                  <a:lnTo>
                    <a:pt x="128" y="495"/>
                  </a:lnTo>
                  <a:lnTo>
                    <a:pt x="113" y="508"/>
                  </a:lnTo>
                  <a:lnTo>
                    <a:pt x="95" y="516"/>
                  </a:lnTo>
                  <a:lnTo>
                    <a:pt x="75" y="518"/>
                  </a:lnTo>
                  <a:lnTo>
                    <a:pt x="54" y="516"/>
                  </a:lnTo>
                  <a:lnTo>
                    <a:pt x="36" y="508"/>
                  </a:lnTo>
                  <a:lnTo>
                    <a:pt x="22" y="495"/>
                  </a:lnTo>
                  <a:lnTo>
                    <a:pt x="10" y="481"/>
                  </a:lnTo>
                  <a:lnTo>
                    <a:pt x="2" y="463"/>
                  </a:lnTo>
                  <a:lnTo>
                    <a:pt x="0" y="443"/>
                  </a:lnTo>
                  <a:lnTo>
                    <a:pt x="0" y="75"/>
                  </a:lnTo>
                  <a:lnTo>
                    <a:pt x="2" y="55"/>
                  </a:lnTo>
                  <a:lnTo>
                    <a:pt x="10" y="37"/>
                  </a:lnTo>
                  <a:lnTo>
                    <a:pt x="22" y="22"/>
                  </a:lnTo>
                  <a:lnTo>
                    <a:pt x="36" y="10"/>
                  </a:lnTo>
                  <a:lnTo>
                    <a:pt x="54" y="2"/>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50" name="Freeform 19"/>
            <p:cNvSpPr>
              <a:spLocks/>
            </p:cNvSpPr>
            <p:nvPr/>
          </p:nvSpPr>
          <p:spPr bwMode="auto">
            <a:xfrm>
              <a:off x="1249423" y="3006144"/>
              <a:ext cx="39688" cy="82550"/>
            </a:xfrm>
            <a:custGeom>
              <a:avLst/>
              <a:gdLst>
                <a:gd name="T0" fmla="*/ 75 w 150"/>
                <a:gd name="T1" fmla="*/ 0 h 310"/>
                <a:gd name="T2" fmla="*/ 94 w 150"/>
                <a:gd name="T3" fmla="*/ 3 h 310"/>
                <a:gd name="T4" fmla="*/ 112 w 150"/>
                <a:gd name="T5" fmla="*/ 10 h 310"/>
                <a:gd name="T6" fmla="*/ 128 w 150"/>
                <a:gd name="T7" fmla="*/ 22 h 310"/>
                <a:gd name="T8" fmla="*/ 140 w 150"/>
                <a:gd name="T9" fmla="*/ 38 h 310"/>
                <a:gd name="T10" fmla="*/ 147 w 150"/>
                <a:gd name="T11" fmla="*/ 55 h 310"/>
                <a:gd name="T12" fmla="*/ 150 w 150"/>
                <a:gd name="T13" fmla="*/ 76 h 310"/>
                <a:gd name="T14" fmla="*/ 150 w 150"/>
                <a:gd name="T15" fmla="*/ 235 h 310"/>
                <a:gd name="T16" fmla="*/ 147 w 150"/>
                <a:gd name="T17" fmla="*/ 255 h 310"/>
                <a:gd name="T18" fmla="*/ 140 w 150"/>
                <a:gd name="T19" fmla="*/ 273 h 310"/>
                <a:gd name="T20" fmla="*/ 128 w 150"/>
                <a:gd name="T21" fmla="*/ 287 h 310"/>
                <a:gd name="T22" fmla="*/ 112 w 150"/>
                <a:gd name="T23" fmla="*/ 300 h 310"/>
                <a:gd name="T24" fmla="*/ 94 w 150"/>
                <a:gd name="T25" fmla="*/ 308 h 310"/>
                <a:gd name="T26" fmla="*/ 75 w 150"/>
                <a:gd name="T27" fmla="*/ 310 h 310"/>
                <a:gd name="T28" fmla="*/ 55 w 150"/>
                <a:gd name="T29" fmla="*/ 308 h 310"/>
                <a:gd name="T30" fmla="*/ 37 w 150"/>
                <a:gd name="T31" fmla="*/ 300 h 310"/>
                <a:gd name="T32" fmla="*/ 22 w 150"/>
                <a:gd name="T33" fmla="*/ 287 h 310"/>
                <a:gd name="T34" fmla="*/ 10 w 150"/>
                <a:gd name="T35" fmla="*/ 273 h 310"/>
                <a:gd name="T36" fmla="*/ 2 w 150"/>
                <a:gd name="T37" fmla="*/ 255 h 310"/>
                <a:gd name="T38" fmla="*/ 0 w 150"/>
                <a:gd name="T39" fmla="*/ 235 h 310"/>
                <a:gd name="T40" fmla="*/ 0 w 150"/>
                <a:gd name="T41" fmla="*/ 76 h 310"/>
                <a:gd name="T42" fmla="*/ 2 w 150"/>
                <a:gd name="T43" fmla="*/ 55 h 310"/>
                <a:gd name="T44" fmla="*/ 10 w 150"/>
                <a:gd name="T45" fmla="*/ 38 h 310"/>
                <a:gd name="T46" fmla="*/ 22 w 150"/>
                <a:gd name="T47" fmla="*/ 22 h 310"/>
                <a:gd name="T48" fmla="*/ 37 w 150"/>
                <a:gd name="T49" fmla="*/ 10 h 310"/>
                <a:gd name="T50" fmla="*/ 55 w 150"/>
                <a:gd name="T51" fmla="*/ 3 h 310"/>
                <a:gd name="T52" fmla="*/ 75 w 150"/>
                <a:gd name="T53"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310">
                  <a:moveTo>
                    <a:pt x="75" y="0"/>
                  </a:moveTo>
                  <a:lnTo>
                    <a:pt x="94" y="3"/>
                  </a:lnTo>
                  <a:lnTo>
                    <a:pt x="112" y="10"/>
                  </a:lnTo>
                  <a:lnTo>
                    <a:pt x="128" y="22"/>
                  </a:lnTo>
                  <a:lnTo>
                    <a:pt x="140" y="38"/>
                  </a:lnTo>
                  <a:lnTo>
                    <a:pt x="147" y="55"/>
                  </a:lnTo>
                  <a:lnTo>
                    <a:pt x="150" y="76"/>
                  </a:lnTo>
                  <a:lnTo>
                    <a:pt x="150" y="235"/>
                  </a:lnTo>
                  <a:lnTo>
                    <a:pt x="147" y="255"/>
                  </a:lnTo>
                  <a:lnTo>
                    <a:pt x="140" y="273"/>
                  </a:lnTo>
                  <a:lnTo>
                    <a:pt x="128" y="287"/>
                  </a:lnTo>
                  <a:lnTo>
                    <a:pt x="112" y="300"/>
                  </a:lnTo>
                  <a:lnTo>
                    <a:pt x="94" y="308"/>
                  </a:lnTo>
                  <a:lnTo>
                    <a:pt x="75" y="310"/>
                  </a:lnTo>
                  <a:lnTo>
                    <a:pt x="55" y="308"/>
                  </a:lnTo>
                  <a:lnTo>
                    <a:pt x="37" y="300"/>
                  </a:lnTo>
                  <a:lnTo>
                    <a:pt x="22" y="287"/>
                  </a:lnTo>
                  <a:lnTo>
                    <a:pt x="10" y="273"/>
                  </a:lnTo>
                  <a:lnTo>
                    <a:pt x="2" y="255"/>
                  </a:lnTo>
                  <a:lnTo>
                    <a:pt x="0" y="235"/>
                  </a:lnTo>
                  <a:lnTo>
                    <a:pt x="0" y="76"/>
                  </a:lnTo>
                  <a:lnTo>
                    <a:pt x="2" y="55"/>
                  </a:lnTo>
                  <a:lnTo>
                    <a:pt x="10" y="38"/>
                  </a:lnTo>
                  <a:lnTo>
                    <a:pt x="22" y="22"/>
                  </a:lnTo>
                  <a:lnTo>
                    <a:pt x="37" y="10"/>
                  </a:lnTo>
                  <a:lnTo>
                    <a:pt x="55" y="3"/>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grpSp>
      <p:sp>
        <p:nvSpPr>
          <p:cNvPr id="23"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2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grpSp>
        <p:nvGrpSpPr>
          <p:cNvPr id="26" name="Group 25"/>
          <p:cNvGrpSpPr/>
          <p:nvPr/>
        </p:nvGrpSpPr>
        <p:grpSpPr>
          <a:xfrm>
            <a:off x="675001" y="6217008"/>
            <a:ext cx="470055" cy="249715"/>
            <a:chOff x="374710" y="2875969"/>
            <a:chExt cx="914401" cy="485775"/>
          </a:xfrm>
          <a:solidFill>
            <a:schemeClr val="tx1"/>
          </a:solidFill>
        </p:grpSpPr>
        <p:sp>
          <p:nvSpPr>
            <p:cNvPr id="27" name="Rectangle 6"/>
            <p:cNvSpPr>
              <a:spLocks noChangeArrowheads="1"/>
            </p:cNvSpPr>
            <p:nvPr/>
          </p:nvSpPr>
          <p:spPr bwMode="auto">
            <a:xfrm>
              <a:off x="633473" y="3198232"/>
              <a:ext cx="39688" cy="16033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28" name="Freeform 7"/>
            <p:cNvSpPr>
              <a:spLocks/>
            </p:cNvSpPr>
            <p:nvPr/>
          </p:nvSpPr>
          <p:spPr bwMode="auto">
            <a:xfrm>
              <a:off x="874773" y="3196644"/>
              <a:ext cx="122238" cy="165100"/>
            </a:xfrm>
            <a:custGeom>
              <a:avLst/>
              <a:gdLst>
                <a:gd name="T0" fmla="*/ 350 w 459"/>
                <a:gd name="T1" fmla="*/ 1 h 626"/>
                <a:gd name="T2" fmla="*/ 400 w 459"/>
                <a:gd name="T3" fmla="*/ 7 h 626"/>
                <a:gd name="T4" fmla="*/ 437 w 459"/>
                <a:gd name="T5" fmla="*/ 15 h 626"/>
                <a:gd name="T6" fmla="*/ 459 w 459"/>
                <a:gd name="T7" fmla="*/ 22 h 626"/>
                <a:gd name="T8" fmla="*/ 454 w 459"/>
                <a:gd name="T9" fmla="*/ 181 h 626"/>
                <a:gd name="T10" fmla="*/ 429 w 459"/>
                <a:gd name="T11" fmla="*/ 169 h 626"/>
                <a:gd name="T12" fmla="*/ 387 w 459"/>
                <a:gd name="T13" fmla="*/ 157 h 626"/>
                <a:gd name="T14" fmla="*/ 331 w 459"/>
                <a:gd name="T15" fmla="*/ 151 h 626"/>
                <a:gd name="T16" fmla="*/ 271 w 459"/>
                <a:gd name="T17" fmla="*/ 161 h 626"/>
                <a:gd name="T18" fmla="*/ 221 w 459"/>
                <a:gd name="T19" fmla="*/ 188 h 626"/>
                <a:gd name="T20" fmla="*/ 187 w 459"/>
                <a:gd name="T21" fmla="*/ 229 h 626"/>
                <a:gd name="T22" fmla="*/ 168 w 459"/>
                <a:gd name="T23" fmla="*/ 282 h 626"/>
                <a:gd name="T24" fmla="*/ 168 w 459"/>
                <a:gd name="T25" fmla="*/ 342 h 626"/>
                <a:gd name="T26" fmla="*/ 186 w 459"/>
                <a:gd name="T27" fmla="*/ 394 h 626"/>
                <a:gd name="T28" fmla="*/ 220 w 459"/>
                <a:gd name="T29" fmla="*/ 436 h 626"/>
                <a:gd name="T30" fmla="*/ 270 w 459"/>
                <a:gd name="T31" fmla="*/ 464 h 626"/>
                <a:gd name="T32" fmla="*/ 331 w 459"/>
                <a:gd name="T33" fmla="*/ 474 h 626"/>
                <a:gd name="T34" fmla="*/ 387 w 459"/>
                <a:gd name="T35" fmla="*/ 469 h 626"/>
                <a:gd name="T36" fmla="*/ 429 w 459"/>
                <a:gd name="T37" fmla="*/ 456 h 626"/>
                <a:gd name="T38" fmla="*/ 454 w 459"/>
                <a:gd name="T39" fmla="*/ 445 h 626"/>
                <a:gd name="T40" fmla="*/ 459 w 459"/>
                <a:gd name="T41" fmla="*/ 604 h 626"/>
                <a:gd name="T42" fmla="*/ 430 w 459"/>
                <a:gd name="T43" fmla="*/ 612 h 626"/>
                <a:gd name="T44" fmla="*/ 383 w 459"/>
                <a:gd name="T45" fmla="*/ 622 h 626"/>
                <a:gd name="T46" fmla="*/ 321 w 459"/>
                <a:gd name="T47" fmla="*/ 626 h 626"/>
                <a:gd name="T48" fmla="*/ 244 w 459"/>
                <a:gd name="T49" fmla="*/ 618 h 626"/>
                <a:gd name="T50" fmla="*/ 173 w 459"/>
                <a:gd name="T51" fmla="*/ 593 h 626"/>
                <a:gd name="T52" fmla="*/ 110 w 459"/>
                <a:gd name="T53" fmla="*/ 554 h 626"/>
                <a:gd name="T54" fmla="*/ 60 w 459"/>
                <a:gd name="T55" fmla="*/ 502 h 626"/>
                <a:gd name="T56" fmla="*/ 23 w 459"/>
                <a:gd name="T57" fmla="*/ 435 h 626"/>
                <a:gd name="T58" fmla="*/ 4 w 459"/>
                <a:gd name="T59" fmla="*/ 356 h 626"/>
                <a:gd name="T60" fmla="*/ 4 w 459"/>
                <a:gd name="T61" fmla="*/ 269 h 626"/>
                <a:gd name="T62" fmla="*/ 25 w 459"/>
                <a:gd name="T63" fmla="*/ 187 h 626"/>
                <a:gd name="T64" fmla="*/ 65 w 459"/>
                <a:gd name="T65" fmla="*/ 118 h 626"/>
                <a:gd name="T66" fmla="*/ 122 w 459"/>
                <a:gd name="T67" fmla="*/ 63 h 626"/>
                <a:gd name="T68" fmla="*/ 193 w 459"/>
                <a:gd name="T69" fmla="*/ 23 h 626"/>
                <a:gd name="T70" fmla="*/ 276 w 459"/>
                <a:gd name="T71" fmla="*/ 3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59" h="626">
                  <a:moveTo>
                    <a:pt x="321" y="0"/>
                  </a:moveTo>
                  <a:lnTo>
                    <a:pt x="350" y="1"/>
                  </a:lnTo>
                  <a:lnTo>
                    <a:pt x="376" y="3"/>
                  </a:lnTo>
                  <a:lnTo>
                    <a:pt x="400" y="7"/>
                  </a:lnTo>
                  <a:lnTo>
                    <a:pt x="420" y="11"/>
                  </a:lnTo>
                  <a:lnTo>
                    <a:pt x="437" y="15"/>
                  </a:lnTo>
                  <a:lnTo>
                    <a:pt x="451" y="19"/>
                  </a:lnTo>
                  <a:lnTo>
                    <a:pt x="459" y="22"/>
                  </a:lnTo>
                  <a:lnTo>
                    <a:pt x="459" y="184"/>
                  </a:lnTo>
                  <a:lnTo>
                    <a:pt x="454" y="181"/>
                  </a:lnTo>
                  <a:lnTo>
                    <a:pt x="443" y="176"/>
                  </a:lnTo>
                  <a:lnTo>
                    <a:pt x="429" y="169"/>
                  </a:lnTo>
                  <a:lnTo>
                    <a:pt x="410" y="163"/>
                  </a:lnTo>
                  <a:lnTo>
                    <a:pt x="387" y="157"/>
                  </a:lnTo>
                  <a:lnTo>
                    <a:pt x="361" y="152"/>
                  </a:lnTo>
                  <a:lnTo>
                    <a:pt x="331" y="151"/>
                  </a:lnTo>
                  <a:lnTo>
                    <a:pt x="300" y="154"/>
                  </a:lnTo>
                  <a:lnTo>
                    <a:pt x="271" y="161"/>
                  </a:lnTo>
                  <a:lnTo>
                    <a:pt x="244" y="173"/>
                  </a:lnTo>
                  <a:lnTo>
                    <a:pt x="221" y="188"/>
                  </a:lnTo>
                  <a:lnTo>
                    <a:pt x="203" y="207"/>
                  </a:lnTo>
                  <a:lnTo>
                    <a:pt x="187" y="229"/>
                  </a:lnTo>
                  <a:lnTo>
                    <a:pt x="175" y="255"/>
                  </a:lnTo>
                  <a:lnTo>
                    <a:pt x="168" y="282"/>
                  </a:lnTo>
                  <a:lnTo>
                    <a:pt x="166" y="313"/>
                  </a:lnTo>
                  <a:lnTo>
                    <a:pt x="168" y="342"/>
                  </a:lnTo>
                  <a:lnTo>
                    <a:pt x="174" y="370"/>
                  </a:lnTo>
                  <a:lnTo>
                    <a:pt x="186" y="394"/>
                  </a:lnTo>
                  <a:lnTo>
                    <a:pt x="201" y="417"/>
                  </a:lnTo>
                  <a:lnTo>
                    <a:pt x="220" y="436"/>
                  </a:lnTo>
                  <a:lnTo>
                    <a:pt x="243" y="452"/>
                  </a:lnTo>
                  <a:lnTo>
                    <a:pt x="270" y="464"/>
                  </a:lnTo>
                  <a:lnTo>
                    <a:pt x="299" y="471"/>
                  </a:lnTo>
                  <a:lnTo>
                    <a:pt x="331" y="474"/>
                  </a:lnTo>
                  <a:lnTo>
                    <a:pt x="361" y="472"/>
                  </a:lnTo>
                  <a:lnTo>
                    <a:pt x="387" y="469"/>
                  </a:lnTo>
                  <a:lnTo>
                    <a:pt x="409" y="463"/>
                  </a:lnTo>
                  <a:lnTo>
                    <a:pt x="429" y="456"/>
                  </a:lnTo>
                  <a:lnTo>
                    <a:pt x="443" y="450"/>
                  </a:lnTo>
                  <a:lnTo>
                    <a:pt x="454" y="445"/>
                  </a:lnTo>
                  <a:lnTo>
                    <a:pt x="459" y="441"/>
                  </a:lnTo>
                  <a:lnTo>
                    <a:pt x="459" y="604"/>
                  </a:lnTo>
                  <a:lnTo>
                    <a:pt x="447" y="608"/>
                  </a:lnTo>
                  <a:lnTo>
                    <a:pt x="430" y="612"/>
                  </a:lnTo>
                  <a:lnTo>
                    <a:pt x="408" y="618"/>
                  </a:lnTo>
                  <a:lnTo>
                    <a:pt x="383" y="622"/>
                  </a:lnTo>
                  <a:lnTo>
                    <a:pt x="353" y="625"/>
                  </a:lnTo>
                  <a:lnTo>
                    <a:pt x="321" y="626"/>
                  </a:lnTo>
                  <a:lnTo>
                    <a:pt x="282" y="624"/>
                  </a:lnTo>
                  <a:lnTo>
                    <a:pt x="244" y="618"/>
                  </a:lnTo>
                  <a:lnTo>
                    <a:pt x="208" y="607"/>
                  </a:lnTo>
                  <a:lnTo>
                    <a:pt x="173" y="593"/>
                  </a:lnTo>
                  <a:lnTo>
                    <a:pt x="141" y="575"/>
                  </a:lnTo>
                  <a:lnTo>
                    <a:pt x="110" y="554"/>
                  </a:lnTo>
                  <a:lnTo>
                    <a:pt x="83" y="529"/>
                  </a:lnTo>
                  <a:lnTo>
                    <a:pt x="60" y="502"/>
                  </a:lnTo>
                  <a:lnTo>
                    <a:pt x="39" y="470"/>
                  </a:lnTo>
                  <a:lnTo>
                    <a:pt x="23" y="435"/>
                  </a:lnTo>
                  <a:lnTo>
                    <a:pt x="11" y="397"/>
                  </a:lnTo>
                  <a:lnTo>
                    <a:pt x="4" y="356"/>
                  </a:lnTo>
                  <a:lnTo>
                    <a:pt x="0" y="313"/>
                  </a:lnTo>
                  <a:lnTo>
                    <a:pt x="4" y="269"/>
                  </a:lnTo>
                  <a:lnTo>
                    <a:pt x="12" y="226"/>
                  </a:lnTo>
                  <a:lnTo>
                    <a:pt x="25" y="187"/>
                  </a:lnTo>
                  <a:lnTo>
                    <a:pt x="42" y="151"/>
                  </a:lnTo>
                  <a:lnTo>
                    <a:pt x="65" y="118"/>
                  </a:lnTo>
                  <a:lnTo>
                    <a:pt x="92" y="88"/>
                  </a:lnTo>
                  <a:lnTo>
                    <a:pt x="122" y="63"/>
                  </a:lnTo>
                  <a:lnTo>
                    <a:pt x="155" y="41"/>
                  </a:lnTo>
                  <a:lnTo>
                    <a:pt x="193" y="23"/>
                  </a:lnTo>
                  <a:lnTo>
                    <a:pt x="233" y="10"/>
                  </a:lnTo>
                  <a:lnTo>
                    <a:pt x="276" y="3"/>
                  </a:lnTo>
                  <a:lnTo>
                    <a:pt x="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29" name="Freeform 8"/>
            <p:cNvSpPr>
              <a:spLocks/>
            </p:cNvSpPr>
            <p:nvPr/>
          </p:nvSpPr>
          <p:spPr bwMode="auto">
            <a:xfrm>
              <a:off x="457260" y="3196644"/>
              <a:ext cx="120650" cy="165100"/>
            </a:xfrm>
            <a:custGeom>
              <a:avLst/>
              <a:gdLst>
                <a:gd name="T0" fmla="*/ 349 w 458"/>
                <a:gd name="T1" fmla="*/ 1 h 626"/>
                <a:gd name="T2" fmla="*/ 400 w 458"/>
                <a:gd name="T3" fmla="*/ 7 h 626"/>
                <a:gd name="T4" fmla="*/ 437 w 458"/>
                <a:gd name="T5" fmla="*/ 15 h 626"/>
                <a:gd name="T6" fmla="*/ 458 w 458"/>
                <a:gd name="T7" fmla="*/ 22 h 626"/>
                <a:gd name="T8" fmla="*/ 452 w 458"/>
                <a:gd name="T9" fmla="*/ 181 h 626"/>
                <a:gd name="T10" fmla="*/ 428 w 458"/>
                <a:gd name="T11" fmla="*/ 169 h 626"/>
                <a:gd name="T12" fmla="*/ 386 w 458"/>
                <a:gd name="T13" fmla="*/ 157 h 626"/>
                <a:gd name="T14" fmla="*/ 331 w 458"/>
                <a:gd name="T15" fmla="*/ 151 h 626"/>
                <a:gd name="T16" fmla="*/ 270 w 458"/>
                <a:gd name="T17" fmla="*/ 161 h 626"/>
                <a:gd name="T18" fmla="*/ 221 w 458"/>
                <a:gd name="T19" fmla="*/ 188 h 626"/>
                <a:gd name="T20" fmla="*/ 186 w 458"/>
                <a:gd name="T21" fmla="*/ 229 h 626"/>
                <a:gd name="T22" fmla="*/ 168 w 458"/>
                <a:gd name="T23" fmla="*/ 282 h 626"/>
                <a:gd name="T24" fmla="*/ 168 w 458"/>
                <a:gd name="T25" fmla="*/ 342 h 626"/>
                <a:gd name="T26" fmla="*/ 185 w 458"/>
                <a:gd name="T27" fmla="*/ 394 h 626"/>
                <a:gd name="T28" fmla="*/ 220 w 458"/>
                <a:gd name="T29" fmla="*/ 436 h 626"/>
                <a:gd name="T30" fmla="*/ 269 w 458"/>
                <a:gd name="T31" fmla="*/ 464 h 626"/>
                <a:gd name="T32" fmla="*/ 331 w 458"/>
                <a:gd name="T33" fmla="*/ 474 h 626"/>
                <a:gd name="T34" fmla="*/ 386 w 458"/>
                <a:gd name="T35" fmla="*/ 469 h 626"/>
                <a:gd name="T36" fmla="*/ 427 w 458"/>
                <a:gd name="T37" fmla="*/ 456 h 626"/>
                <a:gd name="T38" fmla="*/ 452 w 458"/>
                <a:gd name="T39" fmla="*/ 445 h 626"/>
                <a:gd name="T40" fmla="*/ 458 w 458"/>
                <a:gd name="T41" fmla="*/ 604 h 626"/>
                <a:gd name="T42" fmla="*/ 429 w 458"/>
                <a:gd name="T43" fmla="*/ 612 h 626"/>
                <a:gd name="T44" fmla="*/ 381 w 458"/>
                <a:gd name="T45" fmla="*/ 622 h 626"/>
                <a:gd name="T46" fmla="*/ 319 w 458"/>
                <a:gd name="T47" fmla="*/ 626 h 626"/>
                <a:gd name="T48" fmla="*/ 243 w 458"/>
                <a:gd name="T49" fmla="*/ 618 h 626"/>
                <a:gd name="T50" fmla="*/ 173 w 458"/>
                <a:gd name="T51" fmla="*/ 593 h 626"/>
                <a:gd name="T52" fmla="*/ 110 w 458"/>
                <a:gd name="T53" fmla="*/ 554 h 626"/>
                <a:gd name="T54" fmla="*/ 59 w 458"/>
                <a:gd name="T55" fmla="*/ 502 h 626"/>
                <a:gd name="T56" fmla="*/ 22 w 458"/>
                <a:gd name="T57" fmla="*/ 435 h 626"/>
                <a:gd name="T58" fmla="*/ 3 w 458"/>
                <a:gd name="T59" fmla="*/ 356 h 626"/>
                <a:gd name="T60" fmla="*/ 3 w 458"/>
                <a:gd name="T61" fmla="*/ 269 h 626"/>
                <a:gd name="T62" fmla="*/ 24 w 458"/>
                <a:gd name="T63" fmla="*/ 187 h 626"/>
                <a:gd name="T64" fmla="*/ 64 w 458"/>
                <a:gd name="T65" fmla="*/ 118 h 626"/>
                <a:gd name="T66" fmla="*/ 122 w 458"/>
                <a:gd name="T67" fmla="*/ 63 h 626"/>
                <a:gd name="T68" fmla="*/ 192 w 458"/>
                <a:gd name="T69" fmla="*/ 23 h 626"/>
                <a:gd name="T70" fmla="*/ 274 w 458"/>
                <a:gd name="T71" fmla="*/ 3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58" h="626">
                  <a:moveTo>
                    <a:pt x="319" y="0"/>
                  </a:moveTo>
                  <a:lnTo>
                    <a:pt x="349" y="1"/>
                  </a:lnTo>
                  <a:lnTo>
                    <a:pt x="376" y="3"/>
                  </a:lnTo>
                  <a:lnTo>
                    <a:pt x="400" y="7"/>
                  </a:lnTo>
                  <a:lnTo>
                    <a:pt x="420" y="11"/>
                  </a:lnTo>
                  <a:lnTo>
                    <a:pt x="437" y="15"/>
                  </a:lnTo>
                  <a:lnTo>
                    <a:pt x="449" y="19"/>
                  </a:lnTo>
                  <a:lnTo>
                    <a:pt x="458" y="22"/>
                  </a:lnTo>
                  <a:lnTo>
                    <a:pt x="458" y="184"/>
                  </a:lnTo>
                  <a:lnTo>
                    <a:pt x="452" y="181"/>
                  </a:lnTo>
                  <a:lnTo>
                    <a:pt x="443" y="176"/>
                  </a:lnTo>
                  <a:lnTo>
                    <a:pt x="428" y="169"/>
                  </a:lnTo>
                  <a:lnTo>
                    <a:pt x="410" y="163"/>
                  </a:lnTo>
                  <a:lnTo>
                    <a:pt x="386" y="157"/>
                  </a:lnTo>
                  <a:lnTo>
                    <a:pt x="360" y="152"/>
                  </a:lnTo>
                  <a:lnTo>
                    <a:pt x="331" y="151"/>
                  </a:lnTo>
                  <a:lnTo>
                    <a:pt x="300" y="154"/>
                  </a:lnTo>
                  <a:lnTo>
                    <a:pt x="270" y="161"/>
                  </a:lnTo>
                  <a:lnTo>
                    <a:pt x="244" y="173"/>
                  </a:lnTo>
                  <a:lnTo>
                    <a:pt x="221" y="188"/>
                  </a:lnTo>
                  <a:lnTo>
                    <a:pt x="202" y="207"/>
                  </a:lnTo>
                  <a:lnTo>
                    <a:pt x="186" y="229"/>
                  </a:lnTo>
                  <a:lnTo>
                    <a:pt x="174" y="255"/>
                  </a:lnTo>
                  <a:lnTo>
                    <a:pt x="168" y="282"/>
                  </a:lnTo>
                  <a:lnTo>
                    <a:pt x="164" y="313"/>
                  </a:lnTo>
                  <a:lnTo>
                    <a:pt x="168" y="342"/>
                  </a:lnTo>
                  <a:lnTo>
                    <a:pt x="174" y="370"/>
                  </a:lnTo>
                  <a:lnTo>
                    <a:pt x="185" y="394"/>
                  </a:lnTo>
                  <a:lnTo>
                    <a:pt x="201" y="417"/>
                  </a:lnTo>
                  <a:lnTo>
                    <a:pt x="220" y="436"/>
                  </a:lnTo>
                  <a:lnTo>
                    <a:pt x="243" y="452"/>
                  </a:lnTo>
                  <a:lnTo>
                    <a:pt x="269" y="464"/>
                  </a:lnTo>
                  <a:lnTo>
                    <a:pt x="299" y="471"/>
                  </a:lnTo>
                  <a:lnTo>
                    <a:pt x="331" y="474"/>
                  </a:lnTo>
                  <a:lnTo>
                    <a:pt x="360" y="472"/>
                  </a:lnTo>
                  <a:lnTo>
                    <a:pt x="386" y="469"/>
                  </a:lnTo>
                  <a:lnTo>
                    <a:pt x="408" y="463"/>
                  </a:lnTo>
                  <a:lnTo>
                    <a:pt x="427" y="456"/>
                  </a:lnTo>
                  <a:lnTo>
                    <a:pt x="442" y="450"/>
                  </a:lnTo>
                  <a:lnTo>
                    <a:pt x="452" y="445"/>
                  </a:lnTo>
                  <a:lnTo>
                    <a:pt x="458" y="441"/>
                  </a:lnTo>
                  <a:lnTo>
                    <a:pt x="458" y="604"/>
                  </a:lnTo>
                  <a:lnTo>
                    <a:pt x="446" y="608"/>
                  </a:lnTo>
                  <a:lnTo>
                    <a:pt x="429" y="612"/>
                  </a:lnTo>
                  <a:lnTo>
                    <a:pt x="407" y="618"/>
                  </a:lnTo>
                  <a:lnTo>
                    <a:pt x="381" y="622"/>
                  </a:lnTo>
                  <a:lnTo>
                    <a:pt x="352" y="625"/>
                  </a:lnTo>
                  <a:lnTo>
                    <a:pt x="319" y="626"/>
                  </a:lnTo>
                  <a:lnTo>
                    <a:pt x="281" y="624"/>
                  </a:lnTo>
                  <a:lnTo>
                    <a:pt x="243" y="618"/>
                  </a:lnTo>
                  <a:lnTo>
                    <a:pt x="207" y="607"/>
                  </a:lnTo>
                  <a:lnTo>
                    <a:pt x="173" y="593"/>
                  </a:lnTo>
                  <a:lnTo>
                    <a:pt x="140" y="575"/>
                  </a:lnTo>
                  <a:lnTo>
                    <a:pt x="110" y="554"/>
                  </a:lnTo>
                  <a:lnTo>
                    <a:pt x="83" y="529"/>
                  </a:lnTo>
                  <a:lnTo>
                    <a:pt x="59" y="502"/>
                  </a:lnTo>
                  <a:lnTo>
                    <a:pt x="39" y="470"/>
                  </a:lnTo>
                  <a:lnTo>
                    <a:pt x="22" y="435"/>
                  </a:lnTo>
                  <a:lnTo>
                    <a:pt x="11" y="397"/>
                  </a:lnTo>
                  <a:lnTo>
                    <a:pt x="3" y="356"/>
                  </a:lnTo>
                  <a:lnTo>
                    <a:pt x="0" y="313"/>
                  </a:lnTo>
                  <a:lnTo>
                    <a:pt x="3" y="269"/>
                  </a:lnTo>
                  <a:lnTo>
                    <a:pt x="12" y="226"/>
                  </a:lnTo>
                  <a:lnTo>
                    <a:pt x="24" y="187"/>
                  </a:lnTo>
                  <a:lnTo>
                    <a:pt x="42" y="151"/>
                  </a:lnTo>
                  <a:lnTo>
                    <a:pt x="64" y="118"/>
                  </a:lnTo>
                  <a:lnTo>
                    <a:pt x="91" y="88"/>
                  </a:lnTo>
                  <a:lnTo>
                    <a:pt x="122" y="63"/>
                  </a:lnTo>
                  <a:lnTo>
                    <a:pt x="155" y="41"/>
                  </a:lnTo>
                  <a:lnTo>
                    <a:pt x="192" y="23"/>
                  </a:lnTo>
                  <a:lnTo>
                    <a:pt x="233" y="10"/>
                  </a:lnTo>
                  <a:lnTo>
                    <a:pt x="274" y="3"/>
                  </a:lnTo>
                  <a:lnTo>
                    <a:pt x="31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30" name="Freeform 9"/>
            <p:cNvSpPr>
              <a:spLocks noEditPoints="1"/>
            </p:cNvSpPr>
            <p:nvPr/>
          </p:nvSpPr>
          <p:spPr bwMode="auto">
            <a:xfrm>
              <a:off x="1038285" y="3196644"/>
              <a:ext cx="168275" cy="165100"/>
            </a:xfrm>
            <a:custGeom>
              <a:avLst/>
              <a:gdLst>
                <a:gd name="T0" fmla="*/ 288 w 635"/>
                <a:gd name="T1" fmla="*/ 156 h 626"/>
                <a:gd name="T2" fmla="*/ 237 w 635"/>
                <a:gd name="T3" fmla="*/ 176 h 626"/>
                <a:gd name="T4" fmla="*/ 196 w 635"/>
                <a:gd name="T5" fmla="*/ 211 h 626"/>
                <a:gd name="T6" fmla="*/ 170 w 635"/>
                <a:gd name="T7" fmla="*/ 257 h 626"/>
                <a:gd name="T8" fmla="*/ 161 w 635"/>
                <a:gd name="T9" fmla="*/ 313 h 626"/>
                <a:gd name="T10" fmla="*/ 170 w 635"/>
                <a:gd name="T11" fmla="*/ 369 h 626"/>
                <a:gd name="T12" fmla="*/ 196 w 635"/>
                <a:gd name="T13" fmla="*/ 415 h 626"/>
                <a:gd name="T14" fmla="*/ 237 w 635"/>
                <a:gd name="T15" fmla="*/ 450 h 626"/>
                <a:gd name="T16" fmla="*/ 288 w 635"/>
                <a:gd name="T17" fmla="*/ 469 h 626"/>
                <a:gd name="T18" fmla="*/ 347 w 635"/>
                <a:gd name="T19" fmla="*/ 469 h 626"/>
                <a:gd name="T20" fmla="*/ 398 w 635"/>
                <a:gd name="T21" fmla="*/ 450 h 626"/>
                <a:gd name="T22" fmla="*/ 438 w 635"/>
                <a:gd name="T23" fmla="*/ 415 h 626"/>
                <a:gd name="T24" fmla="*/ 465 w 635"/>
                <a:gd name="T25" fmla="*/ 369 h 626"/>
                <a:gd name="T26" fmla="*/ 475 w 635"/>
                <a:gd name="T27" fmla="*/ 313 h 626"/>
                <a:gd name="T28" fmla="*/ 465 w 635"/>
                <a:gd name="T29" fmla="*/ 257 h 626"/>
                <a:gd name="T30" fmla="*/ 438 w 635"/>
                <a:gd name="T31" fmla="*/ 211 h 626"/>
                <a:gd name="T32" fmla="*/ 398 w 635"/>
                <a:gd name="T33" fmla="*/ 176 h 626"/>
                <a:gd name="T34" fmla="*/ 347 w 635"/>
                <a:gd name="T35" fmla="*/ 156 h 626"/>
                <a:gd name="T36" fmla="*/ 318 w 635"/>
                <a:gd name="T37" fmla="*/ 0 h 626"/>
                <a:gd name="T38" fmla="*/ 406 w 635"/>
                <a:gd name="T39" fmla="*/ 11 h 626"/>
                <a:gd name="T40" fmla="*/ 482 w 635"/>
                <a:gd name="T41" fmla="*/ 43 h 626"/>
                <a:gd name="T42" fmla="*/ 546 w 635"/>
                <a:gd name="T43" fmla="*/ 91 h 626"/>
                <a:gd name="T44" fmla="*/ 594 w 635"/>
                <a:gd name="T45" fmla="*/ 155 h 626"/>
                <a:gd name="T46" fmla="*/ 624 w 635"/>
                <a:gd name="T47" fmla="*/ 229 h 626"/>
                <a:gd name="T48" fmla="*/ 635 w 635"/>
                <a:gd name="T49" fmla="*/ 313 h 626"/>
                <a:gd name="T50" fmla="*/ 624 w 635"/>
                <a:gd name="T51" fmla="*/ 396 h 626"/>
                <a:gd name="T52" fmla="*/ 594 w 635"/>
                <a:gd name="T53" fmla="*/ 471 h 626"/>
                <a:gd name="T54" fmla="*/ 546 w 635"/>
                <a:gd name="T55" fmla="*/ 534 h 626"/>
                <a:gd name="T56" fmla="*/ 482 w 635"/>
                <a:gd name="T57" fmla="*/ 583 h 626"/>
                <a:gd name="T58" fmla="*/ 406 w 635"/>
                <a:gd name="T59" fmla="*/ 614 h 626"/>
                <a:gd name="T60" fmla="*/ 318 w 635"/>
                <a:gd name="T61" fmla="*/ 626 h 626"/>
                <a:gd name="T62" fmla="*/ 230 w 635"/>
                <a:gd name="T63" fmla="*/ 614 h 626"/>
                <a:gd name="T64" fmla="*/ 153 w 635"/>
                <a:gd name="T65" fmla="*/ 583 h 626"/>
                <a:gd name="T66" fmla="*/ 89 w 635"/>
                <a:gd name="T67" fmla="*/ 534 h 626"/>
                <a:gd name="T68" fmla="*/ 41 w 635"/>
                <a:gd name="T69" fmla="*/ 471 h 626"/>
                <a:gd name="T70" fmla="*/ 11 w 635"/>
                <a:gd name="T71" fmla="*/ 396 h 626"/>
                <a:gd name="T72" fmla="*/ 0 w 635"/>
                <a:gd name="T73" fmla="*/ 313 h 626"/>
                <a:gd name="T74" fmla="*/ 11 w 635"/>
                <a:gd name="T75" fmla="*/ 229 h 626"/>
                <a:gd name="T76" fmla="*/ 41 w 635"/>
                <a:gd name="T77" fmla="*/ 155 h 626"/>
                <a:gd name="T78" fmla="*/ 89 w 635"/>
                <a:gd name="T79" fmla="*/ 91 h 626"/>
                <a:gd name="T80" fmla="*/ 153 w 635"/>
                <a:gd name="T81" fmla="*/ 43 h 626"/>
                <a:gd name="T82" fmla="*/ 230 w 635"/>
                <a:gd name="T83" fmla="*/ 11 h 626"/>
                <a:gd name="T84" fmla="*/ 318 w 635"/>
                <a:gd name="T85"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35" h="626">
                  <a:moveTo>
                    <a:pt x="318" y="154"/>
                  </a:moveTo>
                  <a:lnTo>
                    <a:pt x="288" y="156"/>
                  </a:lnTo>
                  <a:lnTo>
                    <a:pt x="261" y="164"/>
                  </a:lnTo>
                  <a:lnTo>
                    <a:pt x="237" y="176"/>
                  </a:lnTo>
                  <a:lnTo>
                    <a:pt x="215" y="192"/>
                  </a:lnTo>
                  <a:lnTo>
                    <a:pt x="196" y="211"/>
                  </a:lnTo>
                  <a:lnTo>
                    <a:pt x="181" y="233"/>
                  </a:lnTo>
                  <a:lnTo>
                    <a:pt x="170" y="257"/>
                  </a:lnTo>
                  <a:lnTo>
                    <a:pt x="164" y="284"/>
                  </a:lnTo>
                  <a:lnTo>
                    <a:pt x="161" y="313"/>
                  </a:lnTo>
                  <a:lnTo>
                    <a:pt x="164" y="341"/>
                  </a:lnTo>
                  <a:lnTo>
                    <a:pt x="170" y="369"/>
                  </a:lnTo>
                  <a:lnTo>
                    <a:pt x="181" y="393"/>
                  </a:lnTo>
                  <a:lnTo>
                    <a:pt x="196" y="415"/>
                  </a:lnTo>
                  <a:lnTo>
                    <a:pt x="215" y="434"/>
                  </a:lnTo>
                  <a:lnTo>
                    <a:pt x="237" y="450"/>
                  </a:lnTo>
                  <a:lnTo>
                    <a:pt x="261" y="461"/>
                  </a:lnTo>
                  <a:lnTo>
                    <a:pt x="288" y="469"/>
                  </a:lnTo>
                  <a:lnTo>
                    <a:pt x="318" y="472"/>
                  </a:lnTo>
                  <a:lnTo>
                    <a:pt x="347" y="469"/>
                  </a:lnTo>
                  <a:lnTo>
                    <a:pt x="373" y="461"/>
                  </a:lnTo>
                  <a:lnTo>
                    <a:pt x="398" y="450"/>
                  </a:lnTo>
                  <a:lnTo>
                    <a:pt x="420" y="434"/>
                  </a:lnTo>
                  <a:lnTo>
                    <a:pt x="438" y="415"/>
                  </a:lnTo>
                  <a:lnTo>
                    <a:pt x="454" y="393"/>
                  </a:lnTo>
                  <a:lnTo>
                    <a:pt x="465" y="369"/>
                  </a:lnTo>
                  <a:lnTo>
                    <a:pt x="472" y="341"/>
                  </a:lnTo>
                  <a:lnTo>
                    <a:pt x="475" y="313"/>
                  </a:lnTo>
                  <a:lnTo>
                    <a:pt x="472" y="284"/>
                  </a:lnTo>
                  <a:lnTo>
                    <a:pt x="465" y="257"/>
                  </a:lnTo>
                  <a:lnTo>
                    <a:pt x="454" y="233"/>
                  </a:lnTo>
                  <a:lnTo>
                    <a:pt x="438" y="211"/>
                  </a:lnTo>
                  <a:lnTo>
                    <a:pt x="420" y="192"/>
                  </a:lnTo>
                  <a:lnTo>
                    <a:pt x="398" y="176"/>
                  </a:lnTo>
                  <a:lnTo>
                    <a:pt x="373" y="164"/>
                  </a:lnTo>
                  <a:lnTo>
                    <a:pt x="347" y="156"/>
                  </a:lnTo>
                  <a:lnTo>
                    <a:pt x="318" y="154"/>
                  </a:lnTo>
                  <a:close/>
                  <a:moveTo>
                    <a:pt x="318" y="0"/>
                  </a:moveTo>
                  <a:lnTo>
                    <a:pt x="363" y="3"/>
                  </a:lnTo>
                  <a:lnTo>
                    <a:pt x="406" y="11"/>
                  </a:lnTo>
                  <a:lnTo>
                    <a:pt x="445" y="24"/>
                  </a:lnTo>
                  <a:lnTo>
                    <a:pt x="482" y="43"/>
                  </a:lnTo>
                  <a:lnTo>
                    <a:pt x="516" y="65"/>
                  </a:lnTo>
                  <a:lnTo>
                    <a:pt x="546" y="91"/>
                  </a:lnTo>
                  <a:lnTo>
                    <a:pt x="572" y="122"/>
                  </a:lnTo>
                  <a:lnTo>
                    <a:pt x="594" y="155"/>
                  </a:lnTo>
                  <a:lnTo>
                    <a:pt x="611" y="190"/>
                  </a:lnTo>
                  <a:lnTo>
                    <a:pt x="624" y="229"/>
                  </a:lnTo>
                  <a:lnTo>
                    <a:pt x="632" y="271"/>
                  </a:lnTo>
                  <a:lnTo>
                    <a:pt x="635" y="313"/>
                  </a:lnTo>
                  <a:lnTo>
                    <a:pt x="632" y="355"/>
                  </a:lnTo>
                  <a:lnTo>
                    <a:pt x="624" y="396"/>
                  </a:lnTo>
                  <a:lnTo>
                    <a:pt x="611" y="434"/>
                  </a:lnTo>
                  <a:lnTo>
                    <a:pt x="594" y="471"/>
                  </a:lnTo>
                  <a:lnTo>
                    <a:pt x="572" y="504"/>
                  </a:lnTo>
                  <a:lnTo>
                    <a:pt x="546" y="534"/>
                  </a:lnTo>
                  <a:lnTo>
                    <a:pt x="516" y="561"/>
                  </a:lnTo>
                  <a:lnTo>
                    <a:pt x="482" y="583"/>
                  </a:lnTo>
                  <a:lnTo>
                    <a:pt x="445" y="601"/>
                  </a:lnTo>
                  <a:lnTo>
                    <a:pt x="406" y="614"/>
                  </a:lnTo>
                  <a:lnTo>
                    <a:pt x="363" y="623"/>
                  </a:lnTo>
                  <a:lnTo>
                    <a:pt x="318" y="626"/>
                  </a:lnTo>
                  <a:lnTo>
                    <a:pt x="273" y="623"/>
                  </a:lnTo>
                  <a:lnTo>
                    <a:pt x="230" y="614"/>
                  </a:lnTo>
                  <a:lnTo>
                    <a:pt x="190" y="601"/>
                  </a:lnTo>
                  <a:lnTo>
                    <a:pt x="153" y="583"/>
                  </a:lnTo>
                  <a:lnTo>
                    <a:pt x="120" y="561"/>
                  </a:lnTo>
                  <a:lnTo>
                    <a:pt x="89" y="534"/>
                  </a:lnTo>
                  <a:lnTo>
                    <a:pt x="63" y="504"/>
                  </a:lnTo>
                  <a:lnTo>
                    <a:pt x="41" y="471"/>
                  </a:lnTo>
                  <a:lnTo>
                    <a:pt x="24" y="434"/>
                  </a:lnTo>
                  <a:lnTo>
                    <a:pt x="11" y="396"/>
                  </a:lnTo>
                  <a:lnTo>
                    <a:pt x="3" y="355"/>
                  </a:lnTo>
                  <a:lnTo>
                    <a:pt x="0" y="313"/>
                  </a:lnTo>
                  <a:lnTo>
                    <a:pt x="3" y="271"/>
                  </a:lnTo>
                  <a:lnTo>
                    <a:pt x="11" y="229"/>
                  </a:lnTo>
                  <a:lnTo>
                    <a:pt x="24" y="190"/>
                  </a:lnTo>
                  <a:lnTo>
                    <a:pt x="41" y="155"/>
                  </a:lnTo>
                  <a:lnTo>
                    <a:pt x="63" y="122"/>
                  </a:lnTo>
                  <a:lnTo>
                    <a:pt x="89" y="91"/>
                  </a:lnTo>
                  <a:lnTo>
                    <a:pt x="120" y="65"/>
                  </a:lnTo>
                  <a:lnTo>
                    <a:pt x="153" y="43"/>
                  </a:lnTo>
                  <a:lnTo>
                    <a:pt x="190" y="24"/>
                  </a:lnTo>
                  <a:lnTo>
                    <a:pt x="230" y="11"/>
                  </a:lnTo>
                  <a:lnTo>
                    <a:pt x="273" y="3"/>
                  </a:lnTo>
                  <a:lnTo>
                    <a:pt x="3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31" name="Freeform 10"/>
            <p:cNvSpPr>
              <a:spLocks/>
            </p:cNvSpPr>
            <p:nvPr/>
          </p:nvSpPr>
          <p:spPr bwMode="auto">
            <a:xfrm>
              <a:off x="727135" y="3196644"/>
              <a:ext cx="109538" cy="165100"/>
            </a:xfrm>
            <a:custGeom>
              <a:avLst/>
              <a:gdLst>
                <a:gd name="T0" fmla="*/ 251 w 414"/>
                <a:gd name="T1" fmla="*/ 1 h 626"/>
                <a:gd name="T2" fmla="*/ 302 w 414"/>
                <a:gd name="T3" fmla="*/ 5 h 626"/>
                <a:gd name="T4" fmla="*/ 343 w 414"/>
                <a:gd name="T5" fmla="*/ 12 h 626"/>
                <a:gd name="T6" fmla="*/ 367 w 414"/>
                <a:gd name="T7" fmla="*/ 18 h 626"/>
                <a:gd name="T8" fmla="*/ 372 w 414"/>
                <a:gd name="T9" fmla="*/ 148 h 626"/>
                <a:gd name="T10" fmla="*/ 359 w 414"/>
                <a:gd name="T11" fmla="*/ 145 h 626"/>
                <a:gd name="T12" fmla="*/ 331 w 414"/>
                <a:gd name="T13" fmla="*/ 139 h 626"/>
                <a:gd name="T14" fmla="*/ 293 w 414"/>
                <a:gd name="T15" fmla="*/ 132 h 626"/>
                <a:gd name="T16" fmla="*/ 254 w 414"/>
                <a:gd name="T17" fmla="*/ 129 h 626"/>
                <a:gd name="T18" fmla="*/ 202 w 414"/>
                <a:gd name="T19" fmla="*/ 136 h 626"/>
                <a:gd name="T20" fmla="*/ 170 w 414"/>
                <a:gd name="T21" fmla="*/ 154 h 626"/>
                <a:gd name="T22" fmla="*/ 159 w 414"/>
                <a:gd name="T23" fmla="*/ 179 h 626"/>
                <a:gd name="T24" fmla="*/ 169 w 414"/>
                <a:gd name="T25" fmla="*/ 205 h 626"/>
                <a:gd name="T26" fmla="*/ 191 w 414"/>
                <a:gd name="T27" fmla="*/ 222 h 626"/>
                <a:gd name="T28" fmla="*/ 217 w 414"/>
                <a:gd name="T29" fmla="*/ 233 h 626"/>
                <a:gd name="T30" fmla="*/ 270 w 414"/>
                <a:gd name="T31" fmla="*/ 250 h 626"/>
                <a:gd name="T32" fmla="*/ 329 w 414"/>
                <a:gd name="T33" fmla="*/ 276 h 626"/>
                <a:gd name="T34" fmla="*/ 371 w 414"/>
                <a:gd name="T35" fmla="*/ 311 h 626"/>
                <a:gd name="T36" fmla="*/ 399 w 414"/>
                <a:gd name="T37" fmla="*/ 352 h 626"/>
                <a:gd name="T38" fmla="*/ 412 w 414"/>
                <a:gd name="T39" fmla="*/ 398 h 626"/>
                <a:gd name="T40" fmla="*/ 412 w 414"/>
                <a:gd name="T41" fmla="*/ 456 h 626"/>
                <a:gd name="T42" fmla="*/ 395 w 414"/>
                <a:gd name="T43" fmla="*/ 512 h 626"/>
                <a:gd name="T44" fmla="*/ 364 w 414"/>
                <a:gd name="T45" fmla="*/ 556 h 626"/>
                <a:gd name="T46" fmla="*/ 322 w 414"/>
                <a:gd name="T47" fmla="*/ 588 h 626"/>
                <a:gd name="T48" fmla="*/ 272 w 414"/>
                <a:gd name="T49" fmla="*/ 610 h 626"/>
                <a:gd name="T50" fmla="*/ 219 w 414"/>
                <a:gd name="T51" fmla="*/ 622 h 626"/>
                <a:gd name="T52" fmla="*/ 166 w 414"/>
                <a:gd name="T53" fmla="*/ 626 h 626"/>
                <a:gd name="T54" fmla="*/ 107 w 414"/>
                <a:gd name="T55" fmla="*/ 624 h 626"/>
                <a:gd name="T56" fmla="*/ 56 w 414"/>
                <a:gd name="T57" fmla="*/ 619 h 626"/>
                <a:gd name="T58" fmla="*/ 19 w 414"/>
                <a:gd name="T59" fmla="*/ 612 h 626"/>
                <a:gd name="T60" fmla="*/ 2 w 414"/>
                <a:gd name="T61" fmla="*/ 609 h 626"/>
                <a:gd name="T62" fmla="*/ 11 w 414"/>
                <a:gd name="T63" fmla="*/ 472 h 626"/>
                <a:gd name="T64" fmla="*/ 43 w 414"/>
                <a:gd name="T65" fmla="*/ 480 h 626"/>
                <a:gd name="T66" fmla="*/ 90 w 414"/>
                <a:gd name="T67" fmla="*/ 489 h 626"/>
                <a:gd name="T68" fmla="*/ 145 w 414"/>
                <a:gd name="T69" fmla="*/ 493 h 626"/>
                <a:gd name="T70" fmla="*/ 199 w 414"/>
                <a:gd name="T71" fmla="*/ 488 h 626"/>
                <a:gd name="T72" fmla="*/ 236 w 414"/>
                <a:gd name="T73" fmla="*/ 473 h 626"/>
                <a:gd name="T74" fmla="*/ 253 w 414"/>
                <a:gd name="T75" fmla="*/ 450 h 626"/>
                <a:gd name="T76" fmla="*/ 253 w 414"/>
                <a:gd name="T77" fmla="*/ 421 h 626"/>
                <a:gd name="T78" fmla="*/ 235 w 414"/>
                <a:gd name="T79" fmla="*/ 399 h 626"/>
                <a:gd name="T80" fmla="*/ 205 w 414"/>
                <a:gd name="T81" fmla="*/ 382 h 626"/>
                <a:gd name="T82" fmla="*/ 177 w 414"/>
                <a:gd name="T83" fmla="*/ 373 h 626"/>
                <a:gd name="T84" fmla="*/ 155 w 414"/>
                <a:gd name="T85" fmla="*/ 366 h 626"/>
                <a:gd name="T86" fmla="*/ 107 w 414"/>
                <a:gd name="T87" fmla="*/ 347 h 626"/>
                <a:gd name="T88" fmla="*/ 64 w 414"/>
                <a:gd name="T89" fmla="*/ 320 h 626"/>
                <a:gd name="T90" fmla="*/ 31 w 414"/>
                <a:gd name="T91" fmla="*/ 286 h 626"/>
                <a:gd name="T92" fmla="*/ 9 w 414"/>
                <a:gd name="T93" fmla="*/ 243 h 626"/>
                <a:gd name="T94" fmla="*/ 0 w 414"/>
                <a:gd name="T95" fmla="*/ 188 h 626"/>
                <a:gd name="T96" fmla="*/ 10 w 414"/>
                <a:gd name="T97" fmla="*/ 125 h 626"/>
                <a:gd name="T98" fmla="*/ 39 w 414"/>
                <a:gd name="T99" fmla="*/ 73 h 626"/>
                <a:gd name="T100" fmla="*/ 85 w 414"/>
                <a:gd name="T101" fmla="*/ 33 h 626"/>
                <a:gd name="T102" fmla="*/ 147 w 414"/>
                <a:gd name="T103" fmla="*/ 8 h 626"/>
                <a:gd name="T104" fmla="*/ 224 w 414"/>
                <a:gd name="T105"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14" h="626">
                  <a:moveTo>
                    <a:pt x="224" y="0"/>
                  </a:moveTo>
                  <a:lnTo>
                    <a:pt x="251" y="1"/>
                  </a:lnTo>
                  <a:lnTo>
                    <a:pt x="278" y="3"/>
                  </a:lnTo>
                  <a:lnTo>
                    <a:pt x="302" y="5"/>
                  </a:lnTo>
                  <a:lnTo>
                    <a:pt x="324" y="9"/>
                  </a:lnTo>
                  <a:lnTo>
                    <a:pt x="343" y="12"/>
                  </a:lnTo>
                  <a:lnTo>
                    <a:pt x="357" y="15"/>
                  </a:lnTo>
                  <a:lnTo>
                    <a:pt x="367" y="18"/>
                  </a:lnTo>
                  <a:lnTo>
                    <a:pt x="372" y="19"/>
                  </a:lnTo>
                  <a:lnTo>
                    <a:pt x="372" y="148"/>
                  </a:lnTo>
                  <a:lnTo>
                    <a:pt x="368" y="147"/>
                  </a:lnTo>
                  <a:lnTo>
                    <a:pt x="359" y="145"/>
                  </a:lnTo>
                  <a:lnTo>
                    <a:pt x="347" y="142"/>
                  </a:lnTo>
                  <a:lnTo>
                    <a:pt x="331" y="139"/>
                  </a:lnTo>
                  <a:lnTo>
                    <a:pt x="313" y="135"/>
                  </a:lnTo>
                  <a:lnTo>
                    <a:pt x="293" y="132"/>
                  </a:lnTo>
                  <a:lnTo>
                    <a:pt x="273" y="130"/>
                  </a:lnTo>
                  <a:lnTo>
                    <a:pt x="254" y="129"/>
                  </a:lnTo>
                  <a:lnTo>
                    <a:pt x="225" y="131"/>
                  </a:lnTo>
                  <a:lnTo>
                    <a:pt x="202" y="136"/>
                  </a:lnTo>
                  <a:lnTo>
                    <a:pt x="183" y="143"/>
                  </a:lnTo>
                  <a:lnTo>
                    <a:pt x="170" y="154"/>
                  </a:lnTo>
                  <a:lnTo>
                    <a:pt x="162" y="165"/>
                  </a:lnTo>
                  <a:lnTo>
                    <a:pt x="159" y="179"/>
                  </a:lnTo>
                  <a:lnTo>
                    <a:pt x="162" y="194"/>
                  </a:lnTo>
                  <a:lnTo>
                    <a:pt x="169" y="205"/>
                  </a:lnTo>
                  <a:lnTo>
                    <a:pt x="179" y="215"/>
                  </a:lnTo>
                  <a:lnTo>
                    <a:pt x="191" y="222"/>
                  </a:lnTo>
                  <a:lnTo>
                    <a:pt x="204" y="228"/>
                  </a:lnTo>
                  <a:lnTo>
                    <a:pt x="217" y="233"/>
                  </a:lnTo>
                  <a:lnTo>
                    <a:pt x="228" y="237"/>
                  </a:lnTo>
                  <a:lnTo>
                    <a:pt x="270" y="250"/>
                  </a:lnTo>
                  <a:lnTo>
                    <a:pt x="302" y="262"/>
                  </a:lnTo>
                  <a:lnTo>
                    <a:pt x="329" y="276"/>
                  </a:lnTo>
                  <a:lnTo>
                    <a:pt x="352" y="293"/>
                  </a:lnTo>
                  <a:lnTo>
                    <a:pt x="371" y="311"/>
                  </a:lnTo>
                  <a:lnTo>
                    <a:pt x="387" y="331"/>
                  </a:lnTo>
                  <a:lnTo>
                    <a:pt x="399" y="352"/>
                  </a:lnTo>
                  <a:lnTo>
                    <a:pt x="408" y="375"/>
                  </a:lnTo>
                  <a:lnTo>
                    <a:pt x="412" y="398"/>
                  </a:lnTo>
                  <a:lnTo>
                    <a:pt x="414" y="422"/>
                  </a:lnTo>
                  <a:lnTo>
                    <a:pt x="412" y="456"/>
                  </a:lnTo>
                  <a:lnTo>
                    <a:pt x="405" y="486"/>
                  </a:lnTo>
                  <a:lnTo>
                    <a:pt x="395" y="512"/>
                  </a:lnTo>
                  <a:lnTo>
                    <a:pt x="380" y="536"/>
                  </a:lnTo>
                  <a:lnTo>
                    <a:pt x="364" y="556"/>
                  </a:lnTo>
                  <a:lnTo>
                    <a:pt x="344" y="573"/>
                  </a:lnTo>
                  <a:lnTo>
                    <a:pt x="322" y="588"/>
                  </a:lnTo>
                  <a:lnTo>
                    <a:pt x="298" y="601"/>
                  </a:lnTo>
                  <a:lnTo>
                    <a:pt x="272" y="610"/>
                  </a:lnTo>
                  <a:lnTo>
                    <a:pt x="246" y="618"/>
                  </a:lnTo>
                  <a:lnTo>
                    <a:pt x="219" y="622"/>
                  </a:lnTo>
                  <a:lnTo>
                    <a:pt x="192" y="625"/>
                  </a:lnTo>
                  <a:lnTo>
                    <a:pt x="166" y="626"/>
                  </a:lnTo>
                  <a:lnTo>
                    <a:pt x="135" y="625"/>
                  </a:lnTo>
                  <a:lnTo>
                    <a:pt x="107" y="624"/>
                  </a:lnTo>
                  <a:lnTo>
                    <a:pt x="80" y="621"/>
                  </a:lnTo>
                  <a:lnTo>
                    <a:pt x="56" y="619"/>
                  </a:lnTo>
                  <a:lnTo>
                    <a:pt x="36" y="615"/>
                  </a:lnTo>
                  <a:lnTo>
                    <a:pt x="19" y="612"/>
                  </a:lnTo>
                  <a:lnTo>
                    <a:pt x="7" y="610"/>
                  </a:lnTo>
                  <a:lnTo>
                    <a:pt x="2" y="609"/>
                  </a:lnTo>
                  <a:lnTo>
                    <a:pt x="2" y="470"/>
                  </a:lnTo>
                  <a:lnTo>
                    <a:pt x="11" y="472"/>
                  </a:lnTo>
                  <a:lnTo>
                    <a:pt x="24" y="476"/>
                  </a:lnTo>
                  <a:lnTo>
                    <a:pt x="43" y="480"/>
                  </a:lnTo>
                  <a:lnTo>
                    <a:pt x="65" y="485"/>
                  </a:lnTo>
                  <a:lnTo>
                    <a:pt x="90" y="489"/>
                  </a:lnTo>
                  <a:lnTo>
                    <a:pt x="116" y="492"/>
                  </a:lnTo>
                  <a:lnTo>
                    <a:pt x="145" y="493"/>
                  </a:lnTo>
                  <a:lnTo>
                    <a:pt x="175" y="491"/>
                  </a:lnTo>
                  <a:lnTo>
                    <a:pt x="199" y="488"/>
                  </a:lnTo>
                  <a:lnTo>
                    <a:pt x="220" y="482"/>
                  </a:lnTo>
                  <a:lnTo>
                    <a:pt x="236" y="473"/>
                  </a:lnTo>
                  <a:lnTo>
                    <a:pt x="246" y="463"/>
                  </a:lnTo>
                  <a:lnTo>
                    <a:pt x="253" y="450"/>
                  </a:lnTo>
                  <a:lnTo>
                    <a:pt x="255" y="436"/>
                  </a:lnTo>
                  <a:lnTo>
                    <a:pt x="253" y="421"/>
                  </a:lnTo>
                  <a:lnTo>
                    <a:pt x="246" y="410"/>
                  </a:lnTo>
                  <a:lnTo>
                    <a:pt x="235" y="399"/>
                  </a:lnTo>
                  <a:lnTo>
                    <a:pt x="221" y="390"/>
                  </a:lnTo>
                  <a:lnTo>
                    <a:pt x="205" y="382"/>
                  </a:lnTo>
                  <a:lnTo>
                    <a:pt x="188" y="376"/>
                  </a:lnTo>
                  <a:lnTo>
                    <a:pt x="177" y="373"/>
                  </a:lnTo>
                  <a:lnTo>
                    <a:pt x="166" y="369"/>
                  </a:lnTo>
                  <a:lnTo>
                    <a:pt x="155" y="366"/>
                  </a:lnTo>
                  <a:lnTo>
                    <a:pt x="130" y="357"/>
                  </a:lnTo>
                  <a:lnTo>
                    <a:pt x="107" y="347"/>
                  </a:lnTo>
                  <a:lnTo>
                    <a:pt x="84" y="334"/>
                  </a:lnTo>
                  <a:lnTo>
                    <a:pt x="64" y="320"/>
                  </a:lnTo>
                  <a:lnTo>
                    <a:pt x="46" y="304"/>
                  </a:lnTo>
                  <a:lnTo>
                    <a:pt x="31" y="286"/>
                  </a:lnTo>
                  <a:lnTo>
                    <a:pt x="18" y="265"/>
                  </a:lnTo>
                  <a:lnTo>
                    <a:pt x="9" y="243"/>
                  </a:lnTo>
                  <a:lnTo>
                    <a:pt x="2" y="217"/>
                  </a:lnTo>
                  <a:lnTo>
                    <a:pt x="0" y="188"/>
                  </a:lnTo>
                  <a:lnTo>
                    <a:pt x="2" y="156"/>
                  </a:lnTo>
                  <a:lnTo>
                    <a:pt x="10" y="125"/>
                  </a:lnTo>
                  <a:lnTo>
                    <a:pt x="22" y="98"/>
                  </a:lnTo>
                  <a:lnTo>
                    <a:pt x="39" y="73"/>
                  </a:lnTo>
                  <a:lnTo>
                    <a:pt x="60" y="51"/>
                  </a:lnTo>
                  <a:lnTo>
                    <a:pt x="85" y="33"/>
                  </a:lnTo>
                  <a:lnTo>
                    <a:pt x="114" y="19"/>
                  </a:lnTo>
                  <a:lnTo>
                    <a:pt x="147" y="8"/>
                  </a:lnTo>
                  <a:lnTo>
                    <a:pt x="183" y="2"/>
                  </a:lnTo>
                  <a:lnTo>
                    <a:pt x="2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32" name="Freeform 11"/>
            <p:cNvSpPr>
              <a:spLocks/>
            </p:cNvSpPr>
            <p:nvPr/>
          </p:nvSpPr>
          <p:spPr bwMode="auto">
            <a:xfrm>
              <a:off x="374710" y="3006144"/>
              <a:ext cx="39688" cy="82550"/>
            </a:xfrm>
            <a:custGeom>
              <a:avLst/>
              <a:gdLst>
                <a:gd name="T0" fmla="*/ 75 w 151"/>
                <a:gd name="T1" fmla="*/ 0 h 310"/>
                <a:gd name="T2" fmla="*/ 95 w 151"/>
                <a:gd name="T3" fmla="*/ 3 h 310"/>
                <a:gd name="T4" fmla="*/ 113 w 151"/>
                <a:gd name="T5" fmla="*/ 10 h 310"/>
                <a:gd name="T6" fmla="*/ 129 w 151"/>
                <a:gd name="T7" fmla="*/ 22 h 310"/>
                <a:gd name="T8" fmla="*/ 140 w 151"/>
                <a:gd name="T9" fmla="*/ 38 h 310"/>
                <a:gd name="T10" fmla="*/ 148 w 151"/>
                <a:gd name="T11" fmla="*/ 55 h 310"/>
                <a:gd name="T12" fmla="*/ 151 w 151"/>
                <a:gd name="T13" fmla="*/ 76 h 310"/>
                <a:gd name="T14" fmla="*/ 151 w 151"/>
                <a:gd name="T15" fmla="*/ 235 h 310"/>
                <a:gd name="T16" fmla="*/ 148 w 151"/>
                <a:gd name="T17" fmla="*/ 255 h 310"/>
                <a:gd name="T18" fmla="*/ 140 w 151"/>
                <a:gd name="T19" fmla="*/ 273 h 310"/>
                <a:gd name="T20" fmla="*/ 129 w 151"/>
                <a:gd name="T21" fmla="*/ 287 h 310"/>
                <a:gd name="T22" fmla="*/ 113 w 151"/>
                <a:gd name="T23" fmla="*/ 300 h 310"/>
                <a:gd name="T24" fmla="*/ 95 w 151"/>
                <a:gd name="T25" fmla="*/ 308 h 310"/>
                <a:gd name="T26" fmla="*/ 75 w 151"/>
                <a:gd name="T27" fmla="*/ 310 h 310"/>
                <a:gd name="T28" fmla="*/ 56 w 151"/>
                <a:gd name="T29" fmla="*/ 308 h 310"/>
                <a:gd name="T30" fmla="*/ 38 w 151"/>
                <a:gd name="T31" fmla="*/ 300 h 310"/>
                <a:gd name="T32" fmla="*/ 22 w 151"/>
                <a:gd name="T33" fmla="*/ 287 h 310"/>
                <a:gd name="T34" fmla="*/ 10 w 151"/>
                <a:gd name="T35" fmla="*/ 273 h 310"/>
                <a:gd name="T36" fmla="*/ 3 w 151"/>
                <a:gd name="T37" fmla="*/ 255 h 310"/>
                <a:gd name="T38" fmla="*/ 0 w 151"/>
                <a:gd name="T39" fmla="*/ 235 h 310"/>
                <a:gd name="T40" fmla="*/ 0 w 151"/>
                <a:gd name="T41" fmla="*/ 76 h 310"/>
                <a:gd name="T42" fmla="*/ 3 w 151"/>
                <a:gd name="T43" fmla="*/ 55 h 310"/>
                <a:gd name="T44" fmla="*/ 10 w 151"/>
                <a:gd name="T45" fmla="*/ 38 h 310"/>
                <a:gd name="T46" fmla="*/ 22 w 151"/>
                <a:gd name="T47" fmla="*/ 22 h 310"/>
                <a:gd name="T48" fmla="*/ 38 w 151"/>
                <a:gd name="T49" fmla="*/ 10 h 310"/>
                <a:gd name="T50" fmla="*/ 56 w 151"/>
                <a:gd name="T51" fmla="*/ 3 h 310"/>
                <a:gd name="T52" fmla="*/ 75 w 151"/>
                <a:gd name="T53"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1" h="310">
                  <a:moveTo>
                    <a:pt x="75" y="0"/>
                  </a:moveTo>
                  <a:lnTo>
                    <a:pt x="95" y="3"/>
                  </a:lnTo>
                  <a:lnTo>
                    <a:pt x="113" y="10"/>
                  </a:lnTo>
                  <a:lnTo>
                    <a:pt x="129" y="22"/>
                  </a:lnTo>
                  <a:lnTo>
                    <a:pt x="140" y="38"/>
                  </a:lnTo>
                  <a:lnTo>
                    <a:pt x="148" y="55"/>
                  </a:lnTo>
                  <a:lnTo>
                    <a:pt x="151" y="76"/>
                  </a:lnTo>
                  <a:lnTo>
                    <a:pt x="151" y="235"/>
                  </a:lnTo>
                  <a:lnTo>
                    <a:pt x="148" y="255"/>
                  </a:lnTo>
                  <a:lnTo>
                    <a:pt x="140" y="273"/>
                  </a:lnTo>
                  <a:lnTo>
                    <a:pt x="129" y="287"/>
                  </a:lnTo>
                  <a:lnTo>
                    <a:pt x="113" y="300"/>
                  </a:lnTo>
                  <a:lnTo>
                    <a:pt x="95" y="308"/>
                  </a:lnTo>
                  <a:lnTo>
                    <a:pt x="75" y="310"/>
                  </a:lnTo>
                  <a:lnTo>
                    <a:pt x="56" y="308"/>
                  </a:lnTo>
                  <a:lnTo>
                    <a:pt x="38" y="300"/>
                  </a:lnTo>
                  <a:lnTo>
                    <a:pt x="22" y="287"/>
                  </a:lnTo>
                  <a:lnTo>
                    <a:pt x="10" y="273"/>
                  </a:lnTo>
                  <a:lnTo>
                    <a:pt x="3" y="255"/>
                  </a:lnTo>
                  <a:lnTo>
                    <a:pt x="0" y="235"/>
                  </a:lnTo>
                  <a:lnTo>
                    <a:pt x="0" y="76"/>
                  </a:lnTo>
                  <a:lnTo>
                    <a:pt x="3" y="55"/>
                  </a:lnTo>
                  <a:lnTo>
                    <a:pt x="10" y="38"/>
                  </a:lnTo>
                  <a:lnTo>
                    <a:pt x="22" y="22"/>
                  </a:lnTo>
                  <a:lnTo>
                    <a:pt x="38" y="10"/>
                  </a:lnTo>
                  <a:lnTo>
                    <a:pt x="56" y="3"/>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33" name="Freeform 12"/>
            <p:cNvSpPr>
              <a:spLocks/>
            </p:cNvSpPr>
            <p:nvPr/>
          </p:nvSpPr>
          <p:spPr bwMode="auto">
            <a:xfrm>
              <a:off x="484248" y="2952169"/>
              <a:ext cx="39688" cy="136525"/>
            </a:xfrm>
            <a:custGeom>
              <a:avLst/>
              <a:gdLst>
                <a:gd name="T0" fmla="*/ 74 w 149"/>
                <a:gd name="T1" fmla="*/ 0 h 518"/>
                <a:gd name="T2" fmla="*/ 94 w 149"/>
                <a:gd name="T3" fmla="*/ 2 h 518"/>
                <a:gd name="T4" fmla="*/ 113 w 149"/>
                <a:gd name="T5" fmla="*/ 10 h 518"/>
                <a:gd name="T6" fmla="*/ 127 w 149"/>
                <a:gd name="T7" fmla="*/ 22 h 518"/>
                <a:gd name="T8" fmla="*/ 139 w 149"/>
                <a:gd name="T9" fmla="*/ 37 h 518"/>
                <a:gd name="T10" fmla="*/ 147 w 149"/>
                <a:gd name="T11" fmla="*/ 55 h 518"/>
                <a:gd name="T12" fmla="*/ 149 w 149"/>
                <a:gd name="T13" fmla="*/ 75 h 518"/>
                <a:gd name="T14" fmla="*/ 149 w 149"/>
                <a:gd name="T15" fmla="*/ 443 h 518"/>
                <a:gd name="T16" fmla="*/ 147 w 149"/>
                <a:gd name="T17" fmla="*/ 463 h 518"/>
                <a:gd name="T18" fmla="*/ 139 w 149"/>
                <a:gd name="T19" fmla="*/ 481 h 518"/>
                <a:gd name="T20" fmla="*/ 127 w 149"/>
                <a:gd name="T21" fmla="*/ 495 h 518"/>
                <a:gd name="T22" fmla="*/ 113 w 149"/>
                <a:gd name="T23" fmla="*/ 508 h 518"/>
                <a:gd name="T24" fmla="*/ 94 w 149"/>
                <a:gd name="T25" fmla="*/ 516 h 518"/>
                <a:gd name="T26" fmla="*/ 74 w 149"/>
                <a:gd name="T27" fmla="*/ 518 h 518"/>
                <a:gd name="T28" fmla="*/ 54 w 149"/>
                <a:gd name="T29" fmla="*/ 516 h 518"/>
                <a:gd name="T30" fmla="*/ 36 w 149"/>
                <a:gd name="T31" fmla="*/ 508 h 518"/>
                <a:gd name="T32" fmla="*/ 22 w 149"/>
                <a:gd name="T33" fmla="*/ 495 h 518"/>
                <a:gd name="T34" fmla="*/ 9 w 149"/>
                <a:gd name="T35" fmla="*/ 481 h 518"/>
                <a:gd name="T36" fmla="*/ 2 w 149"/>
                <a:gd name="T37" fmla="*/ 463 h 518"/>
                <a:gd name="T38" fmla="*/ 0 w 149"/>
                <a:gd name="T39" fmla="*/ 443 h 518"/>
                <a:gd name="T40" fmla="*/ 0 w 149"/>
                <a:gd name="T41" fmla="*/ 75 h 518"/>
                <a:gd name="T42" fmla="*/ 2 w 149"/>
                <a:gd name="T43" fmla="*/ 55 h 518"/>
                <a:gd name="T44" fmla="*/ 9 w 149"/>
                <a:gd name="T45" fmla="*/ 37 h 518"/>
                <a:gd name="T46" fmla="*/ 22 w 149"/>
                <a:gd name="T47" fmla="*/ 22 h 518"/>
                <a:gd name="T48" fmla="*/ 36 w 149"/>
                <a:gd name="T49" fmla="*/ 10 h 518"/>
                <a:gd name="T50" fmla="*/ 54 w 149"/>
                <a:gd name="T51" fmla="*/ 2 h 518"/>
                <a:gd name="T52" fmla="*/ 74 w 149"/>
                <a:gd name="T53" fmla="*/ 0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9" h="518">
                  <a:moveTo>
                    <a:pt x="74" y="0"/>
                  </a:moveTo>
                  <a:lnTo>
                    <a:pt x="94" y="2"/>
                  </a:lnTo>
                  <a:lnTo>
                    <a:pt x="113" y="10"/>
                  </a:lnTo>
                  <a:lnTo>
                    <a:pt x="127" y="22"/>
                  </a:lnTo>
                  <a:lnTo>
                    <a:pt x="139" y="37"/>
                  </a:lnTo>
                  <a:lnTo>
                    <a:pt x="147" y="55"/>
                  </a:lnTo>
                  <a:lnTo>
                    <a:pt x="149" y="75"/>
                  </a:lnTo>
                  <a:lnTo>
                    <a:pt x="149" y="443"/>
                  </a:lnTo>
                  <a:lnTo>
                    <a:pt x="147" y="463"/>
                  </a:lnTo>
                  <a:lnTo>
                    <a:pt x="139" y="481"/>
                  </a:lnTo>
                  <a:lnTo>
                    <a:pt x="127" y="495"/>
                  </a:lnTo>
                  <a:lnTo>
                    <a:pt x="113" y="508"/>
                  </a:lnTo>
                  <a:lnTo>
                    <a:pt x="94" y="516"/>
                  </a:lnTo>
                  <a:lnTo>
                    <a:pt x="74" y="518"/>
                  </a:lnTo>
                  <a:lnTo>
                    <a:pt x="54" y="516"/>
                  </a:lnTo>
                  <a:lnTo>
                    <a:pt x="36" y="508"/>
                  </a:lnTo>
                  <a:lnTo>
                    <a:pt x="22" y="495"/>
                  </a:lnTo>
                  <a:lnTo>
                    <a:pt x="9" y="481"/>
                  </a:lnTo>
                  <a:lnTo>
                    <a:pt x="2" y="463"/>
                  </a:lnTo>
                  <a:lnTo>
                    <a:pt x="0" y="443"/>
                  </a:lnTo>
                  <a:lnTo>
                    <a:pt x="0" y="75"/>
                  </a:lnTo>
                  <a:lnTo>
                    <a:pt x="2" y="55"/>
                  </a:lnTo>
                  <a:lnTo>
                    <a:pt x="9" y="37"/>
                  </a:lnTo>
                  <a:lnTo>
                    <a:pt x="22" y="22"/>
                  </a:lnTo>
                  <a:lnTo>
                    <a:pt x="36" y="10"/>
                  </a:lnTo>
                  <a:lnTo>
                    <a:pt x="54" y="2"/>
                  </a:lnTo>
                  <a:lnTo>
                    <a:pt x="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51" name="Freeform 13"/>
            <p:cNvSpPr>
              <a:spLocks/>
            </p:cNvSpPr>
            <p:nvPr/>
          </p:nvSpPr>
          <p:spPr bwMode="auto">
            <a:xfrm>
              <a:off x="593785" y="2875969"/>
              <a:ext cx="39688" cy="252413"/>
            </a:xfrm>
            <a:custGeom>
              <a:avLst/>
              <a:gdLst>
                <a:gd name="T0" fmla="*/ 76 w 151"/>
                <a:gd name="T1" fmla="*/ 0 h 953"/>
                <a:gd name="T2" fmla="*/ 96 w 151"/>
                <a:gd name="T3" fmla="*/ 2 h 953"/>
                <a:gd name="T4" fmla="*/ 113 w 151"/>
                <a:gd name="T5" fmla="*/ 10 h 953"/>
                <a:gd name="T6" fmla="*/ 129 w 151"/>
                <a:gd name="T7" fmla="*/ 22 h 953"/>
                <a:gd name="T8" fmla="*/ 141 w 151"/>
                <a:gd name="T9" fmla="*/ 37 h 953"/>
                <a:gd name="T10" fmla="*/ 148 w 151"/>
                <a:gd name="T11" fmla="*/ 55 h 953"/>
                <a:gd name="T12" fmla="*/ 151 w 151"/>
                <a:gd name="T13" fmla="*/ 75 h 953"/>
                <a:gd name="T14" fmla="*/ 151 w 151"/>
                <a:gd name="T15" fmla="*/ 879 h 953"/>
                <a:gd name="T16" fmla="*/ 148 w 151"/>
                <a:gd name="T17" fmla="*/ 899 h 953"/>
                <a:gd name="T18" fmla="*/ 141 w 151"/>
                <a:gd name="T19" fmla="*/ 917 h 953"/>
                <a:gd name="T20" fmla="*/ 129 w 151"/>
                <a:gd name="T21" fmla="*/ 931 h 953"/>
                <a:gd name="T22" fmla="*/ 113 w 151"/>
                <a:gd name="T23" fmla="*/ 944 h 953"/>
                <a:gd name="T24" fmla="*/ 96 w 151"/>
                <a:gd name="T25" fmla="*/ 951 h 953"/>
                <a:gd name="T26" fmla="*/ 76 w 151"/>
                <a:gd name="T27" fmla="*/ 953 h 953"/>
                <a:gd name="T28" fmla="*/ 56 w 151"/>
                <a:gd name="T29" fmla="*/ 951 h 953"/>
                <a:gd name="T30" fmla="*/ 38 w 151"/>
                <a:gd name="T31" fmla="*/ 944 h 953"/>
                <a:gd name="T32" fmla="*/ 22 w 151"/>
                <a:gd name="T33" fmla="*/ 931 h 953"/>
                <a:gd name="T34" fmla="*/ 11 w 151"/>
                <a:gd name="T35" fmla="*/ 917 h 953"/>
                <a:gd name="T36" fmla="*/ 3 w 151"/>
                <a:gd name="T37" fmla="*/ 899 h 953"/>
                <a:gd name="T38" fmla="*/ 0 w 151"/>
                <a:gd name="T39" fmla="*/ 879 h 953"/>
                <a:gd name="T40" fmla="*/ 0 w 151"/>
                <a:gd name="T41" fmla="*/ 75 h 953"/>
                <a:gd name="T42" fmla="*/ 3 w 151"/>
                <a:gd name="T43" fmla="*/ 55 h 953"/>
                <a:gd name="T44" fmla="*/ 11 w 151"/>
                <a:gd name="T45" fmla="*/ 37 h 953"/>
                <a:gd name="T46" fmla="*/ 22 w 151"/>
                <a:gd name="T47" fmla="*/ 22 h 953"/>
                <a:gd name="T48" fmla="*/ 38 w 151"/>
                <a:gd name="T49" fmla="*/ 10 h 953"/>
                <a:gd name="T50" fmla="*/ 56 w 151"/>
                <a:gd name="T51" fmla="*/ 2 h 953"/>
                <a:gd name="T52" fmla="*/ 76 w 151"/>
                <a:gd name="T53"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1" h="953">
                  <a:moveTo>
                    <a:pt x="76" y="0"/>
                  </a:moveTo>
                  <a:lnTo>
                    <a:pt x="96" y="2"/>
                  </a:lnTo>
                  <a:lnTo>
                    <a:pt x="113" y="10"/>
                  </a:lnTo>
                  <a:lnTo>
                    <a:pt x="129" y="22"/>
                  </a:lnTo>
                  <a:lnTo>
                    <a:pt x="141" y="37"/>
                  </a:lnTo>
                  <a:lnTo>
                    <a:pt x="148" y="55"/>
                  </a:lnTo>
                  <a:lnTo>
                    <a:pt x="151" y="75"/>
                  </a:lnTo>
                  <a:lnTo>
                    <a:pt x="151" y="879"/>
                  </a:lnTo>
                  <a:lnTo>
                    <a:pt x="148" y="899"/>
                  </a:lnTo>
                  <a:lnTo>
                    <a:pt x="141" y="917"/>
                  </a:lnTo>
                  <a:lnTo>
                    <a:pt x="129" y="931"/>
                  </a:lnTo>
                  <a:lnTo>
                    <a:pt x="113" y="944"/>
                  </a:lnTo>
                  <a:lnTo>
                    <a:pt x="96" y="951"/>
                  </a:lnTo>
                  <a:lnTo>
                    <a:pt x="76" y="953"/>
                  </a:lnTo>
                  <a:lnTo>
                    <a:pt x="56" y="951"/>
                  </a:lnTo>
                  <a:lnTo>
                    <a:pt x="38" y="944"/>
                  </a:lnTo>
                  <a:lnTo>
                    <a:pt x="22" y="931"/>
                  </a:lnTo>
                  <a:lnTo>
                    <a:pt x="11" y="917"/>
                  </a:lnTo>
                  <a:lnTo>
                    <a:pt x="3" y="899"/>
                  </a:lnTo>
                  <a:lnTo>
                    <a:pt x="0" y="879"/>
                  </a:lnTo>
                  <a:lnTo>
                    <a:pt x="0" y="75"/>
                  </a:lnTo>
                  <a:lnTo>
                    <a:pt x="3" y="55"/>
                  </a:lnTo>
                  <a:lnTo>
                    <a:pt x="11" y="37"/>
                  </a:lnTo>
                  <a:lnTo>
                    <a:pt x="22" y="22"/>
                  </a:lnTo>
                  <a:lnTo>
                    <a:pt x="38" y="10"/>
                  </a:lnTo>
                  <a:lnTo>
                    <a:pt x="56" y="2"/>
                  </a:lnTo>
                  <a:lnTo>
                    <a:pt x="7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52" name="Freeform 14"/>
            <p:cNvSpPr>
              <a:spLocks/>
            </p:cNvSpPr>
            <p:nvPr/>
          </p:nvSpPr>
          <p:spPr bwMode="auto">
            <a:xfrm>
              <a:off x="703323" y="2952169"/>
              <a:ext cx="39688" cy="136525"/>
            </a:xfrm>
            <a:custGeom>
              <a:avLst/>
              <a:gdLst>
                <a:gd name="T0" fmla="*/ 75 w 150"/>
                <a:gd name="T1" fmla="*/ 0 h 518"/>
                <a:gd name="T2" fmla="*/ 95 w 150"/>
                <a:gd name="T3" fmla="*/ 2 h 518"/>
                <a:gd name="T4" fmla="*/ 113 w 150"/>
                <a:gd name="T5" fmla="*/ 10 h 518"/>
                <a:gd name="T6" fmla="*/ 128 w 150"/>
                <a:gd name="T7" fmla="*/ 22 h 518"/>
                <a:gd name="T8" fmla="*/ 140 w 150"/>
                <a:gd name="T9" fmla="*/ 37 h 518"/>
                <a:gd name="T10" fmla="*/ 148 w 150"/>
                <a:gd name="T11" fmla="*/ 55 h 518"/>
                <a:gd name="T12" fmla="*/ 150 w 150"/>
                <a:gd name="T13" fmla="*/ 75 h 518"/>
                <a:gd name="T14" fmla="*/ 150 w 150"/>
                <a:gd name="T15" fmla="*/ 443 h 518"/>
                <a:gd name="T16" fmla="*/ 148 w 150"/>
                <a:gd name="T17" fmla="*/ 463 h 518"/>
                <a:gd name="T18" fmla="*/ 140 w 150"/>
                <a:gd name="T19" fmla="*/ 481 h 518"/>
                <a:gd name="T20" fmla="*/ 128 w 150"/>
                <a:gd name="T21" fmla="*/ 495 h 518"/>
                <a:gd name="T22" fmla="*/ 113 w 150"/>
                <a:gd name="T23" fmla="*/ 508 h 518"/>
                <a:gd name="T24" fmla="*/ 95 w 150"/>
                <a:gd name="T25" fmla="*/ 516 h 518"/>
                <a:gd name="T26" fmla="*/ 75 w 150"/>
                <a:gd name="T27" fmla="*/ 518 h 518"/>
                <a:gd name="T28" fmla="*/ 55 w 150"/>
                <a:gd name="T29" fmla="*/ 516 h 518"/>
                <a:gd name="T30" fmla="*/ 37 w 150"/>
                <a:gd name="T31" fmla="*/ 508 h 518"/>
                <a:gd name="T32" fmla="*/ 22 w 150"/>
                <a:gd name="T33" fmla="*/ 495 h 518"/>
                <a:gd name="T34" fmla="*/ 10 w 150"/>
                <a:gd name="T35" fmla="*/ 481 h 518"/>
                <a:gd name="T36" fmla="*/ 2 w 150"/>
                <a:gd name="T37" fmla="*/ 463 h 518"/>
                <a:gd name="T38" fmla="*/ 0 w 150"/>
                <a:gd name="T39" fmla="*/ 443 h 518"/>
                <a:gd name="T40" fmla="*/ 0 w 150"/>
                <a:gd name="T41" fmla="*/ 75 h 518"/>
                <a:gd name="T42" fmla="*/ 2 w 150"/>
                <a:gd name="T43" fmla="*/ 55 h 518"/>
                <a:gd name="T44" fmla="*/ 10 w 150"/>
                <a:gd name="T45" fmla="*/ 37 h 518"/>
                <a:gd name="T46" fmla="*/ 22 w 150"/>
                <a:gd name="T47" fmla="*/ 22 h 518"/>
                <a:gd name="T48" fmla="*/ 37 w 150"/>
                <a:gd name="T49" fmla="*/ 10 h 518"/>
                <a:gd name="T50" fmla="*/ 55 w 150"/>
                <a:gd name="T51" fmla="*/ 2 h 518"/>
                <a:gd name="T52" fmla="*/ 75 w 150"/>
                <a:gd name="T53" fmla="*/ 0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518">
                  <a:moveTo>
                    <a:pt x="75" y="0"/>
                  </a:moveTo>
                  <a:lnTo>
                    <a:pt x="95" y="2"/>
                  </a:lnTo>
                  <a:lnTo>
                    <a:pt x="113" y="10"/>
                  </a:lnTo>
                  <a:lnTo>
                    <a:pt x="128" y="22"/>
                  </a:lnTo>
                  <a:lnTo>
                    <a:pt x="140" y="37"/>
                  </a:lnTo>
                  <a:lnTo>
                    <a:pt x="148" y="55"/>
                  </a:lnTo>
                  <a:lnTo>
                    <a:pt x="150" y="75"/>
                  </a:lnTo>
                  <a:lnTo>
                    <a:pt x="150" y="443"/>
                  </a:lnTo>
                  <a:lnTo>
                    <a:pt x="148" y="463"/>
                  </a:lnTo>
                  <a:lnTo>
                    <a:pt x="140" y="481"/>
                  </a:lnTo>
                  <a:lnTo>
                    <a:pt x="128" y="495"/>
                  </a:lnTo>
                  <a:lnTo>
                    <a:pt x="113" y="508"/>
                  </a:lnTo>
                  <a:lnTo>
                    <a:pt x="95" y="516"/>
                  </a:lnTo>
                  <a:lnTo>
                    <a:pt x="75" y="518"/>
                  </a:lnTo>
                  <a:lnTo>
                    <a:pt x="55" y="516"/>
                  </a:lnTo>
                  <a:lnTo>
                    <a:pt x="37" y="508"/>
                  </a:lnTo>
                  <a:lnTo>
                    <a:pt x="22" y="495"/>
                  </a:lnTo>
                  <a:lnTo>
                    <a:pt x="10" y="481"/>
                  </a:lnTo>
                  <a:lnTo>
                    <a:pt x="2" y="463"/>
                  </a:lnTo>
                  <a:lnTo>
                    <a:pt x="0" y="443"/>
                  </a:lnTo>
                  <a:lnTo>
                    <a:pt x="0" y="75"/>
                  </a:lnTo>
                  <a:lnTo>
                    <a:pt x="2" y="55"/>
                  </a:lnTo>
                  <a:lnTo>
                    <a:pt x="10" y="37"/>
                  </a:lnTo>
                  <a:lnTo>
                    <a:pt x="22" y="22"/>
                  </a:lnTo>
                  <a:lnTo>
                    <a:pt x="37" y="10"/>
                  </a:lnTo>
                  <a:lnTo>
                    <a:pt x="55" y="2"/>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53" name="Freeform 15"/>
            <p:cNvSpPr>
              <a:spLocks/>
            </p:cNvSpPr>
            <p:nvPr/>
          </p:nvSpPr>
          <p:spPr bwMode="auto">
            <a:xfrm>
              <a:off x="811273" y="3006144"/>
              <a:ext cx="41275" cy="82550"/>
            </a:xfrm>
            <a:custGeom>
              <a:avLst/>
              <a:gdLst>
                <a:gd name="T0" fmla="*/ 75 w 150"/>
                <a:gd name="T1" fmla="*/ 0 h 310"/>
                <a:gd name="T2" fmla="*/ 95 w 150"/>
                <a:gd name="T3" fmla="*/ 3 h 310"/>
                <a:gd name="T4" fmla="*/ 113 w 150"/>
                <a:gd name="T5" fmla="*/ 10 h 310"/>
                <a:gd name="T6" fmla="*/ 128 w 150"/>
                <a:gd name="T7" fmla="*/ 22 h 310"/>
                <a:gd name="T8" fmla="*/ 140 w 150"/>
                <a:gd name="T9" fmla="*/ 38 h 310"/>
                <a:gd name="T10" fmla="*/ 147 w 150"/>
                <a:gd name="T11" fmla="*/ 55 h 310"/>
                <a:gd name="T12" fmla="*/ 150 w 150"/>
                <a:gd name="T13" fmla="*/ 76 h 310"/>
                <a:gd name="T14" fmla="*/ 150 w 150"/>
                <a:gd name="T15" fmla="*/ 235 h 310"/>
                <a:gd name="T16" fmla="*/ 147 w 150"/>
                <a:gd name="T17" fmla="*/ 255 h 310"/>
                <a:gd name="T18" fmla="*/ 140 w 150"/>
                <a:gd name="T19" fmla="*/ 273 h 310"/>
                <a:gd name="T20" fmla="*/ 128 w 150"/>
                <a:gd name="T21" fmla="*/ 287 h 310"/>
                <a:gd name="T22" fmla="*/ 113 w 150"/>
                <a:gd name="T23" fmla="*/ 300 h 310"/>
                <a:gd name="T24" fmla="*/ 95 w 150"/>
                <a:gd name="T25" fmla="*/ 308 h 310"/>
                <a:gd name="T26" fmla="*/ 75 w 150"/>
                <a:gd name="T27" fmla="*/ 310 h 310"/>
                <a:gd name="T28" fmla="*/ 55 w 150"/>
                <a:gd name="T29" fmla="*/ 308 h 310"/>
                <a:gd name="T30" fmla="*/ 37 w 150"/>
                <a:gd name="T31" fmla="*/ 300 h 310"/>
                <a:gd name="T32" fmla="*/ 22 w 150"/>
                <a:gd name="T33" fmla="*/ 287 h 310"/>
                <a:gd name="T34" fmla="*/ 10 w 150"/>
                <a:gd name="T35" fmla="*/ 273 h 310"/>
                <a:gd name="T36" fmla="*/ 3 w 150"/>
                <a:gd name="T37" fmla="*/ 255 h 310"/>
                <a:gd name="T38" fmla="*/ 0 w 150"/>
                <a:gd name="T39" fmla="*/ 235 h 310"/>
                <a:gd name="T40" fmla="*/ 0 w 150"/>
                <a:gd name="T41" fmla="*/ 76 h 310"/>
                <a:gd name="T42" fmla="*/ 3 w 150"/>
                <a:gd name="T43" fmla="*/ 55 h 310"/>
                <a:gd name="T44" fmla="*/ 10 w 150"/>
                <a:gd name="T45" fmla="*/ 38 h 310"/>
                <a:gd name="T46" fmla="*/ 22 w 150"/>
                <a:gd name="T47" fmla="*/ 22 h 310"/>
                <a:gd name="T48" fmla="*/ 37 w 150"/>
                <a:gd name="T49" fmla="*/ 10 h 310"/>
                <a:gd name="T50" fmla="*/ 55 w 150"/>
                <a:gd name="T51" fmla="*/ 3 h 310"/>
                <a:gd name="T52" fmla="*/ 75 w 150"/>
                <a:gd name="T53"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310">
                  <a:moveTo>
                    <a:pt x="75" y="0"/>
                  </a:moveTo>
                  <a:lnTo>
                    <a:pt x="95" y="3"/>
                  </a:lnTo>
                  <a:lnTo>
                    <a:pt x="113" y="10"/>
                  </a:lnTo>
                  <a:lnTo>
                    <a:pt x="128" y="22"/>
                  </a:lnTo>
                  <a:lnTo>
                    <a:pt x="140" y="38"/>
                  </a:lnTo>
                  <a:lnTo>
                    <a:pt x="147" y="55"/>
                  </a:lnTo>
                  <a:lnTo>
                    <a:pt x="150" y="76"/>
                  </a:lnTo>
                  <a:lnTo>
                    <a:pt x="150" y="235"/>
                  </a:lnTo>
                  <a:lnTo>
                    <a:pt x="147" y="255"/>
                  </a:lnTo>
                  <a:lnTo>
                    <a:pt x="140" y="273"/>
                  </a:lnTo>
                  <a:lnTo>
                    <a:pt x="128" y="287"/>
                  </a:lnTo>
                  <a:lnTo>
                    <a:pt x="113" y="300"/>
                  </a:lnTo>
                  <a:lnTo>
                    <a:pt x="95" y="308"/>
                  </a:lnTo>
                  <a:lnTo>
                    <a:pt x="75" y="310"/>
                  </a:lnTo>
                  <a:lnTo>
                    <a:pt x="55" y="308"/>
                  </a:lnTo>
                  <a:lnTo>
                    <a:pt x="37" y="300"/>
                  </a:lnTo>
                  <a:lnTo>
                    <a:pt x="22" y="287"/>
                  </a:lnTo>
                  <a:lnTo>
                    <a:pt x="10" y="273"/>
                  </a:lnTo>
                  <a:lnTo>
                    <a:pt x="3" y="255"/>
                  </a:lnTo>
                  <a:lnTo>
                    <a:pt x="0" y="235"/>
                  </a:lnTo>
                  <a:lnTo>
                    <a:pt x="0" y="76"/>
                  </a:lnTo>
                  <a:lnTo>
                    <a:pt x="3" y="55"/>
                  </a:lnTo>
                  <a:lnTo>
                    <a:pt x="10" y="38"/>
                  </a:lnTo>
                  <a:lnTo>
                    <a:pt x="22" y="22"/>
                  </a:lnTo>
                  <a:lnTo>
                    <a:pt x="37" y="10"/>
                  </a:lnTo>
                  <a:lnTo>
                    <a:pt x="55" y="3"/>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54" name="Freeform 16"/>
            <p:cNvSpPr>
              <a:spLocks/>
            </p:cNvSpPr>
            <p:nvPr/>
          </p:nvSpPr>
          <p:spPr bwMode="auto">
            <a:xfrm>
              <a:off x="920810" y="2952169"/>
              <a:ext cx="39688" cy="136525"/>
            </a:xfrm>
            <a:custGeom>
              <a:avLst/>
              <a:gdLst>
                <a:gd name="T0" fmla="*/ 76 w 150"/>
                <a:gd name="T1" fmla="*/ 0 h 518"/>
                <a:gd name="T2" fmla="*/ 96 w 150"/>
                <a:gd name="T3" fmla="*/ 2 h 518"/>
                <a:gd name="T4" fmla="*/ 113 w 150"/>
                <a:gd name="T5" fmla="*/ 10 h 518"/>
                <a:gd name="T6" fmla="*/ 128 w 150"/>
                <a:gd name="T7" fmla="*/ 22 h 518"/>
                <a:gd name="T8" fmla="*/ 141 w 150"/>
                <a:gd name="T9" fmla="*/ 37 h 518"/>
                <a:gd name="T10" fmla="*/ 148 w 150"/>
                <a:gd name="T11" fmla="*/ 55 h 518"/>
                <a:gd name="T12" fmla="*/ 150 w 150"/>
                <a:gd name="T13" fmla="*/ 75 h 518"/>
                <a:gd name="T14" fmla="*/ 150 w 150"/>
                <a:gd name="T15" fmla="*/ 443 h 518"/>
                <a:gd name="T16" fmla="*/ 148 w 150"/>
                <a:gd name="T17" fmla="*/ 463 h 518"/>
                <a:gd name="T18" fmla="*/ 141 w 150"/>
                <a:gd name="T19" fmla="*/ 481 h 518"/>
                <a:gd name="T20" fmla="*/ 128 w 150"/>
                <a:gd name="T21" fmla="*/ 495 h 518"/>
                <a:gd name="T22" fmla="*/ 113 w 150"/>
                <a:gd name="T23" fmla="*/ 508 h 518"/>
                <a:gd name="T24" fmla="*/ 96 w 150"/>
                <a:gd name="T25" fmla="*/ 516 h 518"/>
                <a:gd name="T26" fmla="*/ 76 w 150"/>
                <a:gd name="T27" fmla="*/ 518 h 518"/>
                <a:gd name="T28" fmla="*/ 56 w 150"/>
                <a:gd name="T29" fmla="*/ 516 h 518"/>
                <a:gd name="T30" fmla="*/ 38 w 150"/>
                <a:gd name="T31" fmla="*/ 508 h 518"/>
                <a:gd name="T32" fmla="*/ 22 w 150"/>
                <a:gd name="T33" fmla="*/ 495 h 518"/>
                <a:gd name="T34" fmla="*/ 11 w 150"/>
                <a:gd name="T35" fmla="*/ 481 h 518"/>
                <a:gd name="T36" fmla="*/ 3 w 150"/>
                <a:gd name="T37" fmla="*/ 463 h 518"/>
                <a:gd name="T38" fmla="*/ 0 w 150"/>
                <a:gd name="T39" fmla="*/ 443 h 518"/>
                <a:gd name="T40" fmla="*/ 0 w 150"/>
                <a:gd name="T41" fmla="*/ 75 h 518"/>
                <a:gd name="T42" fmla="*/ 3 w 150"/>
                <a:gd name="T43" fmla="*/ 55 h 518"/>
                <a:gd name="T44" fmla="*/ 11 w 150"/>
                <a:gd name="T45" fmla="*/ 37 h 518"/>
                <a:gd name="T46" fmla="*/ 22 w 150"/>
                <a:gd name="T47" fmla="*/ 22 h 518"/>
                <a:gd name="T48" fmla="*/ 38 w 150"/>
                <a:gd name="T49" fmla="*/ 10 h 518"/>
                <a:gd name="T50" fmla="*/ 56 w 150"/>
                <a:gd name="T51" fmla="*/ 2 h 518"/>
                <a:gd name="T52" fmla="*/ 76 w 150"/>
                <a:gd name="T53" fmla="*/ 0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518">
                  <a:moveTo>
                    <a:pt x="76" y="0"/>
                  </a:moveTo>
                  <a:lnTo>
                    <a:pt x="96" y="2"/>
                  </a:lnTo>
                  <a:lnTo>
                    <a:pt x="113" y="10"/>
                  </a:lnTo>
                  <a:lnTo>
                    <a:pt x="128" y="22"/>
                  </a:lnTo>
                  <a:lnTo>
                    <a:pt x="141" y="37"/>
                  </a:lnTo>
                  <a:lnTo>
                    <a:pt x="148" y="55"/>
                  </a:lnTo>
                  <a:lnTo>
                    <a:pt x="150" y="75"/>
                  </a:lnTo>
                  <a:lnTo>
                    <a:pt x="150" y="443"/>
                  </a:lnTo>
                  <a:lnTo>
                    <a:pt x="148" y="463"/>
                  </a:lnTo>
                  <a:lnTo>
                    <a:pt x="141" y="481"/>
                  </a:lnTo>
                  <a:lnTo>
                    <a:pt x="128" y="495"/>
                  </a:lnTo>
                  <a:lnTo>
                    <a:pt x="113" y="508"/>
                  </a:lnTo>
                  <a:lnTo>
                    <a:pt x="96" y="516"/>
                  </a:lnTo>
                  <a:lnTo>
                    <a:pt x="76" y="518"/>
                  </a:lnTo>
                  <a:lnTo>
                    <a:pt x="56" y="516"/>
                  </a:lnTo>
                  <a:lnTo>
                    <a:pt x="38" y="508"/>
                  </a:lnTo>
                  <a:lnTo>
                    <a:pt x="22" y="495"/>
                  </a:lnTo>
                  <a:lnTo>
                    <a:pt x="11" y="481"/>
                  </a:lnTo>
                  <a:lnTo>
                    <a:pt x="3" y="463"/>
                  </a:lnTo>
                  <a:lnTo>
                    <a:pt x="0" y="443"/>
                  </a:lnTo>
                  <a:lnTo>
                    <a:pt x="0" y="75"/>
                  </a:lnTo>
                  <a:lnTo>
                    <a:pt x="3" y="55"/>
                  </a:lnTo>
                  <a:lnTo>
                    <a:pt x="11" y="37"/>
                  </a:lnTo>
                  <a:lnTo>
                    <a:pt x="22" y="22"/>
                  </a:lnTo>
                  <a:lnTo>
                    <a:pt x="38" y="10"/>
                  </a:lnTo>
                  <a:lnTo>
                    <a:pt x="56" y="2"/>
                  </a:lnTo>
                  <a:lnTo>
                    <a:pt x="7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55" name="Freeform 17"/>
            <p:cNvSpPr>
              <a:spLocks/>
            </p:cNvSpPr>
            <p:nvPr/>
          </p:nvSpPr>
          <p:spPr bwMode="auto">
            <a:xfrm>
              <a:off x="1030348" y="2875969"/>
              <a:ext cx="39688" cy="252413"/>
            </a:xfrm>
            <a:custGeom>
              <a:avLst/>
              <a:gdLst>
                <a:gd name="T0" fmla="*/ 75 w 150"/>
                <a:gd name="T1" fmla="*/ 0 h 953"/>
                <a:gd name="T2" fmla="*/ 95 w 150"/>
                <a:gd name="T3" fmla="*/ 2 h 953"/>
                <a:gd name="T4" fmla="*/ 113 w 150"/>
                <a:gd name="T5" fmla="*/ 10 h 953"/>
                <a:gd name="T6" fmla="*/ 128 w 150"/>
                <a:gd name="T7" fmla="*/ 22 h 953"/>
                <a:gd name="T8" fmla="*/ 139 w 150"/>
                <a:gd name="T9" fmla="*/ 37 h 953"/>
                <a:gd name="T10" fmla="*/ 148 w 150"/>
                <a:gd name="T11" fmla="*/ 55 h 953"/>
                <a:gd name="T12" fmla="*/ 150 w 150"/>
                <a:gd name="T13" fmla="*/ 75 h 953"/>
                <a:gd name="T14" fmla="*/ 150 w 150"/>
                <a:gd name="T15" fmla="*/ 879 h 953"/>
                <a:gd name="T16" fmla="*/ 148 w 150"/>
                <a:gd name="T17" fmla="*/ 899 h 953"/>
                <a:gd name="T18" fmla="*/ 139 w 150"/>
                <a:gd name="T19" fmla="*/ 917 h 953"/>
                <a:gd name="T20" fmla="*/ 128 w 150"/>
                <a:gd name="T21" fmla="*/ 931 h 953"/>
                <a:gd name="T22" fmla="*/ 113 w 150"/>
                <a:gd name="T23" fmla="*/ 944 h 953"/>
                <a:gd name="T24" fmla="*/ 95 w 150"/>
                <a:gd name="T25" fmla="*/ 951 h 953"/>
                <a:gd name="T26" fmla="*/ 75 w 150"/>
                <a:gd name="T27" fmla="*/ 953 h 953"/>
                <a:gd name="T28" fmla="*/ 55 w 150"/>
                <a:gd name="T29" fmla="*/ 951 h 953"/>
                <a:gd name="T30" fmla="*/ 37 w 150"/>
                <a:gd name="T31" fmla="*/ 944 h 953"/>
                <a:gd name="T32" fmla="*/ 22 w 150"/>
                <a:gd name="T33" fmla="*/ 931 h 953"/>
                <a:gd name="T34" fmla="*/ 10 w 150"/>
                <a:gd name="T35" fmla="*/ 917 h 953"/>
                <a:gd name="T36" fmla="*/ 3 w 150"/>
                <a:gd name="T37" fmla="*/ 899 h 953"/>
                <a:gd name="T38" fmla="*/ 0 w 150"/>
                <a:gd name="T39" fmla="*/ 879 h 953"/>
                <a:gd name="T40" fmla="*/ 0 w 150"/>
                <a:gd name="T41" fmla="*/ 75 h 953"/>
                <a:gd name="T42" fmla="*/ 3 w 150"/>
                <a:gd name="T43" fmla="*/ 55 h 953"/>
                <a:gd name="T44" fmla="*/ 10 w 150"/>
                <a:gd name="T45" fmla="*/ 37 h 953"/>
                <a:gd name="T46" fmla="*/ 22 w 150"/>
                <a:gd name="T47" fmla="*/ 22 h 953"/>
                <a:gd name="T48" fmla="*/ 37 w 150"/>
                <a:gd name="T49" fmla="*/ 10 h 953"/>
                <a:gd name="T50" fmla="*/ 55 w 150"/>
                <a:gd name="T51" fmla="*/ 2 h 953"/>
                <a:gd name="T52" fmla="*/ 75 w 150"/>
                <a:gd name="T53"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953">
                  <a:moveTo>
                    <a:pt x="75" y="0"/>
                  </a:moveTo>
                  <a:lnTo>
                    <a:pt x="95" y="2"/>
                  </a:lnTo>
                  <a:lnTo>
                    <a:pt x="113" y="10"/>
                  </a:lnTo>
                  <a:lnTo>
                    <a:pt x="128" y="22"/>
                  </a:lnTo>
                  <a:lnTo>
                    <a:pt x="139" y="37"/>
                  </a:lnTo>
                  <a:lnTo>
                    <a:pt x="148" y="55"/>
                  </a:lnTo>
                  <a:lnTo>
                    <a:pt x="150" y="75"/>
                  </a:lnTo>
                  <a:lnTo>
                    <a:pt x="150" y="879"/>
                  </a:lnTo>
                  <a:lnTo>
                    <a:pt x="148" y="899"/>
                  </a:lnTo>
                  <a:lnTo>
                    <a:pt x="139" y="917"/>
                  </a:lnTo>
                  <a:lnTo>
                    <a:pt x="128" y="931"/>
                  </a:lnTo>
                  <a:lnTo>
                    <a:pt x="113" y="944"/>
                  </a:lnTo>
                  <a:lnTo>
                    <a:pt x="95" y="951"/>
                  </a:lnTo>
                  <a:lnTo>
                    <a:pt x="75" y="953"/>
                  </a:lnTo>
                  <a:lnTo>
                    <a:pt x="55" y="951"/>
                  </a:lnTo>
                  <a:lnTo>
                    <a:pt x="37" y="944"/>
                  </a:lnTo>
                  <a:lnTo>
                    <a:pt x="22" y="931"/>
                  </a:lnTo>
                  <a:lnTo>
                    <a:pt x="10" y="917"/>
                  </a:lnTo>
                  <a:lnTo>
                    <a:pt x="3" y="899"/>
                  </a:lnTo>
                  <a:lnTo>
                    <a:pt x="0" y="879"/>
                  </a:lnTo>
                  <a:lnTo>
                    <a:pt x="0" y="75"/>
                  </a:lnTo>
                  <a:lnTo>
                    <a:pt x="3" y="55"/>
                  </a:lnTo>
                  <a:lnTo>
                    <a:pt x="10" y="37"/>
                  </a:lnTo>
                  <a:lnTo>
                    <a:pt x="22" y="22"/>
                  </a:lnTo>
                  <a:lnTo>
                    <a:pt x="37" y="10"/>
                  </a:lnTo>
                  <a:lnTo>
                    <a:pt x="55" y="2"/>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56" name="Freeform 18"/>
            <p:cNvSpPr>
              <a:spLocks/>
            </p:cNvSpPr>
            <p:nvPr/>
          </p:nvSpPr>
          <p:spPr bwMode="auto">
            <a:xfrm>
              <a:off x="1139885" y="2952169"/>
              <a:ext cx="39688" cy="136525"/>
            </a:xfrm>
            <a:custGeom>
              <a:avLst/>
              <a:gdLst>
                <a:gd name="T0" fmla="*/ 75 w 150"/>
                <a:gd name="T1" fmla="*/ 0 h 518"/>
                <a:gd name="T2" fmla="*/ 95 w 150"/>
                <a:gd name="T3" fmla="*/ 2 h 518"/>
                <a:gd name="T4" fmla="*/ 113 w 150"/>
                <a:gd name="T5" fmla="*/ 10 h 518"/>
                <a:gd name="T6" fmla="*/ 128 w 150"/>
                <a:gd name="T7" fmla="*/ 22 h 518"/>
                <a:gd name="T8" fmla="*/ 140 w 150"/>
                <a:gd name="T9" fmla="*/ 37 h 518"/>
                <a:gd name="T10" fmla="*/ 147 w 150"/>
                <a:gd name="T11" fmla="*/ 55 h 518"/>
                <a:gd name="T12" fmla="*/ 150 w 150"/>
                <a:gd name="T13" fmla="*/ 75 h 518"/>
                <a:gd name="T14" fmla="*/ 150 w 150"/>
                <a:gd name="T15" fmla="*/ 443 h 518"/>
                <a:gd name="T16" fmla="*/ 147 w 150"/>
                <a:gd name="T17" fmla="*/ 463 h 518"/>
                <a:gd name="T18" fmla="*/ 140 w 150"/>
                <a:gd name="T19" fmla="*/ 481 h 518"/>
                <a:gd name="T20" fmla="*/ 128 w 150"/>
                <a:gd name="T21" fmla="*/ 495 h 518"/>
                <a:gd name="T22" fmla="*/ 113 w 150"/>
                <a:gd name="T23" fmla="*/ 508 h 518"/>
                <a:gd name="T24" fmla="*/ 95 w 150"/>
                <a:gd name="T25" fmla="*/ 516 h 518"/>
                <a:gd name="T26" fmla="*/ 75 w 150"/>
                <a:gd name="T27" fmla="*/ 518 h 518"/>
                <a:gd name="T28" fmla="*/ 54 w 150"/>
                <a:gd name="T29" fmla="*/ 516 h 518"/>
                <a:gd name="T30" fmla="*/ 36 w 150"/>
                <a:gd name="T31" fmla="*/ 508 h 518"/>
                <a:gd name="T32" fmla="*/ 22 w 150"/>
                <a:gd name="T33" fmla="*/ 495 h 518"/>
                <a:gd name="T34" fmla="*/ 10 w 150"/>
                <a:gd name="T35" fmla="*/ 481 h 518"/>
                <a:gd name="T36" fmla="*/ 2 w 150"/>
                <a:gd name="T37" fmla="*/ 463 h 518"/>
                <a:gd name="T38" fmla="*/ 0 w 150"/>
                <a:gd name="T39" fmla="*/ 443 h 518"/>
                <a:gd name="T40" fmla="*/ 0 w 150"/>
                <a:gd name="T41" fmla="*/ 75 h 518"/>
                <a:gd name="T42" fmla="*/ 2 w 150"/>
                <a:gd name="T43" fmla="*/ 55 h 518"/>
                <a:gd name="T44" fmla="*/ 10 w 150"/>
                <a:gd name="T45" fmla="*/ 37 h 518"/>
                <a:gd name="T46" fmla="*/ 22 w 150"/>
                <a:gd name="T47" fmla="*/ 22 h 518"/>
                <a:gd name="T48" fmla="*/ 36 w 150"/>
                <a:gd name="T49" fmla="*/ 10 h 518"/>
                <a:gd name="T50" fmla="*/ 54 w 150"/>
                <a:gd name="T51" fmla="*/ 2 h 518"/>
                <a:gd name="T52" fmla="*/ 75 w 150"/>
                <a:gd name="T53" fmla="*/ 0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518">
                  <a:moveTo>
                    <a:pt x="75" y="0"/>
                  </a:moveTo>
                  <a:lnTo>
                    <a:pt x="95" y="2"/>
                  </a:lnTo>
                  <a:lnTo>
                    <a:pt x="113" y="10"/>
                  </a:lnTo>
                  <a:lnTo>
                    <a:pt x="128" y="22"/>
                  </a:lnTo>
                  <a:lnTo>
                    <a:pt x="140" y="37"/>
                  </a:lnTo>
                  <a:lnTo>
                    <a:pt x="147" y="55"/>
                  </a:lnTo>
                  <a:lnTo>
                    <a:pt x="150" y="75"/>
                  </a:lnTo>
                  <a:lnTo>
                    <a:pt x="150" y="443"/>
                  </a:lnTo>
                  <a:lnTo>
                    <a:pt x="147" y="463"/>
                  </a:lnTo>
                  <a:lnTo>
                    <a:pt x="140" y="481"/>
                  </a:lnTo>
                  <a:lnTo>
                    <a:pt x="128" y="495"/>
                  </a:lnTo>
                  <a:lnTo>
                    <a:pt x="113" y="508"/>
                  </a:lnTo>
                  <a:lnTo>
                    <a:pt x="95" y="516"/>
                  </a:lnTo>
                  <a:lnTo>
                    <a:pt x="75" y="518"/>
                  </a:lnTo>
                  <a:lnTo>
                    <a:pt x="54" y="516"/>
                  </a:lnTo>
                  <a:lnTo>
                    <a:pt x="36" y="508"/>
                  </a:lnTo>
                  <a:lnTo>
                    <a:pt x="22" y="495"/>
                  </a:lnTo>
                  <a:lnTo>
                    <a:pt x="10" y="481"/>
                  </a:lnTo>
                  <a:lnTo>
                    <a:pt x="2" y="463"/>
                  </a:lnTo>
                  <a:lnTo>
                    <a:pt x="0" y="443"/>
                  </a:lnTo>
                  <a:lnTo>
                    <a:pt x="0" y="75"/>
                  </a:lnTo>
                  <a:lnTo>
                    <a:pt x="2" y="55"/>
                  </a:lnTo>
                  <a:lnTo>
                    <a:pt x="10" y="37"/>
                  </a:lnTo>
                  <a:lnTo>
                    <a:pt x="22" y="22"/>
                  </a:lnTo>
                  <a:lnTo>
                    <a:pt x="36" y="10"/>
                  </a:lnTo>
                  <a:lnTo>
                    <a:pt x="54" y="2"/>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sp>
          <p:nvSpPr>
            <p:cNvPr id="57" name="Freeform 19"/>
            <p:cNvSpPr>
              <a:spLocks/>
            </p:cNvSpPr>
            <p:nvPr/>
          </p:nvSpPr>
          <p:spPr bwMode="auto">
            <a:xfrm>
              <a:off x="1249423" y="3006144"/>
              <a:ext cx="39688" cy="82550"/>
            </a:xfrm>
            <a:custGeom>
              <a:avLst/>
              <a:gdLst>
                <a:gd name="T0" fmla="*/ 75 w 150"/>
                <a:gd name="T1" fmla="*/ 0 h 310"/>
                <a:gd name="T2" fmla="*/ 94 w 150"/>
                <a:gd name="T3" fmla="*/ 3 h 310"/>
                <a:gd name="T4" fmla="*/ 112 w 150"/>
                <a:gd name="T5" fmla="*/ 10 h 310"/>
                <a:gd name="T6" fmla="*/ 128 w 150"/>
                <a:gd name="T7" fmla="*/ 22 h 310"/>
                <a:gd name="T8" fmla="*/ 140 w 150"/>
                <a:gd name="T9" fmla="*/ 38 h 310"/>
                <a:gd name="T10" fmla="*/ 147 w 150"/>
                <a:gd name="T11" fmla="*/ 55 h 310"/>
                <a:gd name="T12" fmla="*/ 150 w 150"/>
                <a:gd name="T13" fmla="*/ 76 h 310"/>
                <a:gd name="T14" fmla="*/ 150 w 150"/>
                <a:gd name="T15" fmla="*/ 235 h 310"/>
                <a:gd name="T16" fmla="*/ 147 w 150"/>
                <a:gd name="T17" fmla="*/ 255 h 310"/>
                <a:gd name="T18" fmla="*/ 140 w 150"/>
                <a:gd name="T19" fmla="*/ 273 h 310"/>
                <a:gd name="T20" fmla="*/ 128 w 150"/>
                <a:gd name="T21" fmla="*/ 287 h 310"/>
                <a:gd name="T22" fmla="*/ 112 w 150"/>
                <a:gd name="T23" fmla="*/ 300 h 310"/>
                <a:gd name="T24" fmla="*/ 94 w 150"/>
                <a:gd name="T25" fmla="*/ 308 h 310"/>
                <a:gd name="T26" fmla="*/ 75 w 150"/>
                <a:gd name="T27" fmla="*/ 310 h 310"/>
                <a:gd name="T28" fmla="*/ 55 w 150"/>
                <a:gd name="T29" fmla="*/ 308 h 310"/>
                <a:gd name="T30" fmla="*/ 37 w 150"/>
                <a:gd name="T31" fmla="*/ 300 h 310"/>
                <a:gd name="T32" fmla="*/ 22 w 150"/>
                <a:gd name="T33" fmla="*/ 287 h 310"/>
                <a:gd name="T34" fmla="*/ 10 w 150"/>
                <a:gd name="T35" fmla="*/ 273 h 310"/>
                <a:gd name="T36" fmla="*/ 2 w 150"/>
                <a:gd name="T37" fmla="*/ 255 h 310"/>
                <a:gd name="T38" fmla="*/ 0 w 150"/>
                <a:gd name="T39" fmla="*/ 235 h 310"/>
                <a:gd name="T40" fmla="*/ 0 w 150"/>
                <a:gd name="T41" fmla="*/ 76 h 310"/>
                <a:gd name="T42" fmla="*/ 2 w 150"/>
                <a:gd name="T43" fmla="*/ 55 h 310"/>
                <a:gd name="T44" fmla="*/ 10 w 150"/>
                <a:gd name="T45" fmla="*/ 38 h 310"/>
                <a:gd name="T46" fmla="*/ 22 w 150"/>
                <a:gd name="T47" fmla="*/ 22 h 310"/>
                <a:gd name="T48" fmla="*/ 37 w 150"/>
                <a:gd name="T49" fmla="*/ 10 h 310"/>
                <a:gd name="T50" fmla="*/ 55 w 150"/>
                <a:gd name="T51" fmla="*/ 3 h 310"/>
                <a:gd name="T52" fmla="*/ 75 w 150"/>
                <a:gd name="T53"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310">
                  <a:moveTo>
                    <a:pt x="75" y="0"/>
                  </a:moveTo>
                  <a:lnTo>
                    <a:pt x="94" y="3"/>
                  </a:lnTo>
                  <a:lnTo>
                    <a:pt x="112" y="10"/>
                  </a:lnTo>
                  <a:lnTo>
                    <a:pt x="128" y="22"/>
                  </a:lnTo>
                  <a:lnTo>
                    <a:pt x="140" y="38"/>
                  </a:lnTo>
                  <a:lnTo>
                    <a:pt x="147" y="55"/>
                  </a:lnTo>
                  <a:lnTo>
                    <a:pt x="150" y="76"/>
                  </a:lnTo>
                  <a:lnTo>
                    <a:pt x="150" y="235"/>
                  </a:lnTo>
                  <a:lnTo>
                    <a:pt x="147" y="255"/>
                  </a:lnTo>
                  <a:lnTo>
                    <a:pt x="140" y="273"/>
                  </a:lnTo>
                  <a:lnTo>
                    <a:pt x="128" y="287"/>
                  </a:lnTo>
                  <a:lnTo>
                    <a:pt x="112" y="300"/>
                  </a:lnTo>
                  <a:lnTo>
                    <a:pt x="94" y="308"/>
                  </a:lnTo>
                  <a:lnTo>
                    <a:pt x="75" y="310"/>
                  </a:lnTo>
                  <a:lnTo>
                    <a:pt x="55" y="308"/>
                  </a:lnTo>
                  <a:lnTo>
                    <a:pt x="37" y="300"/>
                  </a:lnTo>
                  <a:lnTo>
                    <a:pt x="22" y="287"/>
                  </a:lnTo>
                  <a:lnTo>
                    <a:pt x="10" y="273"/>
                  </a:lnTo>
                  <a:lnTo>
                    <a:pt x="2" y="255"/>
                  </a:lnTo>
                  <a:lnTo>
                    <a:pt x="0" y="235"/>
                  </a:lnTo>
                  <a:lnTo>
                    <a:pt x="0" y="76"/>
                  </a:lnTo>
                  <a:lnTo>
                    <a:pt x="2" y="55"/>
                  </a:lnTo>
                  <a:lnTo>
                    <a:pt x="10" y="38"/>
                  </a:lnTo>
                  <a:lnTo>
                    <a:pt x="22" y="22"/>
                  </a:lnTo>
                  <a:lnTo>
                    <a:pt x="37" y="10"/>
                  </a:lnTo>
                  <a:lnTo>
                    <a:pt x="55" y="3"/>
                  </a:lnTo>
                  <a:lnTo>
                    <a:pt x="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dirty="0"/>
            </a:p>
          </p:txBody>
        </p:sp>
      </p:grpSp>
    </p:spTree>
    <p:extLst>
      <p:ext uri="{BB962C8B-B14F-4D97-AF65-F5344CB8AC3E}">
        <p14:creationId xmlns:p14="http://schemas.microsoft.com/office/powerpoint/2010/main" val="1332973339"/>
      </p:ext>
    </p:extLst>
  </p:cSld>
  <p:clrMapOvr>
    <a:masterClrMapping/>
  </p:clrMapOvr>
  <p:transition spd="med">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Photo_3">
    <p:spTree>
      <p:nvGrpSpPr>
        <p:cNvPr id="1" name=""/>
        <p:cNvGrpSpPr/>
        <p:nvPr/>
      </p:nvGrpSpPr>
      <p:grpSpPr>
        <a:xfrm>
          <a:off x="0" y="0"/>
          <a:ext cx="0" cy="0"/>
          <a:chOff x="0" y="0"/>
          <a:chExt cx="0" cy="0"/>
        </a:xfrm>
      </p:grpSpPr>
      <p:pic>
        <p:nvPicPr>
          <p:cNvPr id="23" name="Picture 22"/>
          <p:cNvPicPr>
            <a:picLocks noChangeAspect="1"/>
          </p:cNvPicPr>
          <p:nvPr/>
        </p:nvPicPr>
        <p:blipFill>
          <a:blip>
            <a:extLst>
              <a:ext uri="{28A0092B-C50C-407E-A947-70E740481C1C}">
                <a14:useLocalDpi xmlns:a14="http://schemas.microsoft.com/office/drawing/2010/main" val="0"/>
              </a:ext>
            </a:extLst>
          </a:blip>
          <a:stretch>
            <a:fillRect/>
          </a:stretch>
        </p:blipFill>
        <p:spPr>
          <a:xfrm>
            <a:off x="4191003" y="2"/>
            <a:ext cx="8000997" cy="6857999"/>
          </a:xfrm>
          <a:prstGeom prst="rect">
            <a:avLst/>
          </a:prstGeom>
        </p:spPr>
      </p:pic>
      <p:pic>
        <p:nvPicPr>
          <p:cNvPr id="22" name="Picture 21"/>
          <p:cNvPicPr>
            <a:picLocks noChangeAspect="1"/>
          </p:cNvPicPr>
          <p:nvPr/>
        </p:nvPicPr>
        <p:blipFill>
          <a:blip>
            <a:extLst>
              <a:ext uri="{28A0092B-C50C-407E-A947-70E740481C1C}">
                <a14:useLocalDpi xmlns:a14="http://schemas.microsoft.com/office/drawing/2010/main" val="0"/>
              </a:ext>
            </a:extLst>
          </a:blip>
          <a:stretch>
            <a:fillRect/>
          </a:stretch>
        </p:blipFill>
        <p:spPr>
          <a:xfrm>
            <a:off x="4191003" y="2"/>
            <a:ext cx="8000997" cy="6857999"/>
          </a:xfrm>
          <a:prstGeom prst="rect">
            <a:avLst/>
          </a:prstGeom>
        </p:spPr>
      </p:pic>
      <p:sp>
        <p:nvSpPr>
          <p:cNvPr id="13"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
        <p:nvSpPr>
          <p:cNvPr id="14" name="Text Placeholder 3"/>
          <p:cNvSpPr>
            <a:spLocks noGrp="1"/>
          </p:cNvSpPr>
          <p:nvPr>
            <p:ph type="body" sz="quarter" idx="10" hasCustomPrompt="1"/>
          </p:nvPr>
        </p:nvSpPr>
        <p:spPr>
          <a:xfrm>
            <a:off x="583689" y="1633045"/>
            <a:ext cx="11134177" cy="4224280"/>
          </a:xfrm>
          <a:prstGeom prst="rect">
            <a:avLst/>
          </a:prstGeom>
        </p:spPr>
        <p:txBody>
          <a:bodyPr lIns="91420" tIns="45710" rIns="91420" bIns="45710">
            <a:noAutofit/>
          </a:bodyPr>
          <a:lstStyle>
            <a:lvl1pPr marL="76179" indent="0">
              <a:lnSpc>
                <a:spcPct val="95000"/>
              </a:lnSpc>
              <a:spcBef>
                <a:spcPts val="1480"/>
              </a:spcBef>
              <a:buClr>
                <a:schemeClr val="tx1"/>
              </a:buClr>
              <a:buSzPct val="80000"/>
              <a:buFont typeface="Arial"/>
              <a:buNone/>
              <a:defRPr sz="3200" b="0" i="0">
                <a:solidFill>
                  <a:srgbClr val="676767"/>
                </a:solidFill>
                <a:latin typeface="+mn-lt"/>
                <a:cs typeface="CiscoSans ExtraLight"/>
              </a:defRPr>
            </a:lvl1pPr>
            <a:lvl2pPr marL="389377" indent="0">
              <a:lnSpc>
                <a:spcPct val="95000"/>
              </a:lnSpc>
              <a:spcBef>
                <a:spcPts val="600"/>
              </a:spcBef>
              <a:buClr>
                <a:schemeClr val="tx1"/>
              </a:buClr>
              <a:buSzPct val="80000"/>
              <a:buFont typeface="Arial"/>
              <a:buNone/>
              <a:defRPr sz="2400" b="0" i="0">
                <a:solidFill>
                  <a:srgbClr val="676767"/>
                </a:solidFill>
                <a:latin typeface="+mn-lt"/>
                <a:cs typeface="CiscoSans ExtraLight"/>
              </a:defRPr>
            </a:lvl2pPr>
            <a:lvl3pPr marL="768171" indent="0">
              <a:buClr>
                <a:schemeClr val="tx1"/>
              </a:buClr>
              <a:buSzPct val="80000"/>
              <a:buFont typeface="Arial"/>
              <a:buNone/>
              <a:defRPr sz="2133" b="0" i="0">
                <a:solidFill>
                  <a:srgbClr val="676767"/>
                </a:solidFill>
                <a:latin typeface="+mn-lt"/>
                <a:cs typeface="CiscoSans ExtraLight"/>
              </a:defRPr>
            </a:lvl3pPr>
            <a:lvl4pPr marL="986135" indent="0">
              <a:buClr>
                <a:schemeClr val="tx1"/>
              </a:buClr>
              <a:buSzPct val="80000"/>
              <a:buFont typeface="Arial"/>
              <a:buNone/>
              <a:defRPr sz="1867" b="0" i="0">
                <a:solidFill>
                  <a:srgbClr val="676767"/>
                </a:solidFill>
                <a:latin typeface="+mn-lt"/>
                <a:cs typeface="CiscoSans ExtraLight"/>
              </a:defRPr>
            </a:lvl4pPr>
            <a:lvl5pPr marL="1218916" indent="0">
              <a:buClr>
                <a:schemeClr val="tx1"/>
              </a:buClr>
              <a:buSzPct val="80000"/>
              <a:buFont typeface="Arial"/>
              <a:buNone/>
              <a:defRPr sz="1600" b="0" i="0">
                <a:solidFill>
                  <a:srgbClr val="676767"/>
                </a:solidFill>
                <a:latin typeface="+mn-lt"/>
                <a:cs typeface="CiscoSans ExtraLight"/>
              </a:defRPr>
            </a:lvl5pPr>
          </a:lstStyle>
          <a:p>
            <a:pPr lvl="0"/>
            <a:r>
              <a:rPr lang="en-GB" dirty="0"/>
              <a:t>Click to edit Text</a:t>
            </a:r>
          </a:p>
        </p:txBody>
      </p:sp>
      <p:sp>
        <p:nvSpPr>
          <p:cNvPr id="34"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3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sp>
        <p:nvSpPr>
          <p:cNvPr id="24"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2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spTree>
    <p:extLst>
      <p:ext uri="{BB962C8B-B14F-4D97-AF65-F5344CB8AC3E}">
        <p14:creationId xmlns:p14="http://schemas.microsoft.com/office/powerpoint/2010/main" val="4168691808"/>
      </p:ext>
    </p:extLst>
  </p:cSld>
  <p:clrMapOvr>
    <a:masterClrMapping/>
  </p:clrMapOvr>
  <p:transition spd="med">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Photo_4">
    <p:spTree>
      <p:nvGrpSpPr>
        <p:cNvPr id="1" name=""/>
        <p:cNvGrpSpPr/>
        <p:nvPr/>
      </p:nvGrpSpPr>
      <p:grpSpPr>
        <a:xfrm>
          <a:off x="0" y="0"/>
          <a:ext cx="0" cy="0"/>
          <a:chOff x="0" y="0"/>
          <a:chExt cx="0" cy="0"/>
        </a:xfrm>
      </p:grpSpPr>
      <p:pic>
        <p:nvPicPr>
          <p:cNvPr id="22" name="Picture 21"/>
          <p:cNvPicPr>
            <a:picLocks noChangeAspect="1"/>
          </p:cNvPicPr>
          <p:nvPr/>
        </p:nvPicPr>
        <p:blipFill>
          <a:blip>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
        <p:nvSpPr>
          <p:cNvPr id="14" name="Text Placeholder 3"/>
          <p:cNvSpPr>
            <a:spLocks noGrp="1"/>
          </p:cNvSpPr>
          <p:nvPr>
            <p:ph type="body" sz="quarter" idx="10" hasCustomPrompt="1"/>
          </p:nvPr>
        </p:nvSpPr>
        <p:spPr>
          <a:xfrm>
            <a:off x="583689" y="1633045"/>
            <a:ext cx="11134177" cy="4224280"/>
          </a:xfrm>
          <a:prstGeom prst="rect">
            <a:avLst/>
          </a:prstGeom>
        </p:spPr>
        <p:txBody>
          <a:bodyPr lIns="91420" tIns="45710" rIns="91420" bIns="45710">
            <a:noAutofit/>
          </a:bodyPr>
          <a:lstStyle>
            <a:lvl1pPr marL="76179" indent="0">
              <a:lnSpc>
                <a:spcPct val="95000"/>
              </a:lnSpc>
              <a:spcBef>
                <a:spcPts val="1480"/>
              </a:spcBef>
              <a:buClr>
                <a:schemeClr val="tx1"/>
              </a:buClr>
              <a:buSzPct val="80000"/>
              <a:buFont typeface="Arial"/>
              <a:buNone/>
              <a:defRPr sz="3200" b="0" i="0">
                <a:solidFill>
                  <a:srgbClr val="676767"/>
                </a:solidFill>
                <a:latin typeface="+mn-lt"/>
                <a:cs typeface="CiscoSans ExtraLight"/>
              </a:defRPr>
            </a:lvl1pPr>
            <a:lvl2pPr marL="389377" indent="0">
              <a:lnSpc>
                <a:spcPct val="95000"/>
              </a:lnSpc>
              <a:spcBef>
                <a:spcPts val="600"/>
              </a:spcBef>
              <a:buClr>
                <a:schemeClr val="tx1"/>
              </a:buClr>
              <a:buSzPct val="80000"/>
              <a:buFont typeface="Arial"/>
              <a:buNone/>
              <a:defRPr sz="2400" b="0" i="0">
                <a:solidFill>
                  <a:srgbClr val="676767"/>
                </a:solidFill>
                <a:latin typeface="+mn-lt"/>
                <a:cs typeface="CiscoSans ExtraLight"/>
              </a:defRPr>
            </a:lvl2pPr>
            <a:lvl3pPr marL="768171" indent="0">
              <a:buClr>
                <a:schemeClr val="tx1"/>
              </a:buClr>
              <a:buSzPct val="80000"/>
              <a:buFont typeface="Arial"/>
              <a:buNone/>
              <a:defRPr sz="2133" b="0" i="0">
                <a:solidFill>
                  <a:srgbClr val="676767"/>
                </a:solidFill>
                <a:latin typeface="+mn-lt"/>
                <a:cs typeface="CiscoSans ExtraLight"/>
              </a:defRPr>
            </a:lvl3pPr>
            <a:lvl4pPr marL="986135" indent="0">
              <a:buClr>
                <a:schemeClr val="tx1"/>
              </a:buClr>
              <a:buSzPct val="80000"/>
              <a:buFont typeface="Arial"/>
              <a:buNone/>
              <a:defRPr sz="1867" b="0" i="0">
                <a:solidFill>
                  <a:srgbClr val="676767"/>
                </a:solidFill>
                <a:latin typeface="+mn-lt"/>
                <a:cs typeface="CiscoSans ExtraLight"/>
              </a:defRPr>
            </a:lvl4pPr>
            <a:lvl5pPr marL="1218916" indent="0">
              <a:buClr>
                <a:schemeClr val="tx1"/>
              </a:buClr>
              <a:buSzPct val="80000"/>
              <a:buFont typeface="Arial"/>
              <a:buNone/>
              <a:defRPr sz="1600" b="0" i="0">
                <a:solidFill>
                  <a:srgbClr val="676767"/>
                </a:solidFill>
                <a:latin typeface="+mn-lt"/>
                <a:cs typeface="CiscoSans ExtraLight"/>
              </a:defRPr>
            </a:lvl5pPr>
          </a:lstStyle>
          <a:p>
            <a:pPr lvl="0"/>
            <a:r>
              <a:rPr lang="en-GB" dirty="0"/>
              <a:t>Click to edit Text</a:t>
            </a:r>
          </a:p>
        </p:txBody>
      </p:sp>
      <p:sp>
        <p:nvSpPr>
          <p:cNvPr id="34"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3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sp>
        <p:nvSpPr>
          <p:cNvPr id="24"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2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spTree>
    <p:extLst>
      <p:ext uri="{BB962C8B-B14F-4D97-AF65-F5344CB8AC3E}">
        <p14:creationId xmlns:p14="http://schemas.microsoft.com/office/powerpoint/2010/main" val="1862306268"/>
      </p:ext>
    </p:extLst>
  </p:cSld>
  <p:clrMapOvr>
    <a:masterClrMapping/>
  </p:clrMapOvr>
  <p:transition spd="med">
    <p:fade/>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Photo_5">
    <p:spTree>
      <p:nvGrpSpPr>
        <p:cNvPr id="1" name=""/>
        <p:cNvGrpSpPr/>
        <p:nvPr/>
      </p:nvGrpSpPr>
      <p:grpSpPr>
        <a:xfrm>
          <a:off x="0" y="0"/>
          <a:ext cx="0" cy="0"/>
          <a:chOff x="0" y="0"/>
          <a:chExt cx="0" cy="0"/>
        </a:xfrm>
      </p:grpSpPr>
      <p:pic>
        <p:nvPicPr>
          <p:cNvPr id="23" name="Picture 22"/>
          <p:cNvPicPr>
            <a:picLocks noChangeAspect="1"/>
          </p:cNvPicPr>
          <p:nvPr/>
        </p:nvPicPr>
        <p:blipFill>
          <a:blip>
            <a:extLst>
              <a:ext uri="{28A0092B-C50C-407E-A947-70E740481C1C}">
                <a14:useLocalDpi xmlns:a14="http://schemas.microsoft.com/office/drawing/2010/main" val="0"/>
              </a:ext>
            </a:extLst>
          </a:blip>
          <a:stretch>
            <a:fillRect/>
          </a:stretch>
        </p:blipFill>
        <p:spPr>
          <a:xfrm>
            <a:off x="0" y="3"/>
            <a:ext cx="12191997" cy="6857997"/>
          </a:xfrm>
          <a:prstGeom prst="rect">
            <a:avLst/>
          </a:prstGeom>
        </p:spPr>
      </p:pic>
      <p:pic>
        <p:nvPicPr>
          <p:cNvPr id="22" name="Picture 21"/>
          <p:cNvPicPr>
            <a:picLocks noChangeAspect="1"/>
          </p:cNvPicPr>
          <p:nvPr/>
        </p:nvPicPr>
        <p:blipFill>
          <a:blip>
            <a:extLst>
              <a:ext uri="{28A0092B-C50C-407E-A947-70E740481C1C}">
                <a14:useLocalDpi xmlns:a14="http://schemas.microsoft.com/office/drawing/2010/main" val="0"/>
              </a:ext>
            </a:extLst>
          </a:blip>
          <a:stretch>
            <a:fillRect/>
          </a:stretch>
        </p:blipFill>
        <p:spPr>
          <a:xfrm>
            <a:off x="0" y="3"/>
            <a:ext cx="12191997" cy="6857997"/>
          </a:xfrm>
          <a:prstGeom prst="rect">
            <a:avLst/>
          </a:prstGeom>
        </p:spPr>
      </p:pic>
      <p:sp>
        <p:nvSpPr>
          <p:cNvPr id="13"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
        <p:nvSpPr>
          <p:cNvPr id="14" name="Text Placeholder 3"/>
          <p:cNvSpPr>
            <a:spLocks noGrp="1"/>
          </p:cNvSpPr>
          <p:nvPr>
            <p:ph type="body" sz="quarter" idx="10" hasCustomPrompt="1"/>
          </p:nvPr>
        </p:nvSpPr>
        <p:spPr>
          <a:xfrm>
            <a:off x="583689" y="1633045"/>
            <a:ext cx="11134177" cy="4224280"/>
          </a:xfrm>
          <a:prstGeom prst="rect">
            <a:avLst/>
          </a:prstGeom>
        </p:spPr>
        <p:txBody>
          <a:bodyPr lIns="91420" tIns="45710" rIns="91420" bIns="45710">
            <a:noAutofit/>
          </a:bodyPr>
          <a:lstStyle>
            <a:lvl1pPr marL="76179" indent="0">
              <a:lnSpc>
                <a:spcPct val="95000"/>
              </a:lnSpc>
              <a:spcBef>
                <a:spcPts val="1480"/>
              </a:spcBef>
              <a:buClr>
                <a:schemeClr val="tx1"/>
              </a:buClr>
              <a:buSzPct val="80000"/>
              <a:buFont typeface="Arial"/>
              <a:buNone/>
              <a:defRPr sz="3200" b="0" i="0">
                <a:solidFill>
                  <a:srgbClr val="676767"/>
                </a:solidFill>
                <a:latin typeface="+mn-lt"/>
                <a:cs typeface="CiscoSans ExtraLight"/>
              </a:defRPr>
            </a:lvl1pPr>
            <a:lvl2pPr marL="389377" indent="0">
              <a:lnSpc>
                <a:spcPct val="95000"/>
              </a:lnSpc>
              <a:spcBef>
                <a:spcPts val="600"/>
              </a:spcBef>
              <a:buClr>
                <a:schemeClr val="tx1"/>
              </a:buClr>
              <a:buSzPct val="80000"/>
              <a:buFont typeface="Arial"/>
              <a:buNone/>
              <a:defRPr sz="2400" b="0" i="0">
                <a:solidFill>
                  <a:srgbClr val="676767"/>
                </a:solidFill>
                <a:latin typeface="+mn-lt"/>
                <a:cs typeface="CiscoSans ExtraLight"/>
              </a:defRPr>
            </a:lvl2pPr>
            <a:lvl3pPr marL="768171" indent="0">
              <a:buClr>
                <a:schemeClr val="tx1"/>
              </a:buClr>
              <a:buSzPct val="80000"/>
              <a:buFont typeface="Arial"/>
              <a:buNone/>
              <a:defRPr sz="2133" b="0" i="0">
                <a:solidFill>
                  <a:srgbClr val="676767"/>
                </a:solidFill>
                <a:latin typeface="+mn-lt"/>
                <a:cs typeface="CiscoSans ExtraLight"/>
              </a:defRPr>
            </a:lvl3pPr>
            <a:lvl4pPr marL="986135" indent="0">
              <a:buClr>
                <a:schemeClr val="tx1"/>
              </a:buClr>
              <a:buSzPct val="80000"/>
              <a:buFont typeface="Arial"/>
              <a:buNone/>
              <a:defRPr sz="1867" b="0" i="0">
                <a:solidFill>
                  <a:srgbClr val="676767"/>
                </a:solidFill>
                <a:latin typeface="+mn-lt"/>
                <a:cs typeface="CiscoSans ExtraLight"/>
              </a:defRPr>
            </a:lvl4pPr>
            <a:lvl5pPr marL="1218916" indent="0">
              <a:buClr>
                <a:schemeClr val="tx1"/>
              </a:buClr>
              <a:buSzPct val="80000"/>
              <a:buFont typeface="Arial"/>
              <a:buNone/>
              <a:defRPr sz="1600" b="0" i="0">
                <a:solidFill>
                  <a:srgbClr val="676767"/>
                </a:solidFill>
                <a:latin typeface="+mn-lt"/>
                <a:cs typeface="CiscoSans ExtraLight"/>
              </a:defRPr>
            </a:lvl5pPr>
          </a:lstStyle>
          <a:p>
            <a:pPr lvl="0"/>
            <a:r>
              <a:rPr lang="en-GB" dirty="0"/>
              <a:t>Click to edit Text</a:t>
            </a:r>
          </a:p>
        </p:txBody>
      </p:sp>
      <p:sp>
        <p:nvSpPr>
          <p:cNvPr id="34"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3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sp>
        <p:nvSpPr>
          <p:cNvPr id="24"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chemeClr val="bg1">
                    <a:alpha val="25000"/>
                  </a:schemeClr>
                </a:solidFill>
                <a:latin typeface="+mn-lt"/>
                <a:ea typeface="+mn-ea"/>
                <a:cs typeface="CiscoSans Thin"/>
              </a:rPr>
              <a:pPr algn="r" defTabSz="814305" fontAlgn="auto">
                <a:spcBef>
                  <a:spcPts val="0"/>
                </a:spcBef>
                <a:spcAft>
                  <a:spcPts val="0"/>
                </a:spcAft>
                <a:defRPr/>
              </a:pPr>
              <a:t>‹#›</a:t>
            </a:fld>
            <a:endParaRPr lang="en-US" sz="800" dirty="0">
              <a:solidFill>
                <a:schemeClr val="bg1">
                  <a:alpha val="25000"/>
                </a:schemeClr>
              </a:solidFill>
              <a:latin typeface="+mn-lt"/>
              <a:ea typeface="+mn-ea"/>
              <a:cs typeface="CiscoSans Thin"/>
            </a:endParaRPr>
          </a:p>
        </p:txBody>
      </p:sp>
      <p:sp>
        <p:nvSpPr>
          <p:cNvPr id="25"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chemeClr val="bg1">
                    <a:alpha val="25000"/>
                  </a:schemeClr>
                </a:solidFill>
                <a:latin typeface="+mn-lt"/>
                <a:ea typeface="+mn-ea"/>
                <a:cs typeface="CiscoSans Thin"/>
              </a:rPr>
              <a:t>© 2015  Cisco and/or its affiliates. All rights reserved.   Cisco Confidential</a:t>
            </a:r>
          </a:p>
        </p:txBody>
      </p:sp>
    </p:spTree>
    <p:extLst>
      <p:ext uri="{BB962C8B-B14F-4D97-AF65-F5344CB8AC3E}">
        <p14:creationId xmlns:p14="http://schemas.microsoft.com/office/powerpoint/2010/main" val="2932661081"/>
      </p:ext>
    </p:extLst>
  </p:cSld>
  <p:clrMapOvr>
    <a:masterClrMapping/>
  </p:clrMapOvr>
  <p:transition spd="med">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3" name="Text Placeholder 9"/>
          <p:cNvSpPr>
            <a:spLocks noGrp="1"/>
          </p:cNvSpPr>
          <p:nvPr>
            <p:ph type="body" sz="quarter" idx="11" hasCustomPrompt="1"/>
          </p:nvPr>
        </p:nvSpPr>
        <p:spPr>
          <a:xfrm>
            <a:off x="624417" y="5221411"/>
            <a:ext cx="10389144" cy="465808"/>
          </a:xfrm>
          <a:prstGeom prst="rect">
            <a:avLst/>
          </a:prstGeom>
        </p:spPr>
        <p:txBody>
          <a:bodyPr wrap="square" lIns="91420" tIns="45710" rIns="91420" bIns="45710" anchor="b" anchorCtr="0">
            <a:noAutofit/>
          </a:bodyPr>
          <a:lstStyle>
            <a:lvl1pPr marL="0" indent="0" algn="l" defTabSz="804747">
              <a:lnSpc>
                <a:spcPct val="100000"/>
              </a:lnSpc>
              <a:spcBef>
                <a:spcPct val="50000"/>
              </a:spcBef>
              <a:buNone/>
              <a:defRPr sz="2933" b="0" i="0">
                <a:solidFill>
                  <a:srgbClr val="676767"/>
                </a:solidFill>
                <a:latin typeface="+mj-lt"/>
                <a:cs typeface="CiscoSans ExtraLight"/>
              </a:defRPr>
            </a:lvl1pPr>
            <a:lvl2pPr>
              <a:buFont typeface="Arial" pitchFamily="34" charset="0"/>
              <a:buNone/>
              <a:defRPr sz="1467"/>
            </a:lvl2pPr>
            <a:lvl3pPr>
              <a:buFont typeface="Arial" pitchFamily="34" charset="0"/>
              <a:buNone/>
              <a:defRPr sz="1467"/>
            </a:lvl3pPr>
            <a:lvl4pPr>
              <a:buFont typeface="Arial" pitchFamily="34" charset="0"/>
              <a:buNone/>
              <a:defRPr sz="1467"/>
            </a:lvl4pPr>
            <a:lvl5pPr>
              <a:buFont typeface="Arial" pitchFamily="34" charset="0"/>
              <a:buNone/>
              <a:defRPr sz="1467"/>
            </a:lvl5pPr>
          </a:lstStyle>
          <a:p>
            <a:pPr lvl="0"/>
            <a:r>
              <a:rPr lang="en-GB" dirty="0"/>
              <a:t>Click to edit text </a:t>
            </a:r>
          </a:p>
        </p:txBody>
      </p:sp>
      <p:sp>
        <p:nvSpPr>
          <p:cNvPr id="4" name="Title 1"/>
          <p:cNvSpPr>
            <a:spLocks noGrp="1"/>
          </p:cNvSpPr>
          <p:nvPr>
            <p:ph type="ctrTitle" hasCustomPrompt="1"/>
          </p:nvPr>
        </p:nvSpPr>
        <p:spPr>
          <a:xfrm>
            <a:off x="383897" y="2054069"/>
            <a:ext cx="10629664" cy="3038449"/>
          </a:xfrm>
          <a:prstGeom prst="rect">
            <a:avLst/>
          </a:prstGeom>
        </p:spPr>
        <p:txBody>
          <a:bodyPr anchor="ctr">
            <a:noAutofit/>
          </a:bodyPr>
          <a:lstStyle>
            <a:lvl1pPr marL="244794" indent="-533277" algn="l">
              <a:lnSpc>
                <a:spcPct val="90000"/>
              </a:lnSpc>
              <a:defRPr sz="6133" b="0" i="1" spc="0" baseline="0">
                <a:solidFill>
                  <a:srgbClr val="3E6BB4"/>
                </a:solidFill>
                <a:latin typeface="+mj-lt"/>
                <a:cs typeface="CiscoSans Thin"/>
              </a:defRPr>
            </a:lvl1pPr>
          </a:lstStyle>
          <a:p>
            <a:r>
              <a:rPr lang="en-GB" dirty="0"/>
              <a:t>“Quote Goes Here”</a:t>
            </a:r>
            <a:endParaRPr lang="en-US" dirty="0"/>
          </a:p>
        </p:txBody>
      </p:sp>
    </p:spTree>
    <p:extLst>
      <p:ext uri="{BB962C8B-B14F-4D97-AF65-F5344CB8AC3E}">
        <p14:creationId xmlns:p14="http://schemas.microsoft.com/office/powerpoint/2010/main" val="3463507946"/>
      </p:ext>
    </p:extLst>
  </p:cSld>
  <p:clrMapOvr>
    <a:masterClrMapping/>
  </p:clrMapOvr>
  <p:transition spd="med">
    <p:fade/>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Storytelling">
    <p:spTree>
      <p:nvGrpSpPr>
        <p:cNvPr id="1" name=""/>
        <p:cNvGrpSpPr/>
        <p:nvPr/>
      </p:nvGrpSpPr>
      <p:grpSpPr>
        <a:xfrm>
          <a:off x="0" y="0"/>
          <a:ext cx="0" cy="0"/>
          <a:chOff x="0" y="0"/>
          <a:chExt cx="0" cy="0"/>
        </a:xfrm>
      </p:grpSpPr>
      <p:cxnSp>
        <p:nvCxnSpPr>
          <p:cNvPr id="5" name="Straight Connector 4"/>
          <p:cNvCxnSpPr/>
          <p:nvPr/>
        </p:nvCxnSpPr>
        <p:spPr>
          <a:xfrm>
            <a:off x="6146928" y="812801"/>
            <a:ext cx="0" cy="5312833"/>
          </a:xfrm>
          <a:prstGeom prst="line">
            <a:avLst/>
          </a:prstGeom>
          <a:ln w="38100" cap="flat"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itle 1"/>
          <p:cNvSpPr>
            <a:spLocks noGrp="1"/>
          </p:cNvSpPr>
          <p:nvPr>
            <p:ph type="title" hasCustomPrompt="1"/>
          </p:nvPr>
        </p:nvSpPr>
        <p:spPr>
          <a:xfrm>
            <a:off x="618351" y="1918747"/>
            <a:ext cx="5093797" cy="3020519"/>
          </a:xfrm>
        </p:spPr>
        <p:txBody>
          <a:bodyPr lIns="61715" tIns="34288" rIns="61715" bIns="34288" rtlCol="0" anchor="ctr">
            <a:noAutofit/>
          </a:bodyPr>
          <a:lstStyle>
            <a:lvl1pPr marL="0" indent="0" algn="l" defTabSz="914308" rtl="0" eaLnBrk="1" latinLnBrk="0" hangingPunct="1">
              <a:lnSpc>
                <a:spcPct val="80000"/>
              </a:lnSpc>
              <a:spcBef>
                <a:spcPct val="0"/>
              </a:spcBef>
              <a:buClr>
                <a:schemeClr val="tx1"/>
              </a:buClr>
              <a:buFont typeface="Ciscolight" pitchFamily="2" charset="0"/>
              <a:buNone/>
              <a:defRPr lang="en-US" sz="6000" b="0" kern="1200" spc="0" baseline="0" dirty="0">
                <a:solidFill>
                  <a:srgbClr val="2968AF"/>
                </a:solidFill>
                <a:latin typeface="+mj-lt"/>
                <a:ea typeface="+mj-ea"/>
                <a:cs typeface="+mj-cs"/>
              </a:defRPr>
            </a:lvl1pPr>
          </a:lstStyle>
          <a:p>
            <a:r>
              <a:rPr lang="en-GB" dirty="0"/>
              <a:t>Title Goes Here</a:t>
            </a:r>
            <a:endParaRPr lang="en-US" dirty="0"/>
          </a:p>
        </p:txBody>
      </p:sp>
      <p:sp>
        <p:nvSpPr>
          <p:cNvPr id="9" name="Text Placeholder 3"/>
          <p:cNvSpPr>
            <a:spLocks noGrp="1"/>
          </p:cNvSpPr>
          <p:nvPr>
            <p:ph type="body" sz="quarter" idx="11" hasCustomPrompt="1"/>
          </p:nvPr>
        </p:nvSpPr>
        <p:spPr>
          <a:xfrm>
            <a:off x="6563360" y="872691"/>
            <a:ext cx="5154507" cy="5120640"/>
          </a:xfrm>
          <a:prstGeom prst="rect">
            <a:avLst/>
          </a:prstGeom>
        </p:spPr>
        <p:txBody>
          <a:bodyPr lIns="91420" tIns="45710" rIns="91420" bIns="45710" anchor="ctr" anchorCtr="0">
            <a:noAutofit/>
          </a:bodyPr>
          <a:lstStyle>
            <a:lvl1pPr marL="0" indent="0">
              <a:buFontTx/>
              <a:buNone/>
              <a:defRPr sz="2133" baseline="0">
                <a:solidFill>
                  <a:schemeClr val="tx1"/>
                </a:solidFill>
                <a:latin typeface="+mn-lt"/>
              </a:defRPr>
            </a:lvl1pPr>
            <a:lvl2pPr>
              <a:defRPr sz="2000"/>
            </a:lvl2pPr>
            <a:lvl3pPr>
              <a:defRPr sz="2000"/>
            </a:lvl3pPr>
            <a:lvl4pPr>
              <a:defRPr sz="2000"/>
            </a:lvl4pPr>
            <a:lvl5pPr>
              <a:defRPr sz="2000"/>
            </a:lvl5pPr>
          </a:lstStyle>
          <a:p>
            <a:pPr lvl="0"/>
            <a:r>
              <a:rPr lang="en-GB" dirty="0"/>
              <a:t>Click to edit text</a:t>
            </a:r>
          </a:p>
        </p:txBody>
      </p:sp>
    </p:spTree>
    <p:extLst>
      <p:ext uri="{BB962C8B-B14F-4D97-AF65-F5344CB8AC3E}">
        <p14:creationId xmlns:p14="http://schemas.microsoft.com/office/powerpoint/2010/main" val="1335323136"/>
      </p:ext>
    </p:extLst>
  </p:cSld>
  <p:clrMapOvr>
    <a:masterClrMapping/>
  </p:clrMapOvr>
  <p:transition spd="slow">
    <p:wip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1_Title and Table">
    <p:spTree>
      <p:nvGrpSpPr>
        <p:cNvPr id="1" name=""/>
        <p:cNvGrpSpPr/>
        <p:nvPr/>
      </p:nvGrpSpPr>
      <p:grpSpPr>
        <a:xfrm>
          <a:off x="0" y="0"/>
          <a:ext cx="0" cy="0"/>
          <a:chOff x="0" y="0"/>
          <a:chExt cx="0" cy="0"/>
        </a:xfrm>
      </p:grpSpPr>
      <p:sp>
        <p:nvSpPr>
          <p:cNvPr id="12" name="Table Placeholder 11"/>
          <p:cNvSpPr>
            <a:spLocks noGrp="1"/>
          </p:cNvSpPr>
          <p:nvPr>
            <p:ph type="tbl" sz="quarter" idx="12"/>
          </p:nvPr>
        </p:nvSpPr>
        <p:spPr>
          <a:xfrm>
            <a:off x="583688" y="1797051"/>
            <a:ext cx="11127317" cy="3544971"/>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dirty="0"/>
              <a:t>Click icon to add table</a:t>
            </a:r>
            <a:endParaRPr lang="en-GB" noProof="0" dirty="0"/>
          </a:p>
        </p:txBody>
      </p:sp>
      <p:sp>
        <p:nvSpPr>
          <p:cNvPr id="6" name="Text Placeholder 9"/>
          <p:cNvSpPr>
            <a:spLocks noGrp="1"/>
          </p:cNvSpPr>
          <p:nvPr>
            <p:ph type="body" sz="quarter" idx="11" hasCustomPrompt="1"/>
          </p:nvPr>
        </p:nvSpPr>
        <p:spPr>
          <a:xfrm>
            <a:off x="583690" y="5530961"/>
            <a:ext cx="9573749" cy="434977"/>
          </a:xfrm>
          <a:prstGeom prst="rect">
            <a:avLst/>
          </a:prstGeom>
        </p:spPr>
        <p:txBody>
          <a:bodyPr wrap="square" lIns="91420" tIns="45710" rIns="91420" bIns="45710" anchor="b" anchorCtr="0">
            <a:noAutofit/>
          </a:bodyPr>
          <a:lstStyle>
            <a:lvl1pPr algn="l" defTabSz="804747">
              <a:lnSpc>
                <a:spcPct val="100000"/>
              </a:lnSpc>
              <a:spcBef>
                <a:spcPct val="50000"/>
              </a:spcBef>
              <a:buNone/>
              <a:defRPr sz="2133" b="0" i="0">
                <a:solidFill>
                  <a:srgbClr val="676767"/>
                </a:solidFill>
                <a:latin typeface="+mj-lt"/>
                <a:cs typeface="CiscoSans ExtraLight"/>
              </a:defRPr>
            </a:lvl1pPr>
            <a:lvl2pPr>
              <a:buFont typeface="Arial" pitchFamily="34" charset="0"/>
              <a:buNone/>
              <a:defRPr sz="1467"/>
            </a:lvl2pPr>
            <a:lvl3pPr>
              <a:buFont typeface="Arial" pitchFamily="34" charset="0"/>
              <a:buNone/>
              <a:defRPr sz="1467"/>
            </a:lvl3pPr>
            <a:lvl4pPr>
              <a:buFont typeface="Arial" pitchFamily="34" charset="0"/>
              <a:buNone/>
              <a:defRPr sz="1467"/>
            </a:lvl4pPr>
            <a:lvl5pPr>
              <a:buFont typeface="Arial" pitchFamily="34" charset="0"/>
              <a:buNone/>
              <a:defRPr sz="1467"/>
            </a:lvl5pPr>
          </a:lstStyle>
          <a:p>
            <a:pPr lvl="0"/>
            <a:r>
              <a:rPr lang="en-GB" dirty="0"/>
              <a:t>Source</a:t>
            </a:r>
          </a:p>
        </p:txBody>
      </p:sp>
      <p:sp>
        <p:nvSpPr>
          <p:cNvPr id="5" name="Title Placeholder 5"/>
          <p:cNvSpPr>
            <a:spLocks noGrp="1"/>
          </p:cNvSpPr>
          <p:nvPr>
            <p:ph type="title" hasCustomPrompt="1"/>
          </p:nvPr>
        </p:nvSpPr>
        <p:spPr bwMode="auto">
          <a:xfrm>
            <a:off x="583688" y="455085"/>
            <a:ext cx="1112731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p>
            <a:pPr lvl="0"/>
            <a:r>
              <a:rPr lang="en-GB" dirty="0"/>
              <a:t>Title Goes Here</a:t>
            </a:r>
          </a:p>
        </p:txBody>
      </p:sp>
    </p:spTree>
    <p:extLst>
      <p:ext uri="{BB962C8B-B14F-4D97-AF65-F5344CB8AC3E}">
        <p14:creationId xmlns:p14="http://schemas.microsoft.com/office/powerpoint/2010/main" val="1602913466"/>
      </p:ext>
    </p:extLst>
  </p:cSld>
  <p:clrMapOvr>
    <a:masterClrMapping/>
  </p:clrMapOvr>
  <p:transition spd="med">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Title and Chart">
    <p:spTree>
      <p:nvGrpSpPr>
        <p:cNvPr id="1" name=""/>
        <p:cNvGrpSpPr/>
        <p:nvPr/>
      </p:nvGrpSpPr>
      <p:grpSpPr>
        <a:xfrm>
          <a:off x="0" y="0"/>
          <a:ext cx="0" cy="0"/>
          <a:chOff x="0" y="0"/>
          <a:chExt cx="0" cy="0"/>
        </a:xfrm>
      </p:grpSpPr>
      <p:sp>
        <p:nvSpPr>
          <p:cNvPr id="6" name="Chart Placeholder 2"/>
          <p:cNvSpPr>
            <a:spLocks noGrp="1"/>
          </p:cNvSpPr>
          <p:nvPr>
            <p:ph type="chart" sz="quarter" idx="10"/>
          </p:nvPr>
        </p:nvSpPr>
        <p:spPr>
          <a:xfrm>
            <a:off x="583688" y="1799167"/>
            <a:ext cx="11127317" cy="354753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dirty="0"/>
              <a:t>Click icon to add chart</a:t>
            </a:r>
          </a:p>
        </p:txBody>
      </p:sp>
      <p:sp>
        <p:nvSpPr>
          <p:cNvPr id="7" name="Text Placeholder 9"/>
          <p:cNvSpPr>
            <a:spLocks noGrp="1"/>
          </p:cNvSpPr>
          <p:nvPr>
            <p:ph type="body" sz="quarter" idx="11" hasCustomPrompt="1"/>
          </p:nvPr>
        </p:nvSpPr>
        <p:spPr>
          <a:xfrm>
            <a:off x="583690" y="5530961"/>
            <a:ext cx="9573749" cy="434977"/>
          </a:xfrm>
          <a:prstGeom prst="rect">
            <a:avLst/>
          </a:prstGeom>
        </p:spPr>
        <p:txBody>
          <a:bodyPr wrap="square" lIns="91420" tIns="45710" rIns="91420" bIns="45710" anchor="b" anchorCtr="0">
            <a:noAutofit/>
          </a:bodyPr>
          <a:lstStyle>
            <a:lvl1pPr algn="l" defTabSz="804747">
              <a:lnSpc>
                <a:spcPct val="100000"/>
              </a:lnSpc>
              <a:spcBef>
                <a:spcPct val="50000"/>
              </a:spcBef>
              <a:buNone/>
              <a:defRPr sz="2133" b="0" i="0">
                <a:solidFill>
                  <a:srgbClr val="676767"/>
                </a:solidFill>
                <a:latin typeface="+mj-lt"/>
                <a:cs typeface="CiscoSans ExtraLight"/>
              </a:defRPr>
            </a:lvl1pPr>
            <a:lvl2pPr>
              <a:buFont typeface="Arial" pitchFamily="34" charset="0"/>
              <a:buNone/>
              <a:defRPr sz="1467"/>
            </a:lvl2pPr>
            <a:lvl3pPr>
              <a:buFont typeface="Arial" pitchFamily="34" charset="0"/>
              <a:buNone/>
              <a:defRPr sz="1467"/>
            </a:lvl3pPr>
            <a:lvl4pPr>
              <a:buFont typeface="Arial" pitchFamily="34" charset="0"/>
              <a:buNone/>
              <a:defRPr sz="1467"/>
            </a:lvl4pPr>
            <a:lvl5pPr>
              <a:buFont typeface="Arial" pitchFamily="34" charset="0"/>
              <a:buNone/>
              <a:defRPr sz="1467"/>
            </a:lvl5pPr>
          </a:lstStyle>
          <a:p>
            <a:pPr lvl="0"/>
            <a:r>
              <a:rPr lang="en-GB" dirty="0"/>
              <a:t>Source</a:t>
            </a:r>
          </a:p>
        </p:txBody>
      </p:sp>
      <p:sp>
        <p:nvSpPr>
          <p:cNvPr id="5"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Tree>
    <p:extLst>
      <p:ext uri="{BB962C8B-B14F-4D97-AF65-F5344CB8AC3E}">
        <p14:creationId xmlns:p14="http://schemas.microsoft.com/office/powerpoint/2010/main" val="3046394333"/>
      </p:ext>
    </p:extLst>
  </p:cSld>
  <p:clrMapOvr>
    <a:masterClrMapping/>
  </p:clrMapOvr>
  <p:transition spd="med">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1_Title_Chart_and_Text">
    <p:spTree>
      <p:nvGrpSpPr>
        <p:cNvPr id="1" name=""/>
        <p:cNvGrpSpPr/>
        <p:nvPr/>
      </p:nvGrpSpPr>
      <p:grpSpPr>
        <a:xfrm>
          <a:off x="0" y="0"/>
          <a:ext cx="0" cy="0"/>
          <a:chOff x="0" y="0"/>
          <a:chExt cx="0" cy="0"/>
        </a:xfrm>
      </p:grpSpPr>
      <p:sp>
        <p:nvSpPr>
          <p:cNvPr id="10" name="Text Placeholder 17"/>
          <p:cNvSpPr>
            <a:spLocks noGrp="1"/>
          </p:cNvSpPr>
          <p:nvPr>
            <p:ph type="body" sz="quarter" idx="11" hasCustomPrompt="1"/>
          </p:nvPr>
        </p:nvSpPr>
        <p:spPr>
          <a:xfrm>
            <a:off x="583689" y="1799275"/>
            <a:ext cx="5342668" cy="4054364"/>
          </a:xfrm>
          <a:prstGeom prst="rect">
            <a:avLst/>
          </a:prstGeom>
        </p:spPr>
        <p:txBody>
          <a:bodyPr lIns="91420" tIns="45710" rIns="91420" bIns="45710" anchor="ctr" anchorCtr="0">
            <a:noAutofit/>
          </a:bodyPr>
          <a:lstStyle>
            <a:lvl1pPr marL="0" indent="0">
              <a:buNone/>
              <a:defRPr sz="3200" b="0" i="0" baseline="0">
                <a:solidFill>
                  <a:schemeClr val="tx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GB" dirty="0"/>
              <a:t>Text Goes Here</a:t>
            </a:r>
          </a:p>
        </p:txBody>
      </p:sp>
      <p:sp>
        <p:nvSpPr>
          <p:cNvPr id="3" name="Chart Placeholder 2"/>
          <p:cNvSpPr>
            <a:spLocks noGrp="1"/>
          </p:cNvSpPr>
          <p:nvPr>
            <p:ph type="chart" sz="quarter" idx="12"/>
          </p:nvPr>
        </p:nvSpPr>
        <p:spPr>
          <a:xfrm>
            <a:off x="6279877" y="1799166"/>
            <a:ext cx="5431128" cy="4052529"/>
          </a:xfrm>
          <a:prstGeom prst="rect">
            <a:avLst/>
          </a:prstGeom>
        </p:spPr>
        <p:txBody>
          <a:bodyPr vert="horz" lIns="91420" tIns="45710" rIns="91420" bIns="45710">
            <a:noAutofit/>
          </a:bodyPr>
          <a:lstStyle>
            <a:lvl1pPr marL="0" indent="0" algn="ctr">
              <a:buNone/>
              <a:defRPr sz="2667">
                <a:solidFill>
                  <a:schemeClr val="tx1"/>
                </a:solidFill>
                <a:latin typeface="+mn-lt"/>
                <a:cs typeface="CiscoSans ExtraLight"/>
              </a:defRPr>
            </a:lvl1pPr>
          </a:lstStyle>
          <a:p>
            <a:pPr lvl="0"/>
            <a:r>
              <a:rPr lang="en-US" noProof="0" dirty="0"/>
              <a:t>Click icon to add chart</a:t>
            </a:r>
          </a:p>
        </p:txBody>
      </p:sp>
      <p:sp>
        <p:nvSpPr>
          <p:cNvPr id="5"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Tree>
    <p:extLst>
      <p:ext uri="{BB962C8B-B14F-4D97-AF65-F5344CB8AC3E}">
        <p14:creationId xmlns:p14="http://schemas.microsoft.com/office/powerpoint/2010/main" val="3584076202"/>
      </p:ext>
    </p:extLst>
  </p:cSld>
  <p:clrMapOvr>
    <a:masterClrMapping/>
  </p:clrMapOvr>
  <p:transition spd="med">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Bottom title_photo and text">
    <p:spTree>
      <p:nvGrpSpPr>
        <p:cNvPr id="1" name=""/>
        <p:cNvGrpSpPr/>
        <p:nvPr/>
      </p:nvGrpSpPr>
      <p:grpSpPr>
        <a:xfrm>
          <a:off x="0" y="0"/>
          <a:ext cx="0" cy="0"/>
          <a:chOff x="0" y="0"/>
          <a:chExt cx="0" cy="0"/>
        </a:xfrm>
      </p:grpSpPr>
      <p:sp>
        <p:nvSpPr>
          <p:cNvPr id="10" name="Text Placeholder 17"/>
          <p:cNvSpPr>
            <a:spLocks noGrp="1"/>
          </p:cNvSpPr>
          <p:nvPr>
            <p:ph type="body" sz="quarter" idx="11" hasCustomPrompt="1"/>
          </p:nvPr>
        </p:nvSpPr>
        <p:spPr>
          <a:xfrm>
            <a:off x="583689" y="1799139"/>
            <a:ext cx="5338660" cy="4054500"/>
          </a:xfrm>
          <a:prstGeom prst="rect">
            <a:avLst/>
          </a:prstGeom>
        </p:spPr>
        <p:txBody>
          <a:bodyPr lIns="91420" tIns="45710" rIns="91420" bIns="45710" anchor="ctr" anchorCtr="0">
            <a:noAutofit/>
          </a:bodyPr>
          <a:lstStyle>
            <a:lvl1pPr marL="0" indent="0">
              <a:buNone/>
              <a:defRPr sz="3200" b="0" i="0" baseline="0">
                <a:solidFill>
                  <a:schemeClr val="tx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GB" dirty="0"/>
              <a:t>Text Goes Here</a:t>
            </a:r>
          </a:p>
        </p:txBody>
      </p:sp>
      <p:sp>
        <p:nvSpPr>
          <p:cNvPr id="11" name="Picture Placeholder 2"/>
          <p:cNvSpPr>
            <a:spLocks noGrp="1"/>
          </p:cNvSpPr>
          <p:nvPr>
            <p:ph type="pic" sz="quarter" idx="10"/>
          </p:nvPr>
        </p:nvSpPr>
        <p:spPr>
          <a:xfrm>
            <a:off x="6277480" y="1799167"/>
            <a:ext cx="5433525" cy="4054944"/>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dirty="0"/>
              <a:t>Click icon to add picture</a:t>
            </a:r>
          </a:p>
        </p:txBody>
      </p:sp>
      <p:sp>
        <p:nvSpPr>
          <p:cNvPr id="5"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Tree>
    <p:extLst>
      <p:ext uri="{BB962C8B-B14F-4D97-AF65-F5344CB8AC3E}">
        <p14:creationId xmlns:p14="http://schemas.microsoft.com/office/powerpoint/2010/main" val="1392393446"/>
      </p:ext>
    </p:extLst>
  </p:cSld>
  <p:clrMapOvr>
    <a:masterClrMapping/>
  </p:clrMapOvr>
  <p:transition spd="med">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p:cSld name="Closing Slide">
    <p:bg>
      <p:bgPr>
        <a:gradFill rotWithShape="1">
          <a:gsLst>
            <a:gs pos="0">
              <a:srgbClr val="35A2D6"/>
            </a:gs>
            <a:gs pos="999">
              <a:srgbClr val="35A2D6"/>
            </a:gs>
            <a:gs pos="100000">
              <a:srgbClr val="2968AF"/>
            </a:gs>
          </a:gsLst>
          <a:lin ang="5400000"/>
        </a:gradFill>
        <a:effectLst/>
      </p:bgPr>
    </p:bg>
    <p:spTree>
      <p:nvGrpSpPr>
        <p:cNvPr id="1" name=""/>
        <p:cNvGrpSpPr/>
        <p:nvPr/>
      </p:nvGrpSpPr>
      <p:grpSpPr>
        <a:xfrm>
          <a:off x="0" y="0"/>
          <a:ext cx="0" cy="0"/>
          <a:chOff x="0" y="0"/>
          <a:chExt cx="0" cy="0"/>
        </a:xfrm>
      </p:grpSpPr>
      <p:pic>
        <p:nvPicPr>
          <p:cNvPr id="2" name="Picture 5"/>
          <p:cNvPicPr>
            <a:picLocks noChangeAspect="1"/>
          </p:cNvPicPr>
          <p:nvPr/>
        </p:nvPicPr>
        <p:blipFill>
          <a:blip>
            <a:extLst>
              <a:ext uri="{28A0092B-C50C-407E-A947-70E740481C1C}">
                <a14:useLocalDpi xmlns:a14="http://schemas.microsoft.com/office/drawing/2010/main"/>
              </a:ext>
            </a:extLst>
          </a:blip>
          <a:srcRect/>
          <a:stretch>
            <a:fillRect/>
          </a:stretch>
        </p:blipFill>
        <p:spPr bwMode="auto">
          <a:xfrm>
            <a:off x="0" y="0"/>
            <a:ext cx="12192000" cy="68664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 name="Picture 6"/>
          <p:cNvPicPr>
            <a:picLocks noChangeAspect="1"/>
          </p:cNvPicPr>
          <p:nvPr/>
        </p:nvPicPr>
        <p:blipFill>
          <a:blip>
            <a:extLst>
              <a:ext uri="{28A0092B-C50C-407E-A947-70E740481C1C}">
                <a14:useLocalDpi xmlns:a14="http://schemas.microsoft.com/office/drawing/2010/main" val="0"/>
              </a:ext>
            </a:extLst>
          </a:blip>
          <a:stretch>
            <a:fillRect/>
          </a:stretch>
        </p:blipFill>
        <p:spPr bwMode="auto">
          <a:xfrm>
            <a:off x="4768727" y="2194985"/>
            <a:ext cx="2654548" cy="2476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205246"/>
      </p:ext>
    </p:extLst>
  </p:cSld>
  <p:clrMapOvr>
    <a:masterClrMapping/>
  </p:clrMapOvr>
  <p:transition spd="slow">
    <p:wip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Bulle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16401" y="1797051"/>
            <a:ext cx="11036459" cy="4224280"/>
          </a:xfrm>
          <a:prstGeom prst="rect">
            <a:avLst/>
          </a:prstGeom>
        </p:spPr>
        <p:txBody>
          <a:bodyPr lIns="91420" tIns="45710" rIns="91420" bIns="45710">
            <a:noAutofit/>
          </a:bodyPr>
          <a:lstStyle>
            <a:lvl1pPr marL="374561" indent="-298382">
              <a:lnSpc>
                <a:spcPct val="95000"/>
              </a:lnSpc>
              <a:spcBef>
                <a:spcPts val="1480"/>
              </a:spcBef>
              <a:buClr>
                <a:schemeClr val="tx1"/>
              </a:buClr>
              <a:buSzPct val="80000"/>
              <a:buFont typeface="Arial"/>
              <a:buChar char="•"/>
              <a:defRPr sz="2667" b="0" i="0">
                <a:solidFill>
                  <a:srgbClr val="676767"/>
                </a:solidFill>
                <a:latin typeface="+mn-lt"/>
                <a:cs typeface="CiscoSans ExtraLight"/>
              </a:defRPr>
            </a:lvl1pPr>
            <a:lvl2pPr marL="677176" indent="-287799">
              <a:lnSpc>
                <a:spcPct val="95000"/>
              </a:lnSpc>
              <a:spcBef>
                <a:spcPts val="600"/>
              </a:spcBef>
              <a:buClr>
                <a:schemeClr val="tx1"/>
              </a:buClr>
              <a:buSzPct val="80000"/>
              <a:buFont typeface="Arial"/>
              <a:buChar char="•"/>
              <a:defRPr sz="2400" b="0" i="0">
                <a:solidFill>
                  <a:srgbClr val="676767"/>
                </a:solidFill>
                <a:latin typeface="+mn-lt"/>
                <a:cs typeface="CiscoSans ExtraLight"/>
              </a:defRPr>
            </a:lvl2pPr>
            <a:lvl3pPr marL="996719" indent="-228548">
              <a:buClr>
                <a:schemeClr val="tx1"/>
              </a:buClr>
              <a:buSzPct val="80000"/>
              <a:buFont typeface="Arial"/>
              <a:buChar char="•"/>
              <a:defRPr sz="2133" b="0" i="0">
                <a:solidFill>
                  <a:srgbClr val="676767"/>
                </a:solidFill>
                <a:latin typeface="+mn-lt"/>
                <a:cs typeface="CiscoSans ExtraLight"/>
              </a:defRPr>
            </a:lvl3pPr>
            <a:lvl4pPr marL="1214683" indent="-228548">
              <a:buClr>
                <a:schemeClr val="tx1"/>
              </a:buClr>
              <a:buSzPct val="80000"/>
              <a:buFont typeface="Arial"/>
              <a:buChar char="•"/>
              <a:defRPr sz="1867" b="0" i="0">
                <a:solidFill>
                  <a:srgbClr val="676767"/>
                </a:solidFill>
                <a:latin typeface="+mn-lt"/>
                <a:cs typeface="CiscoSans ExtraLight"/>
              </a:defRPr>
            </a:lvl4pPr>
            <a:lvl5pPr marL="1443231" indent="-224314">
              <a:buClr>
                <a:schemeClr val="tx1"/>
              </a:buClr>
              <a:buSzPct val="80000"/>
              <a:buFont typeface="Arial"/>
              <a:buChar char="•"/>
              <a:defRPr sz="1600" b="0" i="0">
                <a:solidFill>
                  <a:srgbClr val="676767"/>
                </a:solidFill>
                <a:latin typeface="+mn-lt"/>
                <a:cs typeface="CiscoSans ExtraLight"/>
              </a:defRPr>
            </a:lvl5pPr>
          </a:lstStyle>
          <a:p>
            <a:pPr lvl="0"/>
            <a:r>
              <a:rPr lang="en-GB" dirty="0"/>
              <a:t>First level</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p>
            <a:pPr lvl="0"/>
            <a:r>
              <a:rPr lang="en-US"/>
              <a:t>Click to edit Master title style</a:t>
            </a:r>
            <a:endParaRPr lang="en-GB" dirty="0"/>
          </a:p>
        </p:txBody>
      </p:sp>
    </p:spTree>
    <p:extLst>
      <p:ext uri="{BB962C8B-B14F-4D97-AF65-F5344CB8AC3E}">
        <p14:creationId xmlns:p14="http://schemas.microsoft.com/office/powerpoint/2010/main" val="3546465348"/>
      </p:ext>
    </p:extLst>
  </p:cSld>
  <p:clrMapOvr>
    <a:masterClrMapping/>
  </p:clrMapOvr>
  <p:transition spd="med">
    <p:fade/>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Half Page Photo With Tex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10684" y="401383"/>
            <a:ext cx="11417563" cy="3389567"/>
          </a:xfrm>
          <a:prstGeom prst="rect">
            <a:avLst/>
          </a:prstGeom>
        </p:spPr>
        <p:txBody>
          <a:bodyPr vert="horz" lIns="91420" tIns="45710" rIns="91420" bIns="45710"/>
          <a:lstStyle>
            <a:lvl1pPr marL="0" indent="0" algn="ctr">
              <a:buNone/>
              <a:defRPr sz="2933" baseline="0">
                <a:solidFill>
                  <a:srgbClr val="676767"/>
                </a:solidFill>
                <a:latin typeface="+mn-lt"/>
                <a:cs typeface="CiscoSans ExtraLight"/>
              </a:defRPr>
            </a:lvl1pPr>
          </a:lstStyle>
          <a:p>
            <a:pPr lvl="0"/>
            <a:r>
              <a:rPr lang="en-US" noProof="0" dirty="0"/>
              <a:t>Click icon to add picture</a:t>
            </a:r>
          </a:p>
        </p:txBody>
      </p:sp>
      <p:sp>
        <p:nvSpPr>
          <p:cNvPr id="4" name="Text Placeholder 3"/>
          <p:cNvSpPr>
            <a:spLocks noGrp="1"/>
          </p:cNvSpPr>
          <p:nvPr>
            <p:ph type="body" sz="quarter" idx="11" hasCustomPrompt="1"/>
          </p:nvPr>
        </p:nvSpPr>
        <p:spPr>
          <a:xfrm>
            <a:off x="598380" y="4072691"/>
            <a:ext cx="11152315" cy="716158"/>
          </a:xfrm>
          <a:prstGeom prst="rect">
            <a:avLst/>
          </a:prstGeom>
        </p:spPr>
        <p:txBody>
          <a:bodyPr vert="horz" wrap="square">
            <a:spAutoFit/>
          </a:bodyPr>
          <a:lstStyle>
            <a:lvl1pPr marL="0" indent="0">
              <a:buNone/>
              <a:defRPr sz="4267" baseline="0">
                <a:solidFill>
                  <a:srgbClr val="676767"/>
                </a:solidFill>
              </a:defRPr>
            </a:lvl1pPr>
          </a:lstStyle>
          <a:p>
            <a:pPr lvl="0"/>
            <a:r>
              <a:rPr lang="en-GB" dirty="0"/>
              <a:t>Text Goes Here</a:t>
            </a:r>
          </a:p>
        </p:txBody>
      </p:sp>
    </p:spTree>
    <p:extLst>
      <p:ext uri="{BB962C8B-B14F-4D97-AF65-F5344CB8AC3E}">
        <p14:creationId xmlns:p14="http://schemas.microsoft.com/office/powerpoint/2010/main" val="501130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50" Type="http://schemas.openxmlformats.org/officeDocument/2006/relationships/theme" Target="../theme/theme2.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1" Type="http://schemas.openxmlformats.org/officeDocument/2006/relationships/slideLayout" Target="../slideLayouts/slideLayout13.xml"/><Relationship Id="rId6"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slideLayout" Target="../slideLayouts/slideLayout87.xml"/><Relationship Id="rId39" Type="http://schemas.openxmlformats.org/officeDocument/2006/relationships/slideLayout" Target="../slideLayouts/slideLayout100.xml"/><Relationship Id="rId21" Type="http://schemas.openxmlformats.org/officeDocument/2006/relationships/slideLayout" Target="../slideLayouts/slideLayout82.xml"/><Relationship Id="rId34" Type="http://schemas.openxmlformats.org/officeDocument/2006/relationships/slideLayout" Target="../slideLayouts/slideLayout95.xml"/><Relationship Id="rId42" Type="http://schemas.openxmlformats.org/officeDocument/2006/relationships/slideLayout" Target="../slideLayouts/slideLayout103.xml"/><Relationship Id="rId47" Type="http://schemas.openxmlformats.org/officeDocument/2006/relationships/slideLayout" Target="../slideLayouts/slideLayout108.xml"/><Relationship Id="rId50" Type="http://schemas.openxmlformats.org/officeDocument/2006/relationships/theme" Target="../theme/theme3.xml"/><Relationship Id="rId7" Type="http://schemas.openxmlformats.org/officeDocument/2006/relationships/slideLayout" Target="../slideLayouts/slideLayout6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9" Type="http://schemas.openxmlformats.org/officeDocument/2006/relationships/slideLayout" Target="../slideLayouts/slideLayout90.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32" Type="http://schemas.openxmlformats.org/officeDocument/2006/relationships/slideLayout" Target="../slideLayouts/slideLayout93.xml"/><Relationship Id="rId37" Type="http://schemas.openxmlformats.org/officeDocument/2006/relationships/slideLayout" Target="../slideLayouts/slideLayout98.xml"/><Relationship Id="rId40" Type="http://schemas.openxmlformats.org/officeDocument/2006/relationships/slideLayout" Target="../slideLayouts/slideLayout101.xml"/><Relationship Id="rId45" Type="http://schemas.openxmlformats.org/officeDocument/2006/relationships/slideLayout" Target="../slideLayouts/slideLayout106.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slideLayout" Target="../slideLayouts/slideLayout89.xml"/><Relationship Id="rId36" Type="http://schemas.openxmlformats.org/officeDocument/2006/relationships/slideLayout" Target="../slideLayouts/slideLayout97.xml"/><Relationship Id="rId49" Type="http://schemas.openxmlformats.org/officeDocument/2006/relationships/slideLayout" Target="../slideLayouts/slideLayout110.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31" Type="http://schemas.openxmlformats.org/officeDocument/2006/relationships/slideLayout" Target="../slideLayouts/slideLayout92.xml"/><Relationship Id="rId44" Type="http://schemas.openxmlformats.org/officeDocument/2006/relationships/slideLayout" Target="../slideLayouts/slideLayout105.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slideLayout" Target="../slideLayouts/slideLayout88.xml"/><Relationship Id="rId30" Type="http://schemas.openxmlformats.org/officeDocument/2006/relationships/slideLayout" Target="../slideLayouts/slideLayout91.xml"/><Relationship Id="rId35" Type="http://schemas.openxmlformats.org/officeDocument/2006/relationships/slideLayout" Target="../slideLayouts/slideLayout96.xml"/><Relationship Id="rId43" Type="http://schemas.openxmlformats.org/officeDocument/2006/relationships/slideLayout" Target="../slideLayouts/slideLayout104.xml"/><Relationship Id="rId48" Type="http://schemas.openxmlformats.org/officeDocument/2006/relationships/slideLayout" Target="../slideLayouts/slideLayout109.xml"/><Relationship Id="rId8" Type="http://schemas.openxmlformats.org/officeDocument/2006/relationships/slideLayout" Target="../slideLayouts/slideLayout69.xml"/><Relationship Id="rId3" Type="http://schemas.openxmlformats.org/officeDocument/2006/relationships/slideLayout" Target="../slideLayouts/slideLayout64.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slideLayout" Target="../slideLayouts/slideLayout86.xml"/><Relationship Id="rId33" Type="http://schemas.openxmlformats.org/officeDocument/2006/relationships/slideLayout" Target="../slideLayouts/slideLayout94.xml"/><Relationship Id="rId38" Type="http://schemas.openxmlformats.org/officeDocument/2006/relationships/slideLayout" Target="../slideLayouts/slideLayout99.xml"/><Relationship Id="rId46" Type="http://schemas.openxmlformats.org/officeDocument/2006/relationships/slideLayout" Target="../slideLayouts/slideLayout107.xml"/><Relationship Id="rId20" Type="http://schemas.openxmlformats.org/officeDocument/2006/relationships/slideLayout" Target="../slideLayouts/slideLayout81.xml"/><Relationship Id="rId41" Type="http://schemas.openxmlformats.org/officeDocument/2006/relationships/slideLayout" Target="../slideLayouts/slideLayout102.xml"/><Relationship Id="rId1" Type="http://schemas.openxmlformats.org/officeDocument/2006/relationships/slideLayout" Target="../slideLayouts/slideLayout62.xml"/><Relationship Id="rId6" Type="http://schemas.openxmlformats.org/officeDocument/2006/relationships/slideLayout" Target="../slideLayouts/slideLayout6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9" Type="http://schemas.openxmlformats.org/officeDocument/2006/relationships/slideLayout" Target="../slideLayouts/slideLayout149.xml"/><Relationship Id="rId21" Type="http://schemas.openxmlformats.org/officeDocument/2006/relationships/slideLayout" Target="../slideLayouts/slideLayout131.xml"/><Relationship Id="rId34" Type="http://schemas.openxmlformats.org/officeDocument/2006/relationships/slideLayout" Target="../slideLayouts/slideLayout144.xml"/><Relationship Id="rId42" Type="http://schemas.openxmlformats.org/officeDocument/2006/relationships/slideLayout" Target="../slideLayouts/slideLayout152.xml"/><Relationship Id="rId47" Type="http://schemas.openxmlformats.org/officeDocument/2006/relationships/slideLayout" Target="../slideLayouts/slideLayout157.xml"/><Relationship Id="rId50" Type="http://schemas.openxmlformats.org/officeDocument/2006/relationships/slideLayout" Target="../slideLayouts/slideLayout160.xml"/><Relationship Id="rId55" Type="http://schemas.openxmlformats.org/officeDocument/2006/relationships/slideLayout" Target="../slideLayouts/slideLayout165.xml"/><Relationship Id="rId7" Type="http://schemas.openxmlformats.org/officeDocument/2006/relationships/slideLayout" Target="../slideLayouts/slideLayout117.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9" Type="http://schemas.openxmlformats.org/officeDocument/2006/relationships/slideLayout" Target="../slideLayouts/slideLayout139.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32" Type="http://schemas.openxmlformats.org/officeDocument/2006/relationships/slideLayout" Target="../slideLayouts/slideLayout142.xml"/><Relationship Id="rId37" Type="http://schemas.openxmlformats.org/officeDocument/2006/relationships/slideLayout" Target="../slideLayouts/slideLayout147.xml"/><Relationship Id="rId40" Type="http://schemas.openxmlformats.org/officeDocument/2006/relationships/slideLayout" Target="../slideLayouts/slideLayout150.xml"/><Relationship Id="rId45" Type="http://schemas.openxmlformats.org/officeDocument/2006/relationships/slideLayout" Target="../slideLayouts/slideLayout155.xml"/><Relationship Id="rId53" Type="http://schemas.openxmlformats.org/officeDocument/2006/relationships/slideLayout" Target="../slideLayouts/slideLayout163.xml"/><Relationship Id="rId58" Type="http://schemas.openxmlformats.org/officeDocument/2006/relationships/slideLayout" Target="../slideLayouts/slideLayout168.xml"/><Relationship Id="rId5" Type="http://schemas.openxmlformats.org/officeDocument/2006/relationships/slideLayout" Target="../slideLayouts/slideLayout115.xml"/><Relationship Id="rId19" Type="http://schemas.openxmlformats.org/officeDocument/2006/relationships/slideLayout" Target="../slideLayouts/slideLayout129.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slideLayout" Target="../slideLayouts/slideLayout140.xml"/><Relationship Id="rId35" Type="http://schemas.openxmlformats.org/officeDocument/2006/relationships/slideLayout" Target="../slideLayouts/slideLayout145.xml"/><Relationship Id="rId43" Type="http://schemas.openxmlformats.org/officeDocument/2006/relationships/slideLayout" Target="../slideLayouts/slideLayout153.xml"/><Relationship Id="rId48" Type="http://schemas.openxmlformats.org/officeDocument/2006/relationships/slideLayout" Target="../slideLayouts/slideLayout158.xml"/><Relationship Id="rId56" Type="http://schemas.openxmlformats.org/officeDocument/2006/relationships/slideLayout" Target="../slideLayouts/slideLayout166.xml"/><Relationship Id="rId8" Type="http://schemas.openxmlformats.org/officeDocument/2006/relationships/slideLayout" Target="../slideLayouts/slideLayout118.xml"/><Relationship Id="rId51" Type="http://schemas.openxmlformats.org/officeDocument/2006/relationships/slideLayout" Target="../slideLayouts/slideLayout161.xml"/><Relationship Id="rId3" Type="http://schemas.openxmlformats.org/officeDocument/2006/relationships/slideLayout" Target="../slideLayouts/slideLayout113.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33" Type="http://schemas.openxmlformats.org/officeDocument/2006/relationships/slideLayout" Target="../slideLayouts/slideLayout143.xml"/><Relationship Id="rId38" Type="http://schemas.openxmlformats.org/officeDocument/2006/relationships/slideLayout" Target="../slideLayouts/slideLayout148.xml"/><Relationship Id="rId46" Type="http://schemas.openxmlformats.org/officeDocument/2006/relationships/slideLayout" Target="../slideLayouts/slideLayout156.xml"/><Relationship Id="rId59" Type="http://schemas.openxmlformats.org/officeDocument/2006/relationships/slideLayout" Target="../slideLayouts/slideLayout169.xml"/><Relationship Id="rId20" Type="http://schemas.openxmlformats.org/officeDocument/2006/relationships/slideLayout" Target="../slideLayouts/slideLayout130.xml"/><Relationship Id="rId41" Type="http://schemas.openxmlformats.org/officeDocument/2006/relationships/slideLayout" Target="../slideLayouts/slideLayout151.xml"/><Relationship Id="rId54" Type="http://schemas.openxmlformats.org/officeDocument/2006/relationships/slideLayout" Target="../slideLayouts/slideLayout164.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36" Type="http://schemas.openxmlformats.org/officeDocument/2006/relationships/slideLayout" Target="../slideLayouts/slideLayout146.xml"/><Relationship Id="rId49" Type="http://schemas.openxmlformats.org/officeDocument/2006/relationships/slideLayout" Target="../slideLayouts/slideLayout159.xml"/><Relationship Id="rId57" Type="http://schemas.openxmlformats.org/officeDocument/2006/relationships/slideLayout" Target="../slideLayouts/slideLayout167.xml"/><Relationship Id="rId10" Type="http://schemas.openxmlformats.org/officeDocument/2006/relationships/slideLayout" Target="../slideLayouts/slideLayout120.xml"/><Relationship Id="rId31" Type="http://schemas.openxmlformats.org/officeDocument/2006/relationships/slideLayout" Target="../slideLayouts/slideLayout141.xml"/><Relationship Id="rId44" Type="http://schemas.openxmlformats.org/officeDocument/2006/relationships/slideLayout" Target="../slideLayouts/slideLayout154.xml"/><Relationship Id="rId52" Type="http://schemas.openxmlformats.org/officeDocument/2006/relationships/slideLayout" Target="../slideLayouts/slideLayout162.xml"/><Relationship Id="rId6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72.xml"/><Relationship Id="rId7" Type="http://schemas.openxmlformats.org/officeDocument/2006/relationships/theme" Target="../theme/theme5.xml"/><Relationship Id="rId2" Type="http://schemas.openxmlformats.org/officeDocument/2006/relationships/slideLayout" Target="../slideLayouts/slideLayout171.xml"/><Relationship Id="rId1" Type="http://schemas.openxmlformats.org/officeDocument/2006/relationships/slideLayout" Target="../slideLayouts/slideLayout170.xml"/><Relationship Id="rId6" Type="http://schemas.openxmlformats.org/officeDocument/2006/relationships/slideLayout" Target="../slideLayouts/slideLayout175.xml"/><Relationship Id="rId5" Type="http://schemas.openxmlformats.org/officeDocument/2006/relationships/slideLayout" Target="../slideLayouts/slideLayout174.xml"/><Relationship Id="rId4" Type="http://schemas.openxmlformats.org/officeDocument/2006/relationships/slideLayout" Target="../slideLayouts/slideLayout173.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88.xml"/><Relationship Id="rId18" Type="http://schemas.openxmlformats.org/officeDocument/2006/relationships/slideLayout" Target="../slideLayouts/slideLayout193.xml"/><Relationship Id="rId26" Type="http://schemas.openxmlformats.org/officeDocument/2006/relationships/slideLayout" Target="../slideLayouts/slideLayout201.xml"/><Relationship Id="rId39" Type="http://schemas.openxmlformats.org/officeDocument/2006/relationships/slideLayout" Target="../slideLayouts/slideLayout214.xml"/><Relationship Id="rId21" Type="http://schemas.openxmlformats.org/officeDocument/2006/relationships/slideLayout" Target="../slideLayouts/slideLayout196.xml"/><Relationship Id="rId34" Type="http://schemas.openxmlformats.org/officeDocument/2006/relationships/slideLayout" Target="../slideLayouts/slideLayout209.xml"/><Relationship Id="rId42" Type="http://schemas.openxmlformats.org/officeDocument/2006/relationships/slideLayout" Target="../slideLayouts/slideLayout217.xml"/><Relationship Id="rId47" Type="http://schemas.openxmlformats.org/officeDocument/2006/relationships/slideLayout" Target="../slideLayouts/slideLayout222.xml"/><Relationship Id="rId50" Type="http://schemas.openxmlformats.org/officeDocument/2006/relationships/slideLayout" Target="../slideLayouts/slideLayout225.xml"/><Relationship Id="rId55" Type="http://schemas.openxmlformats.org/officeDocument/2006/relationships/slideLayout" Target="../slideLayouts/slideLayout230.xml"/><Relationship Id="rId7" Type="http://schemas.openxmlformats.org/officeDocument/2006/relationships/slideLayout" Target="../slideLayouts/slideLayout182.xml"/><Relationship Id="rId2" Type="http://schemas.openxmlformats.org/officeDocument/2006/relationships/slideLayout" Target="../slideLayouts/slideLayout177.xml"/><Relationship Id="rId16" Type="http://schemas.openxmlformats.org/officeDocument/2006/relationships/slideLayout" Target="../slideLayouts/slideLayout191.xml"/><Relationship Id="rId29" Type="http://schemas.openxmlformats.org/officeDocument/2006/relationships/slideLayout" Target="../slideLayouts/slideLayout204.xml"/><Relationship Id="rId11" Type="http://schemas.openxmlformats.org/officeDocument/2006/relationships/slideLayout" Target="../slideLayouts/slideLayout186.xml"/><Relationship Id="rId24" Type="http://schemas.openxmlformats.org/officeDocument/2006/relationships/slideLayout" Target="../slideLayouts/slideLayout199.xml"/><Relationship Id="rId32" Type="http://schemas.openxmlformats.org/officeDocument/2006/relationships/slideLayout" Target="../slideLayouts/slideLayout207.xml"/><Relationship Id="rId37" Type="http://schemas.openxmlformats.org/officeDocument/2006/relationships/slideLayout" Target="../slideLayouts/slideLayout212.xml"/><Relationship Id="rId40" Type="http://schemas.openxmlformats.org/officeDocument/2006/relationships/slideLayout" Target="../slideLayouts/slideLayout215.xml"/><Relationship Id="rId45" Type="http://schemas.openxmlformats.org/officeDocument/2006/relationships/slideLayout" Target="../slideLayouts/slideLayout220.xml"/><Relationship Id="rId53" Type="http://schemas.openxmlformats.org/officeDocument/2006/relationships/slideLayout" Target="../slideLayouts/slideLayout228.xml"/><Relationship Id="rId58" Type="http://schemas.openxmlformats.org/officeDocument/2006/relationships/slideLayout" Target="../slideLayouts/slideLayout233.xml"/><Relationship Id="rId5" Type="http://schemas.openxmlformats.org/officeDocument/2006/relationships/slideLayout" Target="../slideLayouts/slideLayout180.xml"/><Relationship Id="rId19" Type="http://schemas.openxmlformats.org/officeDocument/2006/relationships/slideLayout" Target="../slideLayouts/slideLayout194.xml"/><Relationship Id="rId4" Type="http://schemas.openxmlformats.org/officeDocument/2006/relationships/slideLayout" Target="../slideLayouts/slideLayout179.xml"/><Relationship Id="rId9" Type="http://schemas.openxmlformats.org/officeDocument/2006/relationships/slideLayout" Target="../slideLayouts/slideLayout184.xml"/><Relationship Id="rId14" Type="http://schemas.openxmlformats.org/officeDocument/2006/relationships/slideLayout" Target="../slideLayouts/slideLayout189.xml"/><Relationship Id="rId22" Type="http://schemas.openxmlformats.org/officeDocument/2006/relationships/slideLayout" Target="../slideLayouts/slideLayout197.xml"/><Relationship Id="rId27" Type="http://schemas.openxmlformats.org/officeDocument/2006/relationships/slideLayout" Target="../slideLayouts/slideLayout202.xml"/><Relationship Id="rId30" Type="http://schemas.openxmlformats.org/officeDocument/2006/relationships/slideLayout" Target="../slideLayouts/slideLayout205.xml"/><Relationship Id="rId35" Type="http://schemas.openxmlformats.org/officeDocument/2006/relationships/slideLayout" Target="../slideLayouts/slideLayout210.xml"/><Relationship Id="rId43" Type="http://schemas.openxmlformats.org/officeDocument/2006/relationships/slideLayout" Target="../slideLayouts/slideLayout218.xml"/><Relationship Id="rId48" Type="http://schemas.openxmlformats.org/officeDocument/2006/relationships/slideLayout" Target="../slideLayouts/slideLayout223.xml"/><Relationship Id="rId56" Type="http://schemas.openxmlformats.org/officeDocument/2006/relationships/slideLayout" Target="../slideLayouts/slideLayout231.xml"/><Relationship Id="rId8" Type="http://schemas.openxmlformats.org/officeDocument/2006/relationships/slideLayout" Target="../slideLayouts/slideLayout183.xml"/><Relationship Id="rId51" Type="http://schemas.openxmlformats.org/officeDocument/2006/relationships/slideLayout" Target="../slideLayouts/slideLayout226.xml"/><Relationship Id="rId3" Type="http://schemas.openxmlformats.org/officeDocument/2006/relationships/slideLayout" Target="../slideLayouts/slideLayout178.xml"/><Relationship Id="rId12" Type="http://schemas.openxmlformats.org/officeDocument/2006/relationships/slideLayout" Target="../slideLayouts/slideLayout187.xml"/><Relationship Id="rId17" Type="http://schemas.openxmlformats.org/officeDocument/2006/relationships/slideLayout" Target="../slideLayouts/slideLayout192.xml"/><Relationship Id="rId25" Type="http://schemas.openxmlformats.org/officeDocument/2006/relationships/slideLayout" Target="../slideLayouts/slideLayout200.xml"/><Relationship Id="rId33" Type="http://schemas.openxmlformats.org/officeDocument/2006/relationships/slideLayout" Target="../slideLayouts/slideLayout208.xml"/><Relationship Id="rId38" Type="http://schemas.openxmlformats.org/officeDocument/2006/relationships/slideLayout" Target="../slideLayouts/slideLayout213.xml"/><Relationship Id="rId46" Type="http://schemas.openxmlformats.org/officeDocument/2006/relationships/slideLayout" Target="../slideLayouts/slideLayout221.xml"/><Relationship Id="rId59" Type="http://schemas.openxmlformats.org/officeDocument/2006/relationships/theme" Target="../theme/theme6.xml"/><Relationship Id="rId20" Type="http://schemas.openxmlformats.org/officeDocument/2006/relationships/slideLayout" Target="../slideLayouts/slideLayout195.xml"/><Relationship Id="rId41" Type="http://schemas.openxmlformats.org/officeDocument/2006/relationships/slideLayout" Target="../slideLayouts/slideLayout216.xml"/><Relationship Id="rId54" Type="http://schemas.openxmlformats.org/officeDocument/2006/relationships/slideLayout" Target="../slideLayouts/slideLayout229.xml"/><Relationship Id="rId1" Type="http://schemas.openxmlformats.org/officeDocument/2006/relationships/slideLayout" Target="../slideLayouts/slideLayout176.xml"/><Relationship Id="rId6" Type="http://schemas.openxmlformats.org/officeDocument/2006/relationships/slideLayout" Target="../slideLayouts/slideLayout181.xml"/><Relationship Id="rId15" Type="http://schemas.openxmlformats.org/officeDocument/2006/relationships/slideLayout" Target="../slideLayouts/slideLayout190.xml"/><Relationship Id="rId23" Type="http://schemas.openxmlformats.org/officeDocument/2006/relationships/slideLayout" Target="../slideLayouts/slideLayout198.xml"/><Relationship Id="rId28" Type="http://schemas.openxmlformats.org/officeDocument/2006/relationships/slideLayout" Target="../slideLayouts/slideLayout203.xml"/><Relationship Id="rId36" Type="http://schemas.openxmlformats.org/officeDocument/2006/relationships/slideLayout" Target="../slideLayouts/slideLayout211.xml"/><Relationship Id="rId49" Type="http://schemas.openxmlformats.org/officeDocument/2006/relationships/slideLayout" Target="../slideLayouts/slideLayout224.xml"/><Relationship Id="rId57" Type="http://schemas.openxmlformats.org/officeDocument/2006/relationships/slideLayout" Target="../slideLayouts/slideLayout232.xml"/><Relationship Id="rId10" Type="http://schemas.openxmlformats.org/officeDocument/2006/relationships/slideLayout" Target="../slideLayouts/slideLayout185.xml"/><Relationship Id="rId31" Type="http://schemas.openxmlformats.org/officeDocument/2006/relationships/slideLayout" Target="../slideLayouts/slideLayout206.xml"/><Relationship Id="rId44" Type="http://schemas.openxmlformats.org/officeDocument/2006/relationships/slideLayout" Target="../slideLayouts/slideLayout219.xml"/><Relationship Id="rId52" Type="http://schemas.openxmlformats.org/officeDocument/2006/relationships/slideLayout" Target="../slideLayouts/slideLayout22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41.xml"/><Relationship Id="rId13" Type="http://schemas.openxmlformats.org/officeDocument/2006/relationships/slideLayout" Target="../slideLayouts/slideLayout246.xml"/><Relationship Id="rId3" Type="http://schemas.openxmlformats.org/officeDocument/2006/relationships/slideLayout" Target="../slideLayouts/slideLayout236.xml"/><Relationship Id="rId7" Type="http://schemas.openxmlformats.org/officeDocument/2006/relationships/slideLayout" Target="../slideLayouts/slideLayout240.xml"/><Relationship Id="rId12" Type="http://schemas.openxmlformats.org/officeDocument/2006/relationships/slideLayout" Target="../slideLayouts/slideLayout245.xml"/><Relationship Id="rId2" Type="http://schemas.openxmlformats.org/officeDocument/2006/relationships/slideLayout" Target="../slideLayouts/slideLayout235.xml"/><Relationship Id="rId16" Type="http://schemas.openxmlformats.org/officeDocument/2006/relationships/theme" Target="../theme/theme7.xml"/><Relationship Id="rId1" Type="http://schemas.openxmlformats.org/officeDocument/2006/relationships/slideLayout" Target="../slideLayouts/slideLayout234.xml"/><Relationship Id="rId6" Type="http://schemas.openxmlformats.org/officeDocument/2006/relationships/slideLayout" Target="../slideLayouts/slideLayout239.xml"/><Relationship Id="rId11" Type="http://schemas.openxmlformats.org/officeDocument/2006/relationships/slideLayout" Target="../slideLayouts/slideLayout244.xml"/><Relationship Id="rId5" Type="http://schemas.openxmlformats.org/officeDocument/2006/relationships/slideLayout" Target="../slideLayouts/slideLayout238.xml"/><Relationship Id="rId15" Type="http://schemas.openxmlformats.org/officeDocument/2006/relationships/slideLayout" Target="../slideLayouts/slideLayout248.xml"/><Relationship Id="rId10" Type="http://schemas.openxmlformats.org/officeDocument/2006/relationships/slideLayout" Target="../slideLayouts/slideLayout243.xml"/><Relationship Id="rId4" Type="http://schemas.openxmlformats.org/officeDocument/2006/relationships/slideLayout" Target="../slideLayouts/slideLayout237.xml"/><Relationship Id="rId9" Type="http://schemas.openxmlformats.org/officeDocument/2006/relationships/slideLayout" Target="../slideLayouts/slideLayout242.xml"/><Relationship Id="rId14" Type="http://schemas.openxmlformats.org/officeDocument/2006/relationships/slideLayout" Target="../slideLayouts/slideLayout2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32268E-9004-2265-FE58-006EE8CED4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577F24-AFAF-EED2-D6C0-92234A7B9F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1A390B-B2C1-D1DB-79DF-02A5958FFA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427B93-97C5-44B1-B527-2110FFA3A224}" type="datetimeFigureOut">
              <a:rPr lang="en-US" smtClean="0"/>
              <a:t>1/26/2026</a:t>
            </a:fld>
            <a:endParaRPr lang="en-US"/>
          </a:p>
        </p:txBody>
      </p:sp>
      <p:sp>
        <p:nvSpPr>
          <p:cNvPr id="5" name="Footer Placeholder 4">
            <a:extLst>
              <a:ext uri="{FF2B5EF4-FFF2-40B4-BE49-F238E27FC236}">
                <a16:creationId xmlns:a16="http://schemas.microsoft.com/office/drawing/2014/main" id="{6470E508-09F6-9A98-BD53-D853132811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7372225-FDDB-4A55-B1F9-09CE448E9C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B1BFA2-C3FB-4E67-B5CA-E9E3BA9E90D2}" type="slidenum">
              <a:rPr lang="en-US" smtClean="0"/>
              <a:t>‹#›</a:t>
            </a:fld>
            <a:endParaRPr lang="en-US"/>
          </a:p>
        </p:txBody>
      </p:sp>
      <p:sp>
        <p:nvSpPr>
          <p:cNvPr id="8" name="TextBox 7">
            <a:extLst>
              <a:ext uri="{FF2B5EF4-FFF2-40B4-BE49-F238E27FC236}">
                <a16:creationId xmlns:a16="http://schemas.microsoft.com/office/drawing/2014/main" id="{9C867C01-0458-D9DD-C7A9-44945CD115EF}"/>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3951788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userDrawn="1"/>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chemeClr val="tx1"/>
                </a:solidFill>
                <a:latin typeface="CiscoSansTT Light" panose="020B0503020201020303" pitchFamily="34" charset="0"/>
                <a:ea typeface="+mn-ea"/>
                <a:cs typeface="CiscoSansTT Light" panose="020B0503020201020303" pitchFamily="34" charset="0"/>
              </a:rPr>
              <a:t>© 2026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userDrawn="1"/>
        </p:nvPicPr>
        <p:blipFill>
          <a:blip cstate="screen">
            <a:extLst>
              <a:ext uri="{28A0092B-C50C-407E-A947-70E740481C1C}">
                <a14:useLocalDpi xmlns:a14="http://schemas.microsoft.com/office/drawing/2010/main"/>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FB66E089-6298-DE92-A11E-4B325435A2A3}"/>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406568959"/>
      </p:ext>
    </p:extLst>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64">
          <p15:clr>
            <a:srgbClr val="F26B43"/>
          </p15:clr>
        </p15:guide>
        <p15:guide id="11" orient="horz" pos="1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userDrawn="1"/>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chemeClr val="tx1"/>
                </a:solidFill>
                <a:latin typeface="CiscoSansTT Light" panose="020B0503020201020303" pitchFamily="34" charset="0"/>
                <a:ea typeface="+mn-ea"/>
                <a:cs typeface="CiscoSansTT Light" panose="020B0503020201020303" pitchFamily="34" charset="0"/>
              </a:rPr>
              <a:t>© 2026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userDrawn="1"/>
        </p:nvPicPr>
        <p:blipFill>
          <a:blip cstate="screen">
            <a:extLst>
              <a:ext uri="{28A0092B-C50C-407E-A947-70E740481C1C}">
                <a14:useLocalDpi xmlns:a14="http://schemas.microsoft.com/office/drawing/2010/main"/>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FB66E089-6298-DE92-A11E-4B325435A2A3}"/>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430223019"/>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 id="2147483740" r:id="rId28"/>
    <p:sldLayoutId id="2147483741" r:id="rId29"/>
    <p:sldLayoutId id="2147483742" r:id="rId30"/>
    <p:sldLayoutId id="2147483743" r:id="rId31"/>
    <p:sldLayoutId id="2147483744" r:id="rId32"/>
    <p:sldLayoutId id="2147483745" r:id="rId33"/>
    <p:sldLayoutId id="2147483746" r:id="rId34"/>
    <p:sldLayoutId id="2147483747" r:id="rId35"/>
    <p:sldLayoutId id="2147483748" r:id="rId36"/>
    <p:sldLayoutId id="2147483749" r:id="rId37"/>
    <p:sldLayoutId id="2147483750" r:id="rId38"/>
    <p:sldLayoutId id="2147483751" r:id="rId39"/>
    <p:sldLayoutId id="2147483752" r:id="rId40"/>
    <p:sldLayoutId id="2147483753" r:id="rId41"/>
    <p:sldLayoutId id="2147483754" r:id="rId42"/>
    <p:sldLayoutId id="2147483755" r:id="rId43"/>
    <p:sldLayoutId id="2147483756" r:id="rId44"/>
    <p:sldLayoutId id="2147483757" r:id="rId45"/>
    <p:sldLayoutId id="2147483758" r:id="rId46"/>
    <p:sldLayoutId id="2147483759" r:id="rId47"/>
    <p:sldLayoutId id="2147483760" r:id="rId48"/>
    <p:sldLayoutId id="2147483761" r:id="rId49"/>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64">
          <p15:clr>
            <a:srgbClr val="F26B43"/>
          </p15:clr>
        </p15:guide>
        <p15:guide id="11" orient="horz" pos="1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ＭＳ Ｐゴシック" charset="0"/>
                <a:cs typeface="CiscoSansTT" panose="020B0503020201020303"/>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endParaRPr lang="en-US"/>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fld id="{E7BEDE01-37B8-4B81-8BEF-5ECDE74FCA89}" type="slidenum">
              <a:rPr lang="en-US" smtClean="0"/>
              <a:t>‹#›</a:t>
            </a:fld>
            <a:endParaRPr lang="en-US"/>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4085683448"/>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 id="2147483780" r:id="rId18"/>
    <p:sldLayoutId id="2147483781" r:id="rId19"/>
    <p:sldLayoutId id="2147483782" r:id="rId20"/>
    <p:sldLayoutId id="2147483783" r:id="rId21"/>
    <p:sldLayoutId id="2147483784" r:id="rId22"/>
    <p:sldLayoutId id="2147483785" r:id="rId23"/>
    <p:sldLayoutId id="2147483786" r:id="rId24"/>
    <p:sldLayoutId id="2147483787" r:id="rId25"/>
    <p:sldLayoutId id="2147483788" r:id="rId26"/>
    <p:sldLayoutId id="2147483789" r:id="rId27"/>
    <p:sldLayoutId id="2147483790" r:id="rId28"/>
    <p:sldLayoutId id="2147483791" r:id="rId29"/>
    <p:sldLayoutId id="2147483792" r:id="rId30"/>
    <p:sldLayoutId id="2147483793" r:id="rId31"/>
    <p:sldLayoutId id="2147483794" r:id="rId32"/>
    <p:sldLayoutId id="2147483795" r:id="rId33"/>
    <p:sldLayoutId id="2147483796" r:id="rId34"/>
    <p:sldLayoutId id="2147483797" r:id="rId35"/>
    <p:sldLayoutId id="2147483798" r:id="rId36"/>
    <p:sldLayoutId id="2147483799" r:id="rId37"/>
    <p:sldLayoutId id="2147483800" r:id="rId38"/>
    <p:sldLayoutId id="2147483801" r:id="rId39"/>
    <p:sldLayoutId id="2147483802" r:id="rId40"/>
    <p:sldLayoutId id="2147483803" r:id="rId41"/>
    <p:sldLayoutId id="2147483804" r:id="rId42"/>
    <p:sldLayoutId id="2147483805" r:id="rId43"/>
    <p:sldLayoutId id="2147483806" r:id="rId44"/>
    <p:sldLayoutId id="2147483807" r:id="rId45"/>
    <p:sldLayoutId id="2147483808" r:id="rId46"/>
    <p:sldLayoutId id="2147483809" r:id="rId47"/>
    <p:sldLayoutId id="2147483810" r:id="rId48"/>
    <p:sldLayoutId id="2147483811" r:id="rId49"/>
    <p:sldLayoutId id="2147483812" r:id="rId50"/>
    <p:sldLayoutId id="2147483813" r:id="rId51"/>
    <p:sldLayoutId id="2147483814" r:id="rId52"/>
    <p:sldLayoutId id="2147483815" r:id="rId53"/>
    <p:sldLayoutId id="2147483816" r:id="rId54"/>
    <p:sldLayoutId id="2147483817" r:id="rId55"/>
    <p:sldLayoutId id="2147483818" r:id="rId56"/>
    <p:sldLayoutId id="2147483819" r:id="rId57"/>
    <p:sldLayoutId id="2147483820" r:id="rId58"/>
    <p:sldLayoutId id="2147483821" r:id="rId5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p15:clr>
            <a:srgbClr val="F26B43"/>
          </p15:clr>
        </p15:guide>
        <p15:guide id="3" pos="7476">
          <p15:clr>
            <a:srgbClr val="F26B43"/>
          </p15:clr>
        </p15:guide>
        <p15:guide id="6" pos="3840">
          <p15:clr>
            <a:srgbClr val="F26B43"/>
          </p15:clr>
        </p15:guide>
        <p15:guide id="9" orient="horz" pos="3827">
          <p15:clr>
            <a:srgbClr val="9FCC3B"/>
          </p15:clr>
        </p15:guide>
        <p15:guide id="10" orient="horz" pos="202">
          <p15:clr>
            <a:srgbClr val="F26B43"/>
          </p15:clr>
        </p15:guide>
        <p15:guide id="11" orient="horz" pos="2160">
          <p15:clr>
            <a:srgbClr val="F26B43"/>
          </p15:clr>
        </p15:guide>
        <p15:guide id="12" orient="horz" pos="392">
          <p15:clr>
            <a:srgbClr val="A4A3A4"/>
          </p15:clr>
        </p15:guide>
        <p15:guide id="13" orient="horz" pos="2552">
          <p15:clr>
            <a:srgbClr val="A4A3A4"/>
          </p15:clr>
        </p15:guide>
        <p15:guide id="14" orient="horz" pos="600">
          <p15:clr>
            <a:srgbClr val="A4A3A4"/>
          </p15:clr>
        </p15:guide>
        <p15:guide id="15" orient="horz" pos="1766">
          <p15:clr>
            <a:srgbClr val="A4A3A4"/>
          </p15:clr>
        </p15:guide>
        <p15:guide id="16" orient="horz" pos="2355">
          <p15:clr>
            <a:srgbClr val="A4A3A4"/>
          </p15:clr>
        </p15:guide>
        <p15:guide id="18" orient="horz" pos="4118">
          <p15:clr>
            <a:srgbClr val="F26B43"/>
          </p15:clr>
        </p15:guide>
        <p15:guide id="19" orient="horz" pos="1178">
          <p15:clr>
            <a:srgbClr val="A4A3A4"/>
          </p15:clr>
        </p15:guide>
        <p15:guide id="20" orient="horz" pos="1374">
          <p15:clr>
            <a:srgbClr val="A4A3A4"/>
          </p15:clr>
        </p15:guide>
        <p15:guide id="21" orient="horz" pos="1570">
          <p15:clr>
            <a:srgbClr val="A4A3A4"/>
          </p15:clr>
        </p15:guide>
        <p15:guide id="22" pos="703">
          <p15:clr>
            <a:srgbClr val="A4A3A4"/>
          </p15:clr>
        </p15:guide>
        <p15:guide id="23" pos="820">
          <p15:clr>
            <a:srgbClr val="A4A3A4"/>
          </p15:clr>
        </p15:guide>
        <p15:guide id="24" pos="1321">
          <p15:clr>
            <a:srgbClr val="A4A3A4"/>
          </p15:clr>
        </p15:guide>
        <p15:guide id="25" pos="1435">
          <p15:clr>
            <a:srgbClr val="A4A3A4"/>
          </p15:clr>
        </p15:guide>
        <p15:guide id="26" pos="1936">
          <p15:clr>
            <a:srgbClr val="A4A3A4"/>
          </p15:clr>
        </p15:guide>
        <p15:guide id="27" pos="2051">
          <p15:clr>
            <a:srgbClr val="A4A3A4"/>
          </p15:clr>
        </p15:guide>
        <p15:guide id="28" pos="2551">
          <p15:clr>
            <a:srgbClr val="A4A3A4"/>
          </p15:clr>
        </p15:guide>
        <p15:guide id="29" pos="2665">
          <p15:clr>
            <a:srgbClr val="A4A3A4"/>
          </p15:clr>
        </p15:guide>
        <p15:guide id="30" pos="3167">
          <p15:clr>
            <a:srgbClr val="A4A3A4"/>
          </p15:clr>
        </p15:guide>
        <p15:guide id="31" pos="3281">
          <p15:clr>
            <a:srgbClr val="A4A3A4"/>
          </p15:clr>
        </p15:guide>
        <p15:guide id="32" pos="3783">
          <p15:clr>
            <a:srgbClr val="A4A3A4"/>
          </p15:clr>
        </p15:guide>
        <p15:guide id="33" pos="3896">
          <p15:clr>
            <a:srgbClr val="A4A3A4"/>
          </p15:clr>
        </p15:guide>
        <p15:guide id="34" pos="4397">
          <p15:clr>
            <a:srgbClr val="A4A3A4"/>
          </p15:clr>
        </p15:guide>
        <p15:guide id="35" pos="4512">
          <p15:clr>
            <a:srgbClr val="A4A3A4"/>
          </p15:clr>
        </p15:guide>
        <p15:guide id="36" pos="5013">
          <p15:clr>
            <a:srgbClr val="A4A3A4"/>
          </p15:clr>
        </p15:guide>
        <p15:guide id="37" pos="5128">
          <p15:clr>
            <a:srgbClr val="A4A3A4"/>
          </p15:clr>
        </p15:guide>
        <p15:guide id="38" pos="5629">
          <p15:clr>
            <a:srgbClr val="A4A3A4"/>
          </p15:clr>
        </p15:guide>
        <p15:guide id="39" pos="5742">
          <p15:clr>
            <a:srgbClr val="A4A3A4"/>
          </p15:clr>
        </p15:guide>
        <p15:guide id="40" pos="6244">
          <p15:clr>
            <a:srgbClr val="A4A3A4"/>
          </p15:clr>
        </p15:guide>
        <p15:guide id="41" pos="6359">
          <p15:clr>
            <a:srgbClr val="A4A3A4"/>
          </p15:clr>
        </p15:guide>
        <p15:guide id="42" pos="6859">
          <p15:clr>
            <a:srgbClr val="A4A3A4"/>
          </p15:clr>
        </p15:guide>
        <p15:guide id="43" pos="6975">
          <p15:clr>
            <a:srgbClr val="A4A3A4"/>
          </p15:clr>
        </p15:guide>
        <p15:guide id="44" orient="horz" pos="784">
          <p15:clr>
            <a:srgbClr val="A4A3A4"/>
          </p15:clr>
        </p15:guide>
        <p15:guide id="45" orient="horz" pos="980">
          <p15:clr>
            <a:srgbClr val="A4A3A4"/>
          </p15:clr>
        </p15:guide>
        <p15:guide id="46" orient="horz" pos="1962">
          <p15:clr>
            <a:srgbClr val="A4A3A4"/>
          </p15:clr>
        </p15:guide>
        <p15:guide id="47" orient="horz" pos="2747">
          <p15:clr>
            <a:srgbClr val="A4A3A4"/>
          </p15:clr>
        </p15:guide>
        <p15:guide id="48" orient="horz" pos="2945">
          <p15:clr>
            <a:srgbClr val="A4A3A4"/>
          </p15:clr>
        </p15:guide>
        <p15:guide id="49" orient="horz" pos="3141">
          <p15:clr>
            <a:srgbClr val="A4A3A4"/>
          </p15:clr>
        </p15:guide>
        <p15:guide id="50" orient="horz" pos="3337">
          <p15:clr>
            <a:srgbClr val="A4A3A4"/>
          </p15:clr>
        </p15:guide>
        <p15:guide id="51" orient="horz" pos="3535">
          <p15:clr>
            <a:srgbClr val="A4A3A4"/>
          </p15:clr>
        </p15:guide>
        <p15:guide id="52" orient="horz" pos="3730">
          <p15:clr>
            <a:srgbClr val="A4A3A4"/>
          </p15:clr>
        </p15:guide>
        <p15:guide id="53" orient="horz" pos="3936">
          <p15:clr>
            <a:srgbClr val="A4A3A4"/>
          </p15:clr>
        </p15:guide>
        <p15:guide id="54" orient="horz" pos="187">
          <p15:clr>
            <a:srgbClr val="9FCC3B"/>
          </p15:clr>
        </p15:guide>
        <p15:guide id="55" pos="455">
          <p15:clr>
            <a:srgbClr val="9FCC3B"/>
          </p15:clr>
        </p15:guide>
        <p15:guide id="56" pos="1069">
          <p15:clr>
            <a:srgbClr val="9FCC3B"/>
          </p15:clr>
        </p15:guide>
        <p15:guide id="57" pos="1685">
          <p15:clr>
            <a:srgbClr val="9FCC3B"/>
          </p15:clr>
        </p15:guide>
        <p15:guide id="58" pos="2301">
          <p15:clr>
            <a:srgbClr val="9FCC3B"/>
          </p15:clr>
        </p15:guide>
        <p15:guide id="59" pos="2915">
          <p15:clr>
            <a:srgbClr val="9FCC3B"/>
          </p15:clr>
        </p15:guide>
        <p15:guide id="60" pos="3531">
          <p15:clr>
            <a:srgbClr val="9FCC3B"/>
          </p15:clr>
        </p15:guide>
        <p15:guide id="61" pos="4146">
          <p15:clr>
            <a:srgbClr val="9FCC3B"/>
          </p15:clr>
        </p15:guide>
        <p15:guide id="62" pos="4762">
          <p15:clr>
            <a:srgbClr val="9FCC3B"/>
          </p15:clr>
        </p15:guide>
        <p15:guide id="63" pos="5378">
          <p15:clr>
            <a:srgbClr val="9FCC3B"/>
          </p15:clr>
        </p15:guide>
        <p15:guide id="64" pos="5992">
          <p15:clr>
            <a:srgbClr val="9FCC3B"/>
          </p15:clr>
        </p15:guide>
        <p15:guide id="65" pos="6609">
          <p15:clr>
            <a:srgbClr val="9FCC3B"/>
          </p15:clr>
        </p15:guide>
        <p15:guide id="66" pos="7225">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39B4362-70A2-3ADC-C4AA-ADA6E4E09C94}"/>
              </a:ext>
            </a:extLst>
          </p:cNvPr>
          <p:cNvSpPr>
            <a:spLocks/>
          </p:cNvSpPr>
          <p:nvPr userDrawn="1"/>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ＭＳ Ｐゴシック" charset="0"/>
                <a:cs typeface="CiscoSansTT" panose="020B0503020201020303"/>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pPr defTabSz="814318">
              <a:defRPr/>
            </a:pPr>
            <a:r>
              <a:rPr lang="en-US"/>
              <a:t>Session ID: BRKSEC-XXXX</a:t>
            </a: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fld id="{C3C42FAE-7A31-41D3-A712-51D9B15D0B10}" type="slidenum">
              <a:rPr lang="en-US" smtClean="0"/>
              <a:pPr/>
              <a:t>‹#›</a:t>
            </a:fld>
            <a:endParaRPr lang="en-US"/>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userDrawn="1"/>
        </p:nvPicPr>
        <p:blipFill>
          <a:blip cstate="screen">
            <a:extLst>
              <a:ext uri="{28A0092B-C50C-407E-A947-70E740481C1C}">
                <a14:useLocalDpi xmlns:a14="http://schemas.microsoft.com/office/drawing/2010/main"/>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2156613597"/>
      </p:ext>
    </p:extLst>
  </p:cSld>
  <p:clrMap bg1="dk1" tx1="lt1" bg2="dk2" tx2="lt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9"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p15:clr>
            <a:srgbClr val="F26B43"/>
          </p15:clr>
        </p15:guide>
        <p15:guide id="3" pos="7476">
          <p15:clr>
            <a:srgbClr val="F26B43"/>
          </p15:clr>
        </p15:guide>
        <p15:guide id="6" pos="3840">
          <p15:clr>
            <a:srgbClr val="F26B43"/>
          </p15:clr>
        </p15:guide>
        <p15:guide id="9" orient="horz" pos="3827">
          <p15:clr>
            <a:srgbClr val="9FCC3B"/>
          </p15:clr>
        </p15:guide>
        <p15:guide id="10" orient="horz" pos="202">
          <p15:clr>
            <a:srgbClr val="F26B43"/>
          </p15:clr>
        </p15:guide>
        <p15:guide id="11" orient="horz" pos="2160">
          <p15:clr>
            <a:srgbClr val="F26B43"/>
          </p15:clr>
        </p15:guide>
        <p15:guide id="12" orient="horz" pos="392">
          <p15:clr>
            <a:srgbClr val="A4A3A4"/>
          </p15:clr>
        </p15:guide>
        <p15:guide id="13" orient="horz" pos="2552">
          <p15:clr>
            <a:srgbClr val="A4A3A4"/>
          </p15:clr>
        </p15:guide>
        <p15:guide id="14" orient="horz" pos="600">
          <p15:clr>
            <a:srgbClr val="A4A3A4"/>
          </p15:clr>
        </p15:guide>
        <p15:guide id="15" orient="horz" pos="1766">
          <p15:clr>
            <a:srgbClr val="A4A3A4"/>
          </p15:clr>
        </p15:guide>
        <p15:guide id="16" orient="horz" pos="2355">
          <p15:clr>
            <a:srgbClr val="A4A3A4"/>
          </p15:clr>
        </p15:guide>
        <p15:guide id="18" orient="horz" pos="4118">
          <p15:clr>
            <a:srgbClr val="F26B43"/>
          </p15:clr>
        </p15:guide>
        <p15:guide id="19" orient="horz" pos="1178">
          <p15:clr>
            <a:srgbClr val="A4A3A4"/>
          </p15:clr>
        </p15:guide>
        <p15:guide id="20" orient="horz" pos="1374">
          <p15:clr>
            <a:srgbClr val="A4A3A4"/>
          </p15:clr>
        </p15:guide>
        <p15:guide id="21" orient="horz" pos="1570">
          <p15:clr>
            <a:srgbClr val="A4A3A4"/>
          </p15:clr>
        </p15:guide>
        <p15:guide id="22" pos="703">
          <p15:clr>
            <a:srgbClr val="A4A3A4"/>
          </p15:clr>
        </p15:guide>
        <p15:guide id="23" pos="820">
          <p15:clr>
            <a:srgbClr val="A4A3A4"/>
          </p15:clr>
        </p15:guide>
        <p15:guide id="24" pos="1321">
          <p15:clr>
            <a:srgbClr val="A4A3A4"/>
          </p15:clr>
        </p15:guide>
        <p15:guide id="25" pos="1435">
          <p15:clr>
            <a:srgbClr val="A4A3A4"/>
          </p15:clr>
        </p15:guide>
        <p15:guide id="26" pos="1936">
          <p15:clr>
            <a:srgbClr val="A4A3A4"/>
          </p15:clr>
        </p15:guide>
        <p15:guide id="27" pos="2051">
          <p15:clr>
            <a:srgbClr val="A4A3A4"/>
          </p15:clr>
        </p15:guide>
        <p15:guide id="28" pos="2551">
          <p15:clr>
            <a:srgbClr val="A4A3A4"/>
          </p15:clr>
        </p15:guide>
        <p15:guide id="29" pos="2665">
          <p15:clr>
            <a:srgbClr val="A4A3A4"/>
          </p15:clr>
        </p15:guide>
        <p15:guide id="30" pos="3167">
          <p15:clr>
            <a:srgbClr val="A4A3A4"/>
          </p15:clr>
        </p15:guide>
        <p15:guide id="31" pos="3281">
          <p15:clr>
            <a:srgbClr val="A4A3A4"/>
          </p15:clr>
        </p15:guide>
        <p15:guide id="32" pos="3783">
          <p15:clr>
            <a:srgbClr val="A4A3A4"/>
          </p15:clr>
        </p15:guide>
        <p15:guide id="33" pos="3896">
          <p15:clr>
            <a:srgbClr val="A4A3A4"/>
          </p15:clr>
        </p15:guide>
        <p15:guide id="34" pos="4397">
          <p15:clr>
            <a:srgbClr val="A4A3A4"/>
          </p15:clr>
        </p15:guide>
        <p15:guide id="35" pos="4512">
          <p15:clr>
            <a:srgbClr val="A4A3A4"/>
          </p15:clr>
        </p15:guide>
        <p15:guide id="36" pos="5013">
          <p15:clr>
            <a:srgbClr val="A4A3A4"/>
          </p15:clr>
        </p15:guide>
        <p15:guide id="37" pos="5128">
          <p15:clr>
            <a:srgbClr val="A4A3A4"/>
          </p15:clr>
        </p15:guide>
        <p15:guide id="38" pos="5629">
          <p15:clr>
            <a:srgbClr val="A4A3A4"/>
          </p15:clr>
        </p15:guide>
        <p15:guide id="39" pos="5742">
          <p15:clr>
            <a:srgbClr val="A4A3A4"/>
          </p15:clr>
        </p15:guide>
        <p15:guide id="40" pos="6244">
          <p15:clr>
            <a:srgbClr val="A4A3A4"/>
          </p15:clr>
        </p15:guide>
        <p15:guide id="41" pos="6359">
          <p15:clr>
            <a:srgbClr val="A4A3A4"/>
          </p15:clr>
        </p15:guide>
        <p15:guide id="42" pos="6859">
          <p15:clr>
            <a:srgbClr val="A4A3A4"/>
          </p15:clr>
        </p15:guide>
        <p15:guide id="43" pos="6975">
          <p15:clr>
            <a:srgbClr val="A4A3A4"/>
          </p15:clr>
        </p15:guide>
        <p15:guide id="44" orient="horz" pos="784">
          <p15:clr>
            <a:srgbClr val="A4A3A4"/>
          </p15:clr>
        </p15:guide>
        <p15:guide id="45" orient="horz" pos="980">
          <p15:clr>
            <a:srgbClr val="A4A3A4"/>
          </p15:clr>
        </p15:guide>
        <p15:guide id="46" orient="horz" pos="1962">
          <p15:clr>
            <a:srgbClr val="A4A3A4"/>
          </p15:clr>
        </p15:guide>
        <p15:guide id="47" orient="horz" pos="2747">
          <p15:clr>
            <a:srgbClr val="A4A3A4"/>
          </p15:clr>
        </p15:guide>
        <p15:guide id="48" orient="horz" pos="2945">
          <p15:clr>
            <a:srgbClr val="A4A3A4"/>
          </p15:clr>
        </p15:guide>
        <p15:guide id="49" orient="horz" pos="3141">
          <p15:clr>
            <a:srgbClr val="A4A3A4"/>
          </p15:clr>
        </p15:guide>
        <p15:guide id="50" orient="horz" pos="3337">
          <p15:clr>
            <a:srgbClr val="A4A3A4"/>
          </p15:clr>
        </p15:guide>
        <p15:guide id="51" orient="horz" pos="3535">
          <p15:clr>
            <a:srgbClr val="A4A3A4"/>
          </p15:clr>
        </p15:guide>
        <p15:guide id="52" orient="horz" pos="3730">
          <p15:clr>
            <a:srgbClr val="A4A3A4"/>
          </p15:clr>
        </p15:guide>
        <p15:guide id="53" orient="horz" pos="3936">
          <p15:clr>
            <a:srgbClr val="A4A3A4"/>
          </p15:clr>
        </p15:guide>
        <p15:guide id="54" orient="horz" pos="187">
          <p15:clr>
            <a:srgbClr val="9FCC3B"/>
          </p15:clr>
        </p15:guide>
        <p15:guide id="55" pos="455">
          <p15:clr>
            <a:srgbClr val="9FCC3B"/>
          </p15:clr>
        </p15:guide>
        <p15:guide id="56" pos="1069">
          <p15:clr>
            <a:srgbClr val="9FCC3B"/>
          </p15:clr>
        </p15:guide>
        <p15:guide id="57" pos="1685">
          <p15:clr>
            <a:srgbClr val="9FCC3B"/>
          </p15:clr>
        </p15:guide>
        <p15:guide id="58" pos="2301">
          <p15:clr>
            <a:srgbClr val="9FCC3B"/>
          </p15:clr>
        </p15:guide>
        <p15:guide id="59" pos="2915">
          <p15:clr>
            <a:srgbClr val="9FCC3B"/>
          </p15:clr>
        </p15:guide>
        <p15:guide id="60" pos="3531">
          <p15:clr>
            <a:srgbClr val="9FCC3B"/>
          </p15:clr>
        </p15:guide>
        <p15:guide id="61" pos="4146">
          <p15:clr>
            <a:srgbClr val="9FCC3B"/>
          </p15:clr>
        </p15:guide>
        <p15:guide id="62" pos="4762">
          <p15:clr>
            <a:srgbClr val="9FCC3B"/>
          </p15:clr>
        </p15:guide>
        <p15:guide id="63" pos="5378">
          <p15:clr>
            <a:srgbClr val="9FCC3B"/>
          </p15:clr>
        </p15:guide>
        <p15:guide id="64" pos="5992">
          <p15:clr>
            <a:srgbClr val="9FCC3B"/>
          </p15:clr>
        </p15:guide>
        <p15:guide id="65" pos="6609">
          <p15:clr>
            <a:srgbClr val="9FCC3B"/>
          </p15:clr>
        </p15:guide>
        <p15:guide id="66" pos="7225">
          <p15:clr>
            <a:srgbClr val="9FCC3B"/>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1" y="298147"/>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5" y="1244601"/>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1" y="6448931"/>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29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ＭＳ Ｐゴシック"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1"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Light" panose="020B0503020201020303" pitchFamily="34" charset="0"/>
              </a:defRPr>
            </a:lvl1pPr>
          </a:lstStyle>
          <a:p>
            <a:pPr defTabSz="814298">
              <a:defRPr/>
            </a:pPr>
            <a:r>
              <a:rPr lang="en-US"/>
              <a:t>Session ID: BRKSEC-XXXX</a:t>
            </a:r>
            <a:endParaRPr lang="en-US" dirty="0"/>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6" y="6448929"/>
            <a:ext cx="1773239"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Light" panose="020B0503020201020303" pitchFamily="34" charset="0"/>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385551" y="6672581"/>
            <a:ext cx="765175" cy="107722"/>
          </a:xfrm>
          <a:prstGeom prst="rect">
            <a:avLst/>
          </a:prstGeom>
        </p:spPr>
        <p:txBody>
          <a:bodyPr horzOverflow="overflow" lIns="0" tIns="0" rIns="0" bIns="0">
            <a:spAutoFit/>
          </a:bodyPr>
          <a:lstStyle/>
          <a:p>
            <a:pPr algn="l"/>
            <a:r>
              <a:rPr lang="en-US" sz="700" dirty="0">
                <a:solidFill>
                  <a:schemeClr val="bg2"/>
                </a:solidFill>
                <a:latin typeface="Calibri" panose="020F0502020204030204" pitchFamily="34" charset="0"/>
                <a:ea typeface="Calibri" panose="020F0502020204030204" pitchFamily="34" charset="0"/>
                <a:cs typeface="Calibri" panose="020F0502020204030204" pitchFamily="34" charset="0"/>
              </a:rPr>
              <a:t>Cisco Confidential</a:t>
            </a:r>
          </a:p>
        </p:txBody>
      </p:sp>
      <p:sp>
        <p:nvSpPr>
          <p:cNvPr id="10" name="TextBox 9">
            <a:extLst>
              <a:ext uri="{FF2B5EF4-FFF2-40B4-BE49-F238E27FC236}">
                <a16:creationId xmlns:a16="http://schemas.microsoft.com/office/drawing/2014/main" id="{20822DB4-A0BF-D8BD-93EF-7D756E80EAFD}"/>
              </a:ext>
            </a:extLst>
          </p:cNvPr>
          <p:cNvSpPr txBox="1"/>
          <p:nvPr userDrawn="1">
            <p:extLst>
              <p:ext uri="{1162E1C5-73C7-4A58-AE30-91384D911F3F}">
                <p184:classification xmlns:p184="http://schemas.microsoft.com/office/powerpoint/2018/4/main" val="ftr"/>
              </p:ext>
            </p:extLst>
          </p:nvPr>
        </p:nvSpPr>
        <p:spPr>
          <a:xfrm>
            <a:off x="11116734" y="6610774"/>
            <a:ext cx="1020233" cy="164212"/>
          </a:xfrm>
          <a:prstGeom prst="rect">
            <a:avLst/>
          </a:prstGeom>
        </p:spPr>
        <p:txBody>
          <a:bodyPr horzOverflow="overflow" lIns="0" tIns="0" rIns="0" bIns="0">
            <a:spAutoFit/>
          </a:bodyPr>
          <a:lstStyle/>
          <a:p>
            <a:pPr algn="l"/>
            <a:r>
              <a:rPr lang="en-US" sz="1067">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052910603"/>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 id="2147483848" r:id="rId18"/>
    <p:sldLayoutId id="2147483849" r:id="rId19"/>
    <p:sldLayoutId id="2147483850" r:id="rId20"/>
    <p:sldLayoutId id="2147483851" r:id="rId21"/>
    <p:sldLayoutId id="2147483852" r:id="rId22"/>
    <p:sldLayoutId id="2147483853" r:id="rId23"/>
    <p:sldLayoutId id="2147483854" r:id="rId24"/>
    <p:sldLayoutId id="2147483855" r:id="rId25"/>
    <p:sldLayoutId id="2147483856" r:id="rId26"/>
    <p:sldLayoutId id="2147483857" r:id="rId27"/>
    <p:sldLayoutId id="2147483858" r:id="rId28"/>
    <p:sldLayoutId id="2147483859" r:id="rId29"/>
    <p:sldLayoutId id="2147483860" r:id="rId30"/>
    <p:sldLayoutId id="2147483861" r:id="rId31"/>
    <p:sldLayoutId id="2147483862" r:id="rId32"/>
    <p:sldLayoutId id="2147483863" r:id="rId33"/>
    <p:sldLayoutId id="2147483864" r:id="rId34"/>
    <p:sldLayoutId id="2147483865" r:id="rId35"/>
    <p:sldLayoutId id="2147483866" r:id="rId36"/>
    <p:sldLayoutId id="2147483867" r:id="rId37"/>
    <p:sldLayoutId id="2147483868" r:id="rId38"/>
    <p:sldLayoutId id="2147483869" r:id="rId39"/>
    <p:sldLayoutId id="2147483870" r:id="rId40"/>
    <p:sldLayoutId id="2147483871" r:id="rId41"/>
    <p:sldLayoutId id="2147483872" r:id="rId42"/>
    <p:sldLayoutId id="2147483873" r:id="rId43"/>
    <p:sldLayoutId id="2147483874" r:id="rId44"/>
    <p:sldLayoutId id="2147483875" r:id="rId45"/>
    <p:sldLayoutId id="2147483876" r:id="rId46"/>
    <p:sldLayoutId id="2147483877" r:id="rId47"/>
    <p:sldLayoutId id="2147483878" r:id="rId48"/>
    <p:sldLayoutId id="2147483879" r:id="rId49"/>
    <p:sldLayoutId id="2147483880" r:id="rId50"/>
    <p:sldLayoutId id="2147483881" r:id="rId51"/>
    <p:sldLayoutId id="2147483882" r:id="rId52"/>
    <p:sldLayoutId id="2147483883" r:id="rId53"/>
    <p:sldLayoutId id="2147483884" r:id="rId54"/>
    <p:sldLayoutId id="2147483885" r:id="rId55"/>
    <p:sldLayoutId id="2147483886" r:id="rId56"/>
    <p:sldLayoutId id="2147483888" r:id="rId57"/>
    <p:sldLayoutId id="2147483889" r:id="rId5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2253"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53"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53"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53"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53"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79" algn="l" defTabSz="912253"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60" algn="l" defTabSz="912253"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40" algn="l" defTabSz="912253"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18" algn="l" defTabSz="912253"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75" indent="-182875"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51" indent="-182875"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26" indent="-182875"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02" indent="-182875"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377" indent="-182875" algn="l" defTabSz="912253"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70" indent="-228586" algn="l" defTabSz="914340"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50" indent="-228556" algn="l" defTabSz="914340"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187" indent="0" algn="l" defTabSz="914340" rtl="0" eaLnBrk="1" latinLnBrk="0" hangingPunct="1">
        <a:spcBef>
          <a:spcPct val="20000"/>
        </a:spcBef>
        <a:buFont typeface="Arial" pitchFamily="34" charset="0"/>
        <a:buNone/>
        <a:defRPr sz="2000" kern="1200">
          <a:solidFill>
            <a:schemeClr val="tx1"/>
          </a:solidFill>
          <a:latin typeface="+mn-lt"/>
          <a:ea typeface="+mn-ea"/>
          <a:cs typeface="+mn-cs"/>
        </a:defRPr>
      </a:lvl8pPr>
      <a:lvl9pPr marL="3885942" indent="-228586" algn="l" defTabSz="91434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40" rtl="0" eaLnBrk="1" latinLnBrk="0" hangingPunct="1">
        <a:defRPr sz="1867" kern="1200">
          <a:solidFill>
            <a:schemeClr val="tx1"/>
          </a:solidFill>
          <a:latin typeface="+mn-lt"/>
          <a:ea typeface="+mn-ea"/>
          <a:cs typeface="+mn-cs"/>
        </a:defRPr>
      </a:lvl1pPr>
      <a:lvl2pPr marL="457167" algn="l" defTabSz="914340" rtl="0" eaLnBrk="1" latinLnBrk="0" hangingPunct="1">
        <a:defRPr sz="1867" kern="1200">
          <a:solidFill>
            <a:schemeClr val="tx1"/>
          </a:solidFill>
          <a:latin typeface="+mn-lt"/>
          <a:ea typeface="+mn-ea"/>
          <a:cs typeface="+mn-cs"/>
        </a:defRPr>
      </a:lvl2pPr>
      <a:lvl3pPr marL="914340" algn="l" defTabSz="914340" rtl="0" eaLnBrk="1" latinLnBrk="0" hangingPunct="1">
        <a:defRPr sz="1867" kern="1200">
          <a:solidFill>
            <a:schemeClr val="tx1"/>
          </a:solidFill>
          <a:latin typeface="+mn-lt"/>
          <a:ea typeface="+mn-ea"/>
          <a:cs typeface="+mn-cs"/>
        </a:defRPr>
      </a:lvl3pPr>
      <a:lvl4pPr marL="1371508" algn="l" defTabSz="914340" rtl="0" eaLnBrk="1" latinLnBrk="0" hangingPunct="1">
        <a:defRPr sz="1867" kern="1200">
          <a:solidFill>
            <a:schemeClr val="tx1"/>
          </a:solidFill>
          <a:latin typeface="+mn-lt"/>
          <a:ea typeface="+mn-ea"/>
          <a:cs typeface="+mn-cs"/>
        </a:defRPr>
      </a:lvl4pPr>
      <a:lvl5pPr marL="1828680" algn="l" defTabSz="914340" rtl="0" eaLnBrk="1" latinLnBrk="0" hangingPunct="1">
        <a:defRPr sz="1867" kern="1200">
          <a:solidFill>
            <a:schemeClr val="tx1"/>
          </a:solidFill>
          <a:latin typeface="+mn-lt"/>
          <a:ea typeface="+mn-ea"/>
          <a:cs typeface="+mn-cs"/>
        </a:defRPr>
      </a:lvl5pPr>
      <a:lvl6pPr marL="2285846" algn="l" defTabSz="914340" rtl="0" eaLnBrk="1" latinLnBrk="0" hangingPunct="1">
        <a:defRPr sz="1867" kern="1200">
          <a:solidFill>
            <a:schemeClr val="tx1"/>
          </a:solidFill>
          <a:latin typeface="+mn-lt"/>
          <a:ea typeface="+mn-ea"/>
          <a:cs typeface="+mn-cs"/>
        </a:defRPr>
      </a:lvl6pPr>
      <a:lvl7pPr marL="2743018" algn="l" defTabSz="914340" rtl="0" eaLnBrk="1" latinLnBrk="0" hangingPunct="1">
        <a:defRPr sz="1867" kern="1200">
          <a:solidFill>
            <a:schemeClr val="tx1"/>
          </a:solidFill>
          <a:latin typeface="+mn-lt"/>
          <a:ea typeface="+mn-ea"/>
          <a:cs typeface="+mn-cs"/>
        </a:defRPr>
      </a:lvl7pPr>
      <a:lvl8pPr marL="3200187" algn="l" defTabSz="914340" rtl="0" eaLnBrk="1" latinLnBrk="0" hangingPunct="1">
        <a:defRPr sz="1867" kern="1200">
          <a:solidFill>
            <a:schemeClr val="tx1"/>
          </a:solidFill>
          <a:latin typeface="+mn-lt"/>
          <a:ea typeface="+mn-ea"/>
          <a:cs typeface="+mn-cs"/>
        </a:defRPr>
      </a:lvl8pPr>
      <a:lvl9pPr marL="3657359" algn="l" defTabSz="914340"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p15:clr>
            <a:srgbClr val="F26B43"/>
          </p15:clr>
        </p15:guide>
        <p15:guide id="3" pos="7476">
          <p15:clr>
            <a:srgbClr val="F26B43"/>
          </p15:clr>
        </p15:guide>
        <p15:guide id="6" pos="3840">
          <p15:clr>
            <a:srgbClr val="F26B43"/>
          </p15:clr>
        </p15:guide>
        <p15:guide id="9" orient="horz" pos="3827">
          <p15:clr>
            <a:srgbClr val="9FCC3B"/>
          </p15:clr>
        </p15:guide>
        <p15:guide id="10" orient="horz" pos="202">
          <p15:clr>
            <a:srgbClr val="F26B43"/>
          </p15:clr>
        </p15:guide>
        <p15:guide id="11" orient="horz" pos="2160">
          <p15:clr>
            <a:srgbClr val="F26B43"/>
          </p15:clr>
        </p15:guide>
        <p15:guide id="12" orient="horz" pos="392">
          <p15:clr>
            <a:srgbClr val="A4A3A4"/>
          </p15:clr>
        </p15:guide>
        <p15:guide id="13" orient="horz" pos="2552">
          <p15:clr>
            <a:srgbClr val="A4A3A4"/>
          </p15:clr>
        </p15:guide>
        <p15:guide id="14" orient="horz" pos="600">
          <p15:clr>
            <a:srgbClr val="A4A3A4"/>
          </p15:clr>
        </p15:guide>
        <p15:guide id="15" orient="horz" pos="1766">
          <p15:clr>
            <a:srgbClr val="A4A3A4"/>
          </p15:clr>
        </p15:guide>
        <p15:guide id="16" orient="horz" pos="2355">
          <p15:clr>
            <a:srgbClr val="A4A3A4"/>
          </p15:clr>
        </p15:guide>
        <p15:guide id="18" orient="horz" pos="4118">
          <p15:clr>
            <a:srgbClr val="F26B43"/>
          </p15:clr>
        </p15:guide>
        <p15:guide id="19" orient="horz" pos="1178">
          <p15:clr>
            <a:srgbClr val="A4A3A4"/>
          </p15:clr>
        </p15:guide>
        <p15:guide id="20" orient="horz" pos="1374">
          <p15:clr>
            <a:srgbClr val="A4A3A4"/>
          </p15:clr>
        </p15:guide>
        <p15:guide id="21" orient="horz" pos="1570">
          <p15:clr>
            <a:srgbClr val="A4A3A4"/>
          </p15:clr>
        </p15:guide>
        <p15:guide id="22" pos="703">
          <p15:clr>
            <a:srgbClr val="A4A3A4"/>
          </p15:clr>
        </p15:guide>
        <p15:guide id="23" pos="820">
          <p15:clr>
            <a:srgbClr val="A4A3A4"/>
          </p15:clr>
        </p15:guide>
        <p15:guide id="24" pos="1321">
          <p15:clr>
            <a:srgbClr val="A4A3A4"/>
          </p15:clr>
        </p15:guide>
        <p15:guide id="25" pos="1435">
          <p15:clr>
            <a:srgbClr val="A4A3A4"/>
          </p15:clr>
        </p15:guide>
        <p15:guide id="26" pos="1936">
          <p15:clr>
            <a:srgbClr val="A4A3A4"/>
          </p15:clr>
        </p15:guide>
        <p15:guide id="27" pos="2051">
          <p15:clr>
            <a:srgbClr val="A4A3A4"/>
          </p15:clr>
        </p15:guide>
        <p15:guide id="28" pos="2551">
          <p15:clr>
            <a:srgbClr val="A4A3A4"/>
          </p15:clr>
        </p15:guide>
        <p15:guide id="29" pos="2665">
          <p15:clr>
            <a:srgbClr val="A4A3A4"/>
          </p15:clr>
        </p15:guide>
        <p15:guide id="30" pos="3167">
          <p15:clr>
            <a:srgbClr val="A4A3A4"/>
          </p15:clr>
        </p15:guide>
        <p15:guide id="31" pos="3281">
          <p15:clr>
            <a:srgbClr val="A4A3A4"/>
          </p15:clr>
        </p15:guide>
        <p15:guide id="32" pos="3783">
          <p15:clr>
            <a:srgbClr val="A4A3A4"/>
          </p15:clr>
        </p15:guide>
        <p15:guide id="33" pos="3896">
          <p15:clr>
            <a:srgbClr val="A4A3A4"/>
          </p15:clr>
        </p15:guide>
        <p15:guide id="34" pos="4397">
          <p15:clr>
            <a:srgbClr val="A4A3A4"/>
          </p15:clr>
        </p15:guide>
        <p15:guide id="35" pos="4512">
          <p15:clr>
            <a:srgbClr val="A4A3A4"/>
          </p15:clr>
        </p15:guide>
        <p15:guide id="36" pos="5013">
          <p15:clr>
            <a:srgbClr val="A4A3A4"/>
          </p15:clr>
        </p15:guide>
        <p15:guide id="37" pos="5128">
          <p15:clr>
            <a:srgbClr val="A4A3A4"/>
          </p15:clr>
        </p15:guide>
        <p15:guide id="38" pos="5629">
          <p15:clr>
            <a:srgbClr val="A4A3A4"/>
          </p15:clr>
        </p15:guide>
        <p15:guide id="39" pos="5742">
          <p15:clr>
            <a:srgbClr val="A4A3A4"/>
          </p15:clr>
        </p15:guide>
        <p15:guide id="40" pos="6244">
          <p15:clr>
            <a:srgbClr val="A4A3A4"/>
          </p15:clr>
        </p15:guide>
        <p15:guide id="41" pos="6359">
          <p15:clr>
            <a:srgbClr val="A4A3A4"/>
          </p15:clr>
        </p15:guide>
        <p15:guide id="42" pos="6859">
          <p15:clr>
            <a:srgbClr val="A4A3A4"/>
          </p15:clr>
        </p15:guide>
        <p15:guide id="43" pos="6975">
          <p15:clr>
            <a:srgbClr val="A4A3A4"/>
          </p15:clr>
        </p15:guide>
        <p15:guide id="44" orient="horz" pos="784">
          <p15:clr>
            <a:srgbClr val="A4A3A4"/>
          </p15:clr>
        </p15:guide>
        <p15:guide id="45" orient="horz" pos="980">
          <p15:clr>
            <a:srgbClr val="A4A3A4"/>
          </p15:clr>
        </p15:guide>
        <p15:guide id="46" orient="horz" pos="1962">
          <p15:clr>
            <a:srgbClr val="A4A3A4"/>
          </p15:clr>
        </p15:guide>
        <p15:guide id="47" orient="horz" pos="2747">
          <p15:clr>
            <a:srgbClr val="A4A3A4"/>
          </p15:clr>
        </p15:guide>
        <p15:guide id="48" orient="horz" pos="2945">
          <p15:clr>
            <a:srgbClr val="A4A3A4"/>
          </p15:clr>
        </p15:guide>
        <p15:guide id="49" orient="horz" pos="3141">
          <p15:clr>
            <a:srgbClr val="A4A3A4"/>
          </p15:clr>
        </p15:guide>
        <p15:guide id="50" orient="horz" pos="3337">
          <p15:clr>
            <a:srgbClr val="A4A3A4"/>
          </p15:clr>
        </p15:guide>
        <p15:guide id="51" orient="horz" pos="3535">
          <p15:clr>
            <a:srgbClr val="A4A3A4"/>
          </p15:clr>
        </p15:guide>
        <p15:guide id="52" orient="horz" pos="3730">
          <p15:clr>
            <a:srgbClr val="A4A3A4"/>
          </p15:clr>
        </p15:guide>
        <p15:guide id="53" orient="horz" pos="3936">
          <p15:clr>
            <a:srgbClr val="A4A3A4"/>
          </p15:clr>
        </p15:guide>
        <p15:guide id="54" orient="horz" pos="187">
          <p15:clr>
            <a:srgbClr val="9FCC3B"/>
          </p15:clr>
        </p15:guide>
        <p15:guide id="55" pos="455">
          <p15:clr>
            <a:srgbClr val="9FCC3B"/>
          </p15:clr>
        </p15:guide>
        <p15:guide id="56" pos="1069">
          <p15:clr>
            <a:srgbClr val="9FCC3B"/>
          </p15:clr>
        </p15:guide>
        <p15:guide id="57" pos="1685">
          <p15:clr>
            <a:srgbClr val="9FCC3B"/>
          </p15:clr>
        </p15:guide>
        <p15:guide id="58" pos="2301">
          <p15:clr>
            <a:srgbClr val="9FCC3B"/>
          </p15:clr>
        </p15:guide>
        <p15:guide id="59" pos="2915">
          <p15:clr>
            <a:srgbClr val="9FCC3B"/>
          </p15:clr>
        </p15:guide>
        <p15:guide id="60" pos="3531">
          <p15:clr>
            <a:srgbClr val="9FCC3B"/>
          </p15:clr>
        </p15:guide>
        <p15:guide id="61" pos="4146">
          <p15:clr>
            <a:srgbClr val="9FCC3B"/>
          </p15:clr>
        </p15:guide>
        <p15:guide id="62" pos="4762">
          <p15:clr>
            <a:srgbClr val="9FCC3B"/>
          </p15:clr>
        </p15:guide>
        <p15:guide id="63" pos="5378">
          <p15:clr>
            <a:srgbClr val="9FCC3B"/>
          </p15:clr>
        </p15:guide>
        <p15:guide id="64" pos="5992">
          <p15:clr>
            <a:srgbClr val="9FCC3B"/>
          </p15:clr>
        </p15:guide>
        <p15:guide id="65" pos="6609">
          <p15:clr>
            <a:srgbClr val="9FCC3B"/>
          </p15:clr>
        </p15:guide>
        <p15:guide id="66" pos="7225">
          <p15:clr>
            <a:srgbClr val="9FCC3B"/>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24" tIns="45712" rIns="91424" bIns="45712" numCol="1" anchor="ctr" anchorCtr="0" compatLnSpc="1">
            <a:prstTxWarp prst="textNoShape">
              <a:avLst/>
            </a:prstTxWarp>
          </a:bodyPr>
          <a:lstStyle/>
          <a:p>
            <a:pPr lvl="0"/>
            <a:r>
              <a:rPr lang="en-GB" dirty="0"/>
              <a:t>Title Goes Here</a:t>
            </a:r>
          </a:p>
        </p:txBody>
      </p:sp>
      <p:sp>
        <p:nvSpPr>
          <p:cNvPr id="12" name="Rectangle 7"/>
          <p:cNvSpPr>
            <a:spLocks noChangeArrowheads="1"/>
          </p:cNvSpPr>
          <p:nvPr/>
        </p:nvSpPr>
        <p:spPr bwMode="ltGray">
          <a:xfrm>
            <a:off x="11354627" y="6323876"/>
            <a:ext cx="290868"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4ABDCABE-3F10-B64C-92F1-862014417034}" type="slidenum">
              <a:rPr lang="en-US" sz="800">
                <a:solidFill>
                  <a:srgbClr val="000000">
                    <a:alpha val="25000"/>
                  </a:srgbClr>
                </a:solidFill>
                <a:latin typeface="+mn-lt"/>
                <a:ea typeface="+mn-ea"/>
                <a:cs typeface="CiscoSans Thin"/>
              </a:rPr>
              <a:pPr algn="r" defTabSz="814305" fontAlgn="auto">
                <a:spcBef>
                  <a:spcPts val="0"/>
                </a:spcBef>
                <a:spcAft>
                  <a:spcPts val="0"/>
                </a:spcAft>
                <a:defRPr/>
              </a:pPr>
              <a:t>‹#›</a:t>
            </a:fld>
            <a:endParaRPr lang="en-US" sz="800" dirty="0">
              <a:solidFill>
                <a:srgbClr val="000000">
                  <a:alpha val="25000"/>
                </a:srgbClr>
              </a:solidFill>
              <a:latin typeface="+mn-lt"/>
              <a:ea typeface="+mn-ea"/>
              <a:cs typeface="CiscoSans Thin"/>
            </a:endParaRPr>
          </a:p>
        </p:txBody>
      </p:sp>
      <p:sp>
        <p:nvSpPr>
          <p:cNvPr id="13" name="Rectangle 4"/>
          <p:cNvSpPr>
            <a:spLocks noChangeArrowheads="1"/>
          </p:cNvSpPr>
          <p:nvPr/>
        </p:nvSpPr>
        <p:spPr bwMode="ltGray">
          <a:xfrm>
            <a:off x="7823344" y="6322205"/>
            <a:ext cx="3544024" cy="206025"/>
          </a:xfrm>
          <a:prstGeom prst="rect">
            <a:avLst/>
          </a:prstGeom>
          <a:noFill/>
          <a:ln w="9525">
            <a:noFill/>
            <a:miter lim="800000"/>
            <a:headEnd/>
            <a:tailEnd/>
          </a:ln>
          <a:effectLst/>
        </p:spPr>
        <p:txBody>
          <a:bodyPr lIns="82115" tIns="41056" rIns="82115" bIns="41056" anchor="b">
            <a:spAutoFit/>
          </a:bodyPr>
          <a:lstStyle/>
          <a:p>
            <a:pPr defTabSz="814305" fontAlgn="auto">
              <a:spcBef>
                <a:spcPts val="0"/>
              </a:spcBef>
              <a:spcAft>
                <a:spcPts val="0"/>
              </a:spcAft>
              <a:defRPr/>
            </a:pPr>
            <a:r>
              <a:rPr lang="en-US" sz="800" dirty="0">
                <a:solidFill>
                  <a:srgbClr val="000000">
                    <a:alpha val="25000"/>
                  </a:srgbClr>
                </a:solidFill>
                <a:latin typeface="+mn-lt"/>
                <a:ea typeface="+mn-ea"/>
                <a:cs typeface="CiscoSans Thin"/>
              </a:rPr>
              <a:t>© 2021  Cisco and/or its affiliates. All rights reserved.   Cisco Confidential</a:t>
            </a:r>
          </a:p>
        </p:txBody>
      </p:sp>
      <p:pic>
        <p:nvPicPr>
          <p:cNvPr id="7" name="Picture 2" descr="C:\Users\spius\Pictures\cisco logo blue gradient.png"/>
          <p:cNvPicPr>
            <a:picLocks noChangeAspect="1" noChangeArrowheads="1"/>
          </p:cNvPicPr>
          <p:nvPr/>
        </p:nvPicPr>
        <p:blipFill>
          <a:blip cstate="print">
            <a:extLst>
              <a:ext uri="{28A0092B-C50C-407E-A947-70E740481C1C}">
                <a14:useLocalDpi xmlns:a14="http://schemas.microsoft.com/office/drawing/2010/main"/>
              </a:ext>
            </a:extLst>
          </a:blip>
          <a:srcRect/>
          <a:stretch>
            <a:fillRect/>
          </a:stretch>
        </p:blipFill>
        <p:spPr bwMode="auto">
          <a:xfrm>
            <a:off x="632233" y="6167697"/>
            <a:ext cx="575083" cy="353568"/>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id="{141DB2EA-9EF5-FC4E-B911-D248E4001F41}"/>
              </a:ext>
            </a:extLst>
          </p:cNvPr>
          <p:cNvSpPr txBox="1"/>
          <p:nvPr userDrawn="1">
            <p:extLst>
              <p:ext uri="{1162E1C5-73C7-4A58-AE30-91384D911F3F}">
                <p184:classification xmlns:p184="http://schemas.microsoft.com/office/powerpoint/2018/4/main" val="ftr"/>
              </p:ext>
            </p:extLst>
          </p:nvPr>
        </p:nvSpPr>
        <p:spPr>
          <a:xfrm>
            <a:off x="11116734" y="6610774"/>
            <a:ext cx="1020233" cy="164212"/>
          </a:xfrm>
          <a:prstGeom prst="rect">
            <a:avLst/>
          </a:prstGeom>
        </p:spPr>
        <p:txBody>
          <a:bodyPr horzOverflow="overflow" lIns="0" tIns="0" rIns="0" bIns="0">
            <a:spAutoFit/>
          </a:bodyPr>
          <a:lstStyle/>
          <a:p>
            <a:pPr algn="l"/>
            <a:r>
              <a:rPr lang="en-US" sz="1067">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605581849"/>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 id="2147483902" r:id="rId12"/>
    <p:sldLayoutId id="2147483903" r:id="rId13"/>
    <p:sldLayoutId id="2147483904" r:id="rId14"/>
    <p:sldLayoutId id="2147483905" r:id="rId15"/>
  </p:sldLayoutIdLst>
  <p:transition spd="slow">
    <p:wipe/>
  </p:transition>
  <p:txStyles>
    <p:titleStyle>
      <a:lvl1pPr algn="l" defTabSz="912261" rtl="0" eaLnBrk="1" fontAlgn="base" hangingPunct="1">
        <a:lnSpc>
          <a:spcPct val="80000"/>
        </a:lnSpc>
        <a:spcBef>
          <a:spcPct val="0"/>
        </a:spcBef>
        <a:spcAft>
          <a:spcPct val="0"/>
        </a:spcAft>
        <a:defRPr lang="en-US" sz="4267" kern="1200" dirty="0">
          <a:solidFill>
            <a:srgbClr val="676767"/>
          </a:solidFill>
          <a:latin typeface="+mj-lt"/>
          <a:ea typeface="ＭＳ Ｐゴシック" charset="0"/>
          <a:cs typeface="CiscoSans"/>
        </a:defRPr>
      </a:lvl1pPr>
      <a:lvl2pPr algn="l" defTabSz="912261"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61"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61"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61"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85" algn="l" defTabSz="912261"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70" algn="l" defTabSz="912261"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54" algn="l" defTabSz="912261"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39" algn="l" defTabSz="912261"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78" indent="-226478" algn="l" defTabSz="912261"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55" indent="-287859" algn="l" defTabSz="912261"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19" indent="-226478" algn="l" defTabSz="912261"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67" indent="-226478" algn="l" defTabSz="912261"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14" indent="-226478" algn="l" defTabSz="912261"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79" indent="-228588" algn="l" defTabSz="914346"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61" indent="-228557" algn="l" defTabSz="914346"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13" indent="0" algn="l" defTabSz="914346" rtl="0" eaLnBrk="1" latinLnBrk="0" hangingPunct="1">
        <a:spcBef>
          <a:spcPct val="20000"/>
        </a:spcBef>
        <a:buFont typeface="Arial" pitchFamily="34" charset="0"/>
        <a:buNone/>
        <a:defRPr sz="2000" kern="1200">
          <a:solidFill>
            <a:schemeClr val="tx1"/>
          </a:solidFill>
          <a:latin typeface="+mn-lt"/>
          <a:ea typeface="+mn-ea"/>
          <a:cs typeface="+mn-cs"/>
        </a:defRPr>
      </a:lvl8pPr>
      <a:lvl9pPr marL="3885974" indent="-228588" algn="l" defTabSz="91434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46" rtl="0" eaLnBrk="1" latinLnBrk="0" hangingPunct="1">
        <a:defRPr sz="1867" kern="1200">
          <a:solidFill>
            <a:schemeClr val="tx1"/>
          </a:solidFill>
          <a:latin typeface="+mn-lt"/>
          <a:ea typeface="+mn-ea"/>
          <a:cs typeface="+mn-cs"/>
        </a:defRPr>
      </a:lvl1pPr>
      <a:lvl2pPr marL="457170" algn="l" defTabSz="914346" rtl="0" eaLnBrk="1" latinLnBrk="0" hangingPunct="1">
        <a:defRPr sz="1867" kern="1200">
          <a:solidFill>
            <a:schemeClr val="tx1"/>
          </a:solidFill>
          <a:latin typeface="+mn-lt"/>
          <a:ea typeface="+mn-ea"/>
          <a:cs typeface="+mn-cs"/>
        </a:defRPr>
      </a:lvl2pPr>
      <a:lvl3pPr marL="914346" algn="l" defTabSz="914346" rtl="0" eaLnBrk="1" latinLnBrk="0" hangingPunct="1">
        <a:defRPr sz="1867" kern="1200">
          <a:solidFill>
            <a:schemeClr val="tx1"/>
          </a:solidFill>
          <a:latin typeface="+mn-lt"/>
          <a:ea typeface="+mn-ea"/>
          <a:cs typeface="+mn-cs"/>
        </a:defRPr>
      </a:lvl3pPr>
      <a:lvl4pPr marL="1371519" algn="l" defTabSz="914346" rtl="0" eaLnBrk="1" latinLnBrk="0" hangingPunct="1">
        <a:defRPr sz="1867" kern="1200">
          <a:solidFill>
            <a:schemeClr val="tx1"/>
          </a:solidFill>
          <a:latin typeface="+mn-lt"/>
          <a:ea typeface="+mn-ea"/>
          <a:cs typeface="+mn-cs"/>
        </a:defRPr>
      </a:lvl4pPr>
      <a:lvl5pPr marL="1828694" algn="l" defTabSz="914346" rtl="0" eaLnBrk="1" latinLnBrk="0" hangingPunct="1">
        <a:defRPr sz="1867" kern="1200">
          <a:solidFill>
            <a:schemeClr val="tx1"/>
          </a:solidFill>
          <a:latin typeface="+mn-lt"/>
          <a:ea typeface="+mn-ea"/>
          <a:cs typeface="+mn-cs"/>
        </a:defRPr>
      </a:lvl5pPr>
      <a:lvl6pPr marL="2285864" algn="l" defTabSz="914346" rtl="0" eaLnBrk="1" latinLnBrk="0" hangingPunct="1">
        <a:defRPr sz="1867" kern="1200">
          <a:solidFill>
            <a:schemeClr val="tx1"/>
          </a:solidFill>
          <a:latin typeface="+mn-lt"/>
          <a:ea typeface="+mn-ea"/>
          <a:cs typeface="+mn-cs"/>
        </a:defRPr>
      </a:lvl6pPr>
      <a:lvl7pPr marL="2743041" algn="l" defTabSz="914346" rtl="0" eaLnBrk="1" latinLnBrk="0" hangingPunct="1">
        <a:defRPr sz="1867" kern="1200">
          <a:solidFill>
            <a:schemeClr val="tx1"/>
          </a:solidFill>
          <a:latin typeface="+mn-lt"/>
          <a:ea typeface="+mn-ea"/>
          <a:cs typeface="+mn-cs"/>
        </a:defRPr>
      </a:lvl7pPr>
      <a:lvl8pPr marL="3200213" algn="l" defTabSz="914346" rtl="0" eaLnBrk="1" latinLnBrk="0" hangingPunct="1">
        <a:defRPr sz="1867" kern="1200">
          <a:solidFill>
            <a:schemeClr val="tx1"/>
          </a:solidFill>
          <a:latin typeface="+mn-lt"/>
          <a:ea typeface="+mn-ea"/>
          <a:cs typeface="+mn-cs"/>
        </a:defRPr>
      </a:lvl8pPr>
      <a:lvl9pPr marL="3657389" algn="l" defTabSz="914346"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cisco.webex.com/cisco/ldr.php?RCID=a62927354905bf97538f6cd1118d4bc7" TargetMode="External"/><Relationship Id="rId2" Type="http://schemas.openxmlformats.org/officeDocument/2006/relationships/notesSlide" Target="../notesSlides/notesSlide4.xml"/><Relationship Id="rId1" Type="http://schemas.openxmlformats.org/officeDocument/2006/relationships/slideLayout" Target="../slideLayouts/slideLayout121.xml"/><Relationship Id="rId6" Type="http://schemas.openxmlformats.org/officeDocument/2006/relationships/hyperlink" Target="https://cisco.webex.com/cisco/ldr.php?RCID=b175a805dfe9d4eaf2a0380820bd102e" TargetMode="External"/><Relationship Id="rId5" Type="http://schemas.openxmlformats.org/officeDocument/2006/relationships/hyperlink" Target="https://cisco.webex.com/recordingservice/sites/cisco/recording/playback/9143bdc8ad424dc28487343f99040c52" TargetMode="External"/><Relationship Id="rId4" Type="http://schemas.openxmlformats.org/officeDocument/2006/relationships/hyperlink" Target="https://cisco.webex.com/cisco/ldr.php?RCID=94d3b32954d84c7e94ec31f51b7409a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763D-5A3D-5142-937A-7C4851B501CF}"/>
              </a:ext>
            </a:extLst>
          </p:cNvPr>
          <p:cNvSpPr>
            <a:spLocks noGrp="1"/>
          </p:cNvSpPr>
          <p:nvPr>
            <p:ph type="ctrTitle"/>
          </p:nvPr>
        </p:nvSpPr>
        <p:spPr>
          <a:xfrm>
            <a:off x="628012" y="2432589"/>
            <a:ext cx="4503249" cy="1504200"/>
          </a:xfrm>
        </p:spPr>
        <p:txBody>
          <a:bodyPr>
            <a:normAutofit fontScale="90000"/>
          </a:bodyPr>
          <a:lstStyle/>
          <a:p>
            <a:r>
              <a:rPr lang="en-US" sz="4000" dirty="0">
                <a:solidFill>
                  <a:schemeClr val="accent1"/>
                </a:solidFill>
              </a:rPr>
              <a:t>Capstone Presentation Briefing</a:t>
            </a:r>
          </a:p>
        </p:txBody>
      </p:sp>
      <p:sp>
        <p:nvSpPr>
          <p:cNvPr id="4" name="Subtitle 3">
            <a:extLst>
              <a:ext uri="{FF2B5EF4-FFF2-40B4-BE49-F238E27FC236}">
                <a16:creationId xmlns:a16="http://schemas.microsoft.com/office/drawing/2014/main" id="{EC4D7510-9DA9-1E4E-BBE6-0BF4E6615F1A}"/>
              </a:ext>
            </a:extLst>
          </p:cNvPr>
          <p:cNvSpPr>
            <a:spLocks noGrp="1"/>
          </p:cNvSpPr>
          <p:nvPr>
            <p:ph type="subTitle" idx="1"/>
          </p:nvPr>
        </p:nvSpPr>
        <p:spPr>
          <a:xfrm>
            <a:off x="628012" y="5263523"/>
            <a:ext cx="2376446" cy="168254"/>
          </a:xfrm>
        </p:spPr>
        <p:txBody>
          <a:bodyPr/>
          <a:lstStyle/>
          <a:p>
            <a:r>
              <a:rPr lang="en-US" dirty="0"/>
              <a:t>January 26</a:t>
            </a:r>
            <a:r>
              <a:rPr lang="en-US" baseline="30000" dirty="0"/>
              <a:t>th</a:t>
            </a:r>
            <a:r>
              <a:rPr lang="en-US" dirty="0"/>
              <a:t>, 2026</a:t>
            </a:r>
          </a:p>
        </p:txBody>
      </p:sp>
      <p:sp>
        <p:nvSpPr>
          <p:cNvPr id="5" name="Oval 4">
            <a:extLst>
              <a:ext uri="{FF2B5EF4-FFF2-40B4-BE49-F238E27FC236}">
                <a16:creationId xmlns:a16="http://schemas.microsoft.com/office/drawing/2014/main" id="{6B242D84-6850-DEB8-C592-3A97A9D522A0}"/>
              </a:ext>
            </a:extLst>
          </p:cNvPr>
          <p:cNvSpPr/>
          <p:nvPr/>
        </p:nvSpPr>
        <p:spPr>
          <a:xfrm>
            <a:off x="7101347" y="-563635"/>
            <a:ext cx="7772400" cy="7915408"/>
          </a:xfrm>
          <a:prstGeom prst="ellipse">
            <a:avLst/>
          </a:prstGeom>
          <a:solidFill>
            <a:schemeClr val="bg2">
              <a:lumMod val="95000"/>
              <a:alpha val="7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CDA8A2DC-33F4-7219-6E22-804F31120B9C}"/>
              </a:ext>
            </a:extLst>
          </p:cNvPr>
          <p:cNvSpPr/>
          <p:nvPr/>
        </p:nvSpPr>
        <p:spPr>
          <a:xfrm>
            <a:off x="0" y="-820184"/>
            <a:ext cx="12192000" cy="820183"/>
          </a:xfrm>
          <a:prstGeom prst="rect">
            <a:avLst/>
          </a:prstGeom>
          <a:solidFill>
            <a:srgbClr val="ECECE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F3A1F278-DC84-FA1C-BCF7-BE3682BE14FB}"/>
              </a:ext>
            </a:extLst>
          </p:cNvPr>
          <p:cNvSpPr/>
          <p:nvPr/>
        </p:nvSpPr>
        <p:spPr>
          <a:xfrm rot="5400000">
            <a:off x="10089270" y="1131913"/>
            <a:ext cx="8323726" cy="4105552"/>
          </a:xfrm>
          <a:prstGeom prst="rect">
            <a:avLst/>
          </a:prstGeom>
          <a:solidFill>
            <a:srgbClr val="ECECE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7FC2018-DA99-0595-07F1-FA352D6EE871}"/>
              </a:ext>
            </a:extLst>
          </p:cNvPr>
          <p:cNvSpPr/>
          <p:nvPr/>
        </p:nvSpPr>
        <p:spPr>
          <a:xfrm>
            <a:off x="6592410" y="2348207"/>
            <a:ext cx="3811710" cy="3811710"/>
          </a:xfrm>
          <a:prstGeom prst="ellipse">
            <a:avLst/>
          </a:prstGeom>
          <a:solidFill>
            <a:schemeClr val="accent2">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32A3008D-156E-D146-D655-F93F1F03A339}"/>
              </a:ext>
            </a:extLst>
          </p:cNvPr>
          <p:cNvSpPr/>
          <p:nvPr/>
        </p:nvSpPr>
        <p:spPr>
          <a:xfrm>
            <a:off x="0" y="6852799"/>
            <a:ext cx="12192000" cy="820183"/>
          </a:xfrm>
          <a:prstGeom prst="rect">
            <a:avLst/>
          </a:prstGeom>
          <a:solidFill>
            <a:srgbClr val="ECECE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119">
            <a:extLst>
              <a:ext uri="{FF2B5EF4-FFF2-40B4-BE49-F238E27FC236}">
                <a16:creationId xmlns:a16="http://schemas.microsoft.com/office/drawing/2014/main" id="{D595747C-56CD-79B2-F4D0-0F2BE4FCE969}"/>
              </a:ext>
            </a:extLst>
          </p:cNvPr>
          <p:cNvGrpSpPr/>
          <p:nvPr/>
        </p:nvGrpSpPr>
        <p:grpSpPr>
          <a:xfrm>
            <a:off x="6442012" y="692881"/>
            <a:ext cx="4084926" cy="4494154"/>
            <a:chOff x="6745206" y="1677187"/>
            <a:chExt cx="4235417" cy="4659721"/>
          </a:xfrm>
        </p:grpSpPr>
        <p:sp>
          <p:nvSpPr>
            <p:cNvPr id="53" name="Freeform 52">
              <a:extLst>
                <a:ext uri="{FF2B5EF4-FFF2-40B4-BE49-F238E27FC236}">
                  <a16:creationId xmlns:a16="http://schemas.microsoft.com/office/drawing/2014/main" id="{2B8BBAD6-0253-190F-97D5-6E67E84F753A}"/>
                </a:ext>
              </a:extLst>
            </p:cNvPr>
            <p:cNvSpPr/>
            <p:nvPr/>
          </p:nvSpPr>
          <p:spPr>
            <a:xfrm>
              <a:off x="8874704" y="3214793"/>
              <a:ext cx="294425" cy="260646"/>
            </a:xfrm>
            <a:custGeom>
              <a:avLst/>
              <a:gdLst>
                <a:gd name="connsiteX0" fmla="*/ 41784 w 84094"/>
                <a:gd name="connsiteY0" fmla="*/ 74447 h 74446"/>
                <a:gd name="connsiteX1" fmla="*/ 14673 w 84094"/>
                <a:gd name="connsiteY1" fmla="*/ 74447 h 74446"/>
                <a:gd name="connsiteX2" fmla="*/ 0 w 84094"/>
                <a:gd name="connsiteY2" fmla="*/ 59659 h 74446"/>
                <a:gd name="connsiteX3" fmla="*/ 2089 w 84094"/>
                <a:gd name="connsiteY3" fmla="*/ 52145 h 74446"/>
                <a:gd name="connsiteX4" fmla="*/ 15477 w 84094"/>
                <a:gd name="connsiteY4" fmla="*/ 30312 h 74446"/>
                <a:gd name="connsiteX5" fmla="*/ 29400 w 84094"/>
                <a:gd name="connsiteY5" fmla="*/ 7139 h 74446"/>
                <a:gd name="connsiteX6" fmla="*/ 49609 w 84094"/>
                <a:gd name="connsiteY6" fmla="*/ 2110 h 74446"/>
                <a:gd name="connsiteX7" fmla="*/ 54637 w 84094"/>
                <a:gd name="connsiteY7" fmla="*/ 7139 h 74446"/>
                <a:gd name="connsiteX8" fmla="*/ 68560 w 84094"/>
                <a:gd name="connsiteY8" fmla="*/ 30312 h 74446"/>
                <a:gd name="connsiteX9" fmla="*/ 81948 w 84094"/>
                <a:gd name="connsiteY9" fmla="*/ 52145 h 74446"/>
                <a:gd name="connsiteX10" fmla="*/ 77062 w 84094"/>
                <a:gd name="connsiteY10" fmla="*/ 72304 h 74446"/>
                <a:gd name="connsiteX11" fmla="*/ 69363 w 84094"/>
                <a:gd name="connsiteY11" fmla="*/ 74447 h 74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094" h="74446">
                  <a:moveTo>
                    <a:pt x="41784" y="74447"/>
                  </a:moveTo>
                  <a:lnTo>
                    <a:pt x="14673" y="74447"/>
                  </a:lnTo>
                  <a:cubicBezTo>
                    <a:pt x="6540" y="74420"/>
                    <a:pt x="-33" y="67796"/>
                    <a:pt x="0" y="59659"/>
                  </a:cubicBezTo>
                  <a:cubicBezTo>
                    <a:pt x="7" y="57014"/>
                    <a:pt x="730" y="54415"/>
                    <a:pt x="2089" y="52145"/>
                  </a:cubicBezTo>
                  <a:lnTo>
                    <a:pt x="15477" y="30312"/>
                  </a:lnTo>
                  <a:lnTo>
                    <a:pt x="29400" y="7139"/>
                  </a:lnTo>
                  <a:cubicBezTo>
                    <a:pt x="33591" y="167"/>
                    <a:pt x="42641" y="-2083"/>
                    <a:pt x="49609" y="2110"/>
                  </a:cubicBezTo>
                  <a:cubicBezTo>
                    <a:pt x="51671" y="3355"/>
                    <a:pt x="53398" y="5077"/>
                    <a:pt x="54637" y="7139"/>
                  </a:cubicBezTo>
                  <a:lnTo>
                    <a:pt x="68560" y="30312"/>
                  </a:lnTo>
                  <a:lnTo>
                    <a:pt x="81948" y="52145"/>
                  </a:lnTo>
                  <a:cubicBezTo>
                    <a:pt x="86165" y="59063"/>
                    <a:pt x="83976" y="68085"/>
                    <a:pt x="77062" y="72304"/>
                  </a:cubicBezTo>
                  <a:cubicBezTo>
                    <a:pt x="74745" y="73717"/>
                    <a:pt x="72081" y="74460"/>
                    <a:pt x="69363" y="74447"/>
                  </a:cubicBezTo>
                  <a:close/>
                </a:path>
              </a:pathLst>
            </a:custGeom>
            <a:solidFill>
              <a:srgbClr val="0051AF"/>
            </a:solidFill>
            <a:ln w="6694"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03F51582-EB8F-0AB9-6D87-A249BC6D6495}"/>
                </a:ext>
              </a:extLst>
            </p:cNvPr>
            <p:cNvSpPr/>
            <p:nvPr/>
          </p:nvSpPr>
          <p:spPr>
            <a:xfrm>
              <a:off x="8862915" y="3202952"/>
              <a:ext cx="314070" cy="284208"/>
            </a:xfrm>
            <a:custGeom>
              <a:avLst/>
              <a:gdLst>
                <a:gd name="connsiteX0" fmla="*/ 72195 w 89705"/>
                <a:gd name="connsiteY0" fmla="*/ 81177 h 81176"/>
                <a:gd name="connsiteX1" fmla="*/ 18040 w 89705"/>
                <a:gd name="connsiteY1" fmla="*/ 81177 h 81176"/>
                <a:gd name="connsiteX2" fmla="*/ 0 w 89705"/>
                <a:gd name="connsiteY2" fmla="*/ 63061 h 81176"/>
                <a:gd name="connsiteX3" fmla="*/ 2577 w 89705"/>
                <a:gd name="connsiteY3" fmla="*/ 53785 h 81176"/>
                <a:gd name="connsiteX4" fmla="*/ 29353 w 89705"/>
                <a:gd name="connsiteY4" fmla="*/ 8779 h 81176"/>
                <a:gd name="connsiteX5" fmla="*/ 54154 w 89705"/>
                <a:gd name="connsiteY5" fmla="*/ 2584 h 81176"/>
                <a:gd name="connsiteX6" fmla="*/ 60347 w 89705"/>
                <a:gd name="connsiteY6" fmla="*/ 8779 h 81176"/>
                <a:gd name="connsiteX7" fmla="*/ 87123 w 89705"/>
                <a:gd name="connsiteY7" fmla="*/ 53785 h 81176"/>
                <a:gd name="connsiteX8" fmla="*/ 80930 w 89705"/>
                <a:gd name="connsiteY8" fmla="*/ 78599 h 81176"/>
                <a:gd name="connsiteX9" fmla="*/ 71659 w 89705"/>
                <a:gd name="connsiteY9" fmla="*/ 81177 h 81176"/>
                <a:gd name="connsiteX10" fmla="*/ 45419 w 89705"/>
                <a:gd name="connsiteY10" fmla="*/ 6703 h 81176"/>
                <a:gd name="connsiteX11" fmla="*/ 35646 w 89705"/>
                <a:gd name="connsiteY11" fmla="*/ 12195 h 81176"/>
                <a:gd name="connsiteX12" fmla="*/ 8870 w 89705"/>
                <a:gd name="connsiteY12" fmla="*/ 57268 h 81176"/>
                <a:gd name="connsiteX13" fmla="*/ 12638 w 89705"/>
                <a:gd name="connsiteY13" fmla="*/ 72826 h 81176"/>
                <a:gd name="connsiteX14" fmla="*/ 18576 w 89705"/>
                <a:gd name="connsiteY14" fmla="*/ 74479 h 81176"/>
                <a:gd name="connsiteX15" fmla="*/ 72730 w 89705"/>
                <a:gd name="connsiteY15" fmla="*/ 74479 h 81176"/>
                <a:gd name="connsiteX16" fmla="*/ 84103 w 89705"/>
                <a:gd name="connsiteY16" fmla="*/ 63087 h 81176"/>
                <a:gd name="connsiteX17" fmla="*/ 82504 w 89705"/>
                <a:gd name="connsiteY17" fmla="*/ 57268 h 81176"/>
                <a:gd name="connsiteX18" fmla="*/ 55393 w 89705"/>
                <a:gd name="connsiteY18" fmla="*/ 12195 h 81176"/>
                <a:gd name="connsiteX19" fmla="*/ 45151 w 89705"/>
                <a:gd name="connsiteY19" fmla="*/ 6703 h 8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705" h="81176">
                  <a:moveTo>
                    <a:pt x="72195" y="81177"/>
                  </a:moveTo>
                  <a:lnTo>
                    <a:pt x="18040" y="81177"/>
                  </a:lnTo>
                  <a:cubicBezTo>
                    <a:pt x="8060" y="81157"/>
                    <a:pt x="-20" y="73046"/>
                    <a:pt x="0" y="63061"/>
                  </a:cubicBezTo>
                  <a:cubicBezTo>
                    <a:pt x="7" y="59792"/>
                    <a:pt x="897" y="56584"/>
                    <a:pt x="2577" y="53785"/>
                  </a:cubicBezTo>
                  <a:lnTo>
                    <a:pt x="29353" y="8779"/>
                  </a:lnTo>
                  <a:cubicBezTo>
                    <a:pt x="34488" y="214"/>
                    <a:pt x="45593" y="-2559"/>
                    <a:pt x="54154" y="2584"/>
                  </a:cubicBezTo>
                  <a:cubicBezTo>
                    <a:pt x="56691" y="4105"/>
                    <a:pt x="58820" y="6234"/>
                    <a:pt x="60347" y="8779"/>
                  </a:cubicBezTo>
                  <a:lnTo>
                    <a:pt x="87123" y="53785"/>
                  </a:lnTo>
                  <a:cubicBezTo>
                    <a:pt x="92263" y="62344"/>
                    <a:pt x="89492" y="73455"/>
                    <a:pt x="80930" y="78599"/>
                  </a:cubicBezTo>
                  <a:cubicBezTo>
                    <a:pt x="78132" y="80279"/>
                    <a:pt x="74926" y="81170"/>
                    <a:pt x="71659" y="81177"/>
                  </a:cubicBezTo>
                  <a:close/>
                  <a:moveTo>
                    <a:pt x="45419" y="6703"/>
                  </a:moveTo>
                  <a:cubicBezTo>
                    <a:pt x="41422" y="6690"/>
                    <a:pt x="37714" y="8773"/>
                    <a:pt x="35646" y="12195"/>
                  </a:cubicBezTo>
                  <a:lnTo>
                    <a:pt x="8870" y="57268"/>
                  </a:lnTo>
                  <a:cubicBezTo>
                    <a:pt x="5616" y="62606"/>
                    <a:pt x="7303" y="69571"/>
                    <a:pt x="12638" y="72826"/>
                  </a:cubicBezTo>
                  <a:cubicBezTo>
                    <a:pt x="14426" y="73917"/>
                    <a:pt x="16481" y="74486"/>
                    <a:pt x="18576" y="74479"/>
                  </a:cubicBezTo>
                  <a:lnTo>
                    <a:pt x="72730" y="74479"/>
                  </a:lnTo>
                  <a:cubicBezTo>
                    <a:pt x="79016" y="74479"/>
                    <a:pt x="84110" y="69376"/>
                    <a:pt x="84103" y="63087"/>
                  </a:cubicBezTo>
                  <a:cubicBezTo>
                    <a:pt x="84103" y="61038"/>
                    <a:pt x="83554" y="59029"/>
                    <a:pt x="82504" y="57268"/>
                  </a:cubicBezTo>
                  <a:lnTo>
                    <a:pt x="55393" y="12195"/>
                  </a:lnTo>
                  <a:cubicBezTo>
                    <a:pt x="53251" y="8619"/>
                    <a:pt x="49315" y="6502"/>
                    <a:pt x="45151" y="6703"/>
                  </a:cubicBezTo>
                  <a:close/>
                </a:path>
              </a:pathLst>
            </a:custGeom>
            <a:solidFill>
              <a:srgbClr val="0B2750"/>
            </a:solidFill>
            <a:ln w="6694"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0348285D-7E95-ED6A-859A-9654AE5D40B6}"/>
                </a:ext>
              </a:extLst>
            </p:cNvPr>
            <p:cNvSpPr/>
            <p:nvPr/>
          </p:nvSpPr>
          <p:spPr>
            <a:xfrm>
              <a:off x="9004020" y="2635840"/>
              <a:ext cx="83537" cy="74700"/>
            </a:xfrm>
            <a:custGeom>
              <a:avLst/>
              <a:gdLst>
                <a:gd name="connsiteX0" fmla="*/ 11962 w 23860"/>
                <a:gd name="connsiteY0" fmla="*/ 21336 h 21336"/>
                <a:gd name="connsiteX1" fmla="*/ 4197 w 23860"/>
                <a:gd name="connsiteY1" fmla="*/ 21336 h 21336"/>
                <a:gd name="connsiteX2" fmla="*/ 0 w 23860"/>
                <a:gd name="connsiteY2" fmla="*/ 17097 h 21336"/>
                <a:gd name="connsiteX3" fmla="*/ 582 w 23860"/>
                <a:gd name="connsiteY3" fmla="*/ 14974 h 21336"/>
                <a:gd name="connsiteX4" fmla="*/ 4331 w 23860"/>
                <a:gd name="connsiteY4" fmla="*/ 8745 h 21336"/>
                <a:gd name="connsiteX5" fmla="*/ 8348 w 23860"/>
                <a:gd name="connsiteY5" fmla="*/ 2048 h 21336"/>
                <a:gd name="connsiteX6" fmla="*/ 14138 w 23860"/>
                <a:gd name="connsiteY6" fmla="*/ 602 h 21336"/>
                <a:gd name="connsiteX7" fmla="*/ 15577 w 23860"/>
                <a:gd name="connsiteY7" fmla="*/ 2048 h 21336"/>
                <a:gd name="connsiteX8" fmla="*/ 19526 w 23860"/>
                <a:gd name="connsiteY8" fmla="*/ 8745 h 21336"/>
                <a:gd name="connsiteX9" fmla="*/ 23275 w 23860"/>
                <a:gd name="connsiteY9" fmla="*/ 14974 h 21336"/>
                <a:gd name="connsiteX10" fmla="*/ 21782 w 23860"/>
                <a:gd name="connsiteY10" fmla="*/ 20754 h 21336"/>
                <a:gd name="connsiteX11" fmla="*/ 19660 w 23860"/>
                <a:gd name="connsiteY11" fmla="*/ 21336 h 21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860" h="21336">
                  <a:moveTo>
                    <a:pt x="11962" y="21336"/>
                  </a:moveTo>
                  <a:lnTo>
                    <a:pt x="4197" y="21336"/>
                  </a:lnTo>
                  <a:cubicBezTo>
                    <a:pt x="1868" y="21330"/>
                    <a:pt x="-13" y="19428"/>
                    <a:pt x="0" y="17097"/>
                  </a:cubicBezTo>
                  <a:cubicBezTo>
                    <a:pt x="0" y="16353"/>
                    <a:pt x="201" y="15617"/>
                    <a:pt x="582" y="14974"/>
                  </a:cubicBezTo>
                  <a:lnTo>
                    <a:pt x="4331" y="8745"/>
                  </a:lnTo>
                  <a:lnTo>
                    <a:pt x="8348" y="2048"/>
                  </a:lnTo>
                  <a:cubicBezTo>
                    <a:pt x="9546" y="52"/>
                    <a:pt x="12136" y="-597"/>
                    <a:pt x="14138" y="602"/>
                  </a:cubicBezTo>
                  <a:cubicBezTo>
                    <a:pt x="14727" y="963"/>
                    <a:pt x="15222" y="1459"/>
                    <a:pt x="15577" y="2048"/>
                  </a:cubicBezTo>
                  <a:lnTo>
                    <a:pt x="19526" y="8745"/>
                  </a:lnTo>
                  <a:lnTo>
                    <a:pt x="23275" y="14974"/>
                  </a:lnTo>
                  <a:cubicBezTo>
                    <a:pt x="24460" y="16983"/>
                    <a:pt x="23791" y="19568"/>
                    <a:pt x="21782" y="20754"/>
                  </a:cubicBezTo>
                  <a:cubicBezTo>
                    <a:pt x="21140" y="21129"/>
                    <a:pt x="20410" y="21336"/>
                    <a:pt x="19660" y="21336"/>
                  </a:cubicBezTo>
                  <a:close/>
                </a:path>
              </a:pathLst>
            </a:custGeom>
            <a:solidFill>
              <a:srgbClr val="74BF4B"/>
            </a:solidFill>
            <a:ln w="6694"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D786236E-145A-3B39-A1CB-241B64020CE7}"/>
                </a:ext>
              </a:extLst>
            </p:cNvPr>
            <p:cNvSpPr/>
            <p:nvPr/>
          </p:nvSpPr>
          <p:spPr>
            <a:xfrm>
              <a:off x="8991321" y="2624457"/>
              <a:ext cx="108588" cy="97832"/>
            </a:xfrm>
            <a:custGeom>
              <a:avLst/>
              <a:gdLst>
                <a:gd name="connsiteX0" fmla="*/ 23288 w 31015"/>
                <a:gd name="connsiteY0" fmla="*/ 27936 h 27943"/>
                <a:gd name="connsiteX1" fmla="*/ 7825 w 31015"/>
                <a:gd name="connsiteY1" fmla="*/ 27936 h 27943"/>
                <a:gd name="connsiteX2" fmla="*/ 6 w 31015"/>
                <a:gd name="connsiteY2" fmla="*/ 20770 h 27943"/>
                <a:gd name="connsiteX3" fmla="*/ 1131 w 31015"/>
                <a:gd name="connsiteY3" fmla="*/ 16483 h 27943"/>
                <a:gd name="connsiteX4" fmla="*/ 8829 w 31015"/>
                <a:gd name="connsiteY4" fmla="*/ 3625 h 27943"/>
                <a:gd name="connsiteX5" fmla="*/ 15523 w 31015"/>
                <a:gd name="connsiteY5" fmla="*/ 8 h 27943"/>
                <a:gd name="connsiteX6" fmla="*/ 15523 w 31015"/>
                <a:gd name="connsiteY6" fmla="*/ 8 h 27943"/>
                <a:gd name="connsiteX7" fmla="*/ 22217 w 31015"/>
                <a:gd name="connsiteY7" fmla="*/ 3625 h 27943"/>
                <a:gd name="connsiteX8" fmla="*/ 29982 w 31015"/>
                <a:gd name="connsiteY8" fmla="*/ 16483 h 27943"/>
                <a:gd name="connsiteX9" fmla="*/ 29982 w 31015"/>
                <a:gd name="connsiteY9" fmla="*/ 24118 h 27943"/>
                <a:gd name="connsiteX10" fmla="*/ 23288 w 31015"/>
                <a:gd name="connsiteY10" fmla="*/ 27936 h 27943"/>
                <a:gd name="connsiteX11" fmla="*/ 15590 w 31015"/>
                <a:gd name="connsiteY11" fmla="*/ 6705 h 27943"/>
                <a:gd name="connsiteX12" fmla="*/ 14853 w 31015"/>
                <a:gd name="connsiteY12" fmla="*/ 7107 h 27943"/>
                <a:gd name="connsiteX13" fmla="*/ 7088 w 31015"/>
                <a:gd name="connsiteY13" fmla="*/ 20100 h 27943"/>
                <a:gd name="connsiteX14" fmla="*/ 7088 w 31015"/>
                <a:gd name="connsiteY14" fmla="*/ 20971 h 27943"/>
                <a:gd name="connsiteX15" fmla="*/ 7825 w 31015"/>
                <a:gd name="connsiteY15" fmla="*/ 21372 h 27943"/>
                <a:gd name="connsiteX16" fmla="*/ 23288 w 31015"/>
                <a:gd name="connsiteY16" fmla="*/ 21372 h 27943"/>
                <a:gd name="connsiteX17" fmla="*/ 24024 w 31015"/>
                <a:gd name="connsiteY17" fmla="*/ 20971 h 27943"/>
                <a:gd name="connsiteX18" fmla="*/ 24024 w 31015"/>
                <a:gd name="connsiteY18" fmla="*/ 20100 h 27943"/>
                <a:gd name="connsiteX19" fmla="*/ 16326 w 31015"/>
                <a:gd name="connsiteY19" fmla="*/ 7241 h 27943"/>
                <a:gd name="connsiteX20" fmla="*/ 15590 w 31015"/>
                <a:gd name="connsiteY20" fmla="*/ 6705 h 27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015" h="27943">
                  <a:moveTo>
                    <a:pt x="23288" y="27936"/>
                  </a:moveTo>
                  <a:lnTo>
                    <a:pt x="7825" y="27936"/>
                  </a:lnTo>
                  <a:cubicBezTo>
                    <a:pt x="3688" y="28116"/>
                    <a:pt x="187" y="24908"/>
                    <a:pt x="6" y="20770"/>
                  </a:cubicBezTo>
                  <a:cubicBezTo>
                    <a:pt x="-54" y="19256"/>
                    <a:pt x="334" y="17769"/>
                    <a:pt x="1131" y="16483"/>
                  </a:cubicBezTo>
                  <a:lnTo>
                    <a:pt x="8829" y="3625"/>
                  </a:lnTo>
                  <a:cubicBezTo>
                    <a:pt x="10248" y="1301"/>
                    <a:pt x="12805" y="-79"/>
                    <a:pt x="15523" y="8"/>
                  </a:cubicBezTo>
                  <a:lnTo>
                    <a:pt x="15523" y="8"/>
                  </a:lnTo>
                  <a:cubicBezTo>
                    <a:pt x="18254" y="-119"/>
                    <a:pt x="20831" y="1267"/>
                    <a:pt x="22217" y="3625"/>
                  </a:cubicBezTo>
                  <a:lnTo>
                    <a:pt x="29982" y="16483"/>
                  </a:lnTo>
                  <a:cubicBezTo>
                    <a:pt x="31361" y="18841"/>
                    <a:pt x="31361" y="21761"/>
                    <a:pt x="29982" y="24118"/>
                  </a:cubicBezTo>
                  <a:cubicBezTo>
                    <a:pt x="28623" y="26529"/>
                    <a:pt x="26052" y="27996"/>
                    <a:pt x="23288" y="27936"/>
                  </a:cubicBezTo>
                  <a:close/>
                  <a:moveTo>
                    <a:pt x="15590" y="6705"/>
                  </a:moveTo>
                  <a:cubicBezTo>
                    <a:pt x="15590" y="6705"/>
                    <a:pt x="15054" y="6705"/>
                    <a:pt x="14853" y="7107"/>
                  </a:cubicBezTo>
                  <a:lnTo>
                    <a:pt x="7088" y="20100"/>
                  </a:lnTo>
                  <a:cubicBezTo>
                    <a:pt x="6914" y="20368"/>
                    <a:pt x="6914" y="20703"/>
                    <a:pt x="7088" y="20971"/>
                  </a:cubicBezTo>
                  <a:cubicBezTo>
                    <a:pt x="7236" y="21232"/>
                    <a:pt x="7523" y="21386"/>
                    <a:pt x="7825" y="21372"/>
                  </a:cubicBezTo>
                  <a:lnTo>
                    <a:pt x="23288" y="21372"/>
                  </a:lnTo>
                  <a:cubicBezTo>
                    <a:pt x="23596" y="21406"/>
                    <a:pt x="23883" y="21245"/>
                    <a:pt x="24024" y="20971"/>
                  </a:cubicBezTo>
                  <a:cubicBezTo>
                    <a:pt x="24198" y="20703"/>
                    <a:pt x="24198" y="20368"/>
                    <a:pt x="24024" y="20100"/>
                  </a:cubicBezTo>
                  <a:lnTo>
                    <a:pt x="16326" y="7241"/>
                  </a:lnTo>
                  <a:cubicBezTo>
                    <a:pt x="16199" y="6940"/>
                    <a:pt x="15918" y="6732"/>
                    <a:pt x="15590" y="6705"/>
                  </a:cubicBezTo>
                  <a:close/>
                </a:path>
              </a:pathLst>
            </a:custGeom>
            <a:solidFill>
              <a:srgbClr val="0B2750"/>
            </a:solidFill>
            <a:ln w="6694"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8B0E2BB1-3589-20E1-27D1-8E8B2BDBD132}"/>
                </a:ext>
              </a:extLst>
            </p:cNvPr>
            <p:cNvSpPr/>
            <p:nvPr/>
          </p:nvSpPr>
          <p:spPr>
            <a:xfrm>
              <a:off x="7970701" y="2543903"/>
              <a:ext cx="223212" cy="198994"/>
            </a:xfrm>
            <a:custGeom>
              <a:avLst/>
              <a:gdLst>
                <a:gd name="connsiteX0" fmla="*/ 31910 w 63754"/>
                <a:gd name="connsiteY0" fmla="*/ 56838 h 56837"/>
                <a:gd name="connsiteX1" fmla="*/ 11226 w 63754"/>
                <a:gd name="connsiteY1" fmla="*/ 56838 h 56837"/>
                <a:gd name="connsiteX2" fmla="*/ 0 w 63754"/>
                <a:gd name="connsiteY2" fmla="*/ 45566 h 56837"/>
                <a:gd name="connsiteX3" fmla="*/ 1587 w 63754"/>
                <a:gd name="connsiteY3" fmla="*/ 39827 h 56837"/>
                <a:gd name="connsiteX4" fmla="*/ 11627 w 63754"/>
                <a:gd name="connsiteY4" fmla="*/ 23150 h 56837"/>
                <a:gd name="connsiteX5" fmla="*/ 22271 w 63754"/>
                <a:gd name="connsiteY5" fmla="*/ 5403 h 56837"/>
                <a:gd name="connsiteX6" fmla="*/ 37727 w 63754"/>
                <a:gd name="connsiteY6" fmla="*/ 1645 h 56837"/>
                <a:gd name="connsiteX7" fmla="*/ 41483 w 63754"/>
                <a:gd name="connsiteY7" fmla="*/ 5403 h 56837"/>
                <a:gd name="connsiteX8" fmla="*/ 52126 w 63754"/>
                <a:gd name="connsiteY8" fmla="*/ 23150 h 56837"/>
                <a:gd name="connsiteX9" fmla="*/ 62167 w 63754"/>
                <a:gd name="connsiteY9" fmla="*/ 39827 h 56837"/>
                <a:gd name="connsiteX10" fmla="*/ 58265 w 63754"/>
                <a:gd name="connsiteY10" fmla="*/ 55250 h 56837"/>
                <a:gd name="connsiteX11" fmla="*/ 52528 w 63754"/>
                <a:gd name="connsiteY11" fmla="*/ 56838 h 56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754" h="56837">
                  <a:moveTo>
                    <a:pt x="31910" y="56838"/>
                  </a:moveTo>
                  <a:lnTo>
                    <a:pt x="11226" y="56838"/>
                  </a:lnTo>
                  <a:cubicBezTo>
                    <a:pt x="5014" y="56824"/>
                    <a:pt x="-13" y="51781"/>
                    <a:pt x="0" y="45566"/>
                  </a:cubicBezTo>
                  <a:cubicBezTo>
                    <a:pt x="7" y="43544"/>
                    <a:pt x="556" y="41561"/>
                    <a:pt x="1587" y="39827"/>
                  </a:cubicBezTo>
                  <a:lnTo>
                    <a:pt x="11627" y="23150"/>
                  </a:lnTo>
                  <a:lnTo>
                    <a:pt x="22271" y="5403"/>
                  </a:lnTo>
                  <a:cubicBezTo>
                    <a:pt x="25497" y="92"/>
                    <a:pt x="32419" y="-1589"/>
                    <a:pt x="37727" y="1645"/>
                  </a:cubicBezTo>
                  <a:cubicBezTo>
                    <a:pt x="39260" y="2576"/>
                    <a:pt x="40546" y="3869"/>
                    <a:pt x="41483" y="5403"/>
                  </a:cubicBezTo>
                  <a:lnTo>
                    <a:pt x="52126" y="23150"/>
                  </a:lnTo>
                  <a:lnTo>
                    <a:pt x="62167" y="39827"/>
                  </a:lnTo>
                  <a:cubicBezTo>
                    <a:pt x="65347" y="45164"/>
                    <a:pt x="63600" y="52069"/>
                    <a:pt x="58265" y="55250"/>
                  </a:cubicBezTo>
                  <a:cubicBezTo>
                    <a:pt x="56531" y="56288"/>
                    <a:pt x="54549" y="56831"/>
                    <a:pt x="52528" y="56838"/>
                  </a:cubicBezTo>
                  <a:close/>
                </a:path>
              </a:pathLst>
            </a:custGeom>
            <a:solidFill>
              <a:srgbClr val="FBAB2C"/>
            </a:solidFill>
            <a:ln w="6694"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EB6C4B3-23F8-31FD-AF49-D7AE7E6226BD}"/>
                </a:ext>
              </a:extLst>
            </p:cNvPr>
            <p:cNvSpPr/>
            <p:nvPr/>
          </p:nvSpPr>
          <p:spPr>
            <a:xfrm>
              <a:off x="7958913" y="2532101"/>
              <a:ext cx="246557" cy="222518"/>
            </a:xfrm>
            <a:custGeom>
              <a:avLst/>
              <a:gdLst>
                <a:gd name="connsiteX0" fmla="*/ 55895 w 70422"/>
                <a:gd name="connsiteY0" fmla="*/ 63557 h 63556"/>
                <a:gd name="connsiteX1" fmla="*/ 14593 w 70422"/>
                <a:gd name="connsiteY1" fmla="*/ 63557 h 63556"/>
                <a:gd name="connsiteX2" fmla="*/ 0 w 70422"/>
                <a:gd name="connsiteY2" fmla="*/ 48957 h 63556"/>
                <a:gd name="connsiteX3" fmla="*/ 2075 w 70422"/>
                <a:gd name="connsiteY3" fmla="*/ 41456 h 63556"/>
                <a:gd name="connsiteX4" fmla="*/ 22760 w 70422"/>
                <a:gd name="connsiteY4" fmla="*/ 7099 h 63556"/>
                <a:gd name="connsiteX5" fmla="*/ 35210 w 70422"/>
                <a:gd name="connsiteY5" fmla="*/ 0 h 63556"/>
                <a:gd name="connsiteX6" fmla="*/ 35210 w 70422"/>
                <a:gd name="connsiteY6" fmla="*/ 0 h 63556"/>
                <a:gd name="connsiteX7" fmla="*/ 47661 w 70422"/>
                <a:gd name="connsiteY7" fmla="*/ 7099 h 63556"/>
                <a:gd name="connsiteX8" fmla="*/ 68346 w 70422"/>
                <a:gd name="connsiteY8" fmla="*/ 41456 h 63556"/>
                <a:gd name="connsiteX9" fmla="*/ 63325 w 70422"/>
                <a:gd name="connsiteY9" fmla="*/ 61481 h 63556"/>
                <a:gd name="connsiteX10" fmla="*/ 55828 w 70422"/>
                <a:gd name="connsiteY10" fmla="*/ 63557 h 63556"/>
                <a:gd name="connsiteX11" fmla="*/ 35277 w 70422"/>
                <a:gd name="connsiteY11" fmla="*/ 6697 h 63556"/>
                <a:gd name="connsiteX12" fmla="*/ 35277 w 70422"/>
                <a:gd name="connsiteY12" fmla="*/ 6697 h 63556"/>
                <a:gd name="connsiteX13" fmla="*/ 28583 w 70422"/>
                <a:gd name="connsiteY13" fmla="*/ 10515 h 63556"/>
                <a:gd name="connsiteX14" fmla="*/ 7899 w 70422"/>
                <a:gd name="connsiteY14" fmla="*/ 44872 h 63556"/>
                <a:gd name="connsiteX15" fmla="*/ 7899 w 70422"/>
                <a:gd name="connsiteY15" fmla="*/ 52842 h 63556"/>
                <a:gd name="connsiteX16" fmla="*/ 14593 w 70422"/>
                <a:gd name="connsiteY16" fmla="*/ 56860 h 63556"/>
                <a:gd name="connsiteX17" fmla="*/ 55895 w 70422"/>
                <a:gd name="connsiteY17" fmla="*/ 56860 h 63556"/>
                <a:gd name="connsiteX18" fmla="*/ 63727 w 70422"/>
                <a:gd name="connsiteY18" fmla="*/ 48890 h 63556"/>
                <a:gd name="connsiteX19" fmla="*/ 62589 w 70422"/>
                <a:gd name="connsiteY19" fmla="*/ 44872 h 63556"/>
                <a:gd name="connsiteX20" fmla="*/ 41904 w 70422"/>
                <a:gd name="connsiteY20" fmla="*/ 10515 h 63556"/>
                <a:gd name="connsiteX21" fmla="*/ 35277 w 70422"/>
                <a:gd name="connsiteY21" fmla="*/ 6697 h 6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0422" h="63556">
                  <a:moveTo>
                    <a:pt x="55895" y="63557"/>
                  </a:moveTo>
                  <a:lnTo>
                    <a:pt x="14593" y="63557"/>
                  </a:lnTo>
                  <a:cubicBezTo>
                    <a:pt x="6533" y="63557"/>
                    <a:pt x="0" y="57021"/>
                    <a:pt x="0" y="48957"/>
                  </a:cubicBezTo>
                  <a:cubicBezTo>
                    <a:pt x="0" y="46312"/>
                    <a:pt x="716" y="43720"/>
                    <a:pt x="2075" y="41456"/>
                  </a:cubicBezTo>
                  <a:lnTo>
                    <a:pt x="22760" y="7099"/>
                  </a:lnTo>
                  <a:cubicBezTo>
                    <a:pt x="25364" y="2699"/>
                    <a:pt x="30096" y="0"/>
                    <a:pt x="35210" y="0"/>
                  </a:cubicBezTo>
                  <a:lnTo>
                    <a:pt x="35210" y="0"/>
                  </a:lnTo>
                  <a:cubicBezTo>
                    <a:pt x="40325" y="0"/>
                    <a:pt x="45057" y="2699"/>
                    <a:pt x="47661" y="7099"/>
                  </a:cubicBezTo>
                  <a:lnTo>
                    <a:pt x="68346" y="41456"/>
                  </a:lnTo>
                  <a:cubicBezTo>
                    <a:pt x="72489" y="48374"/>
                    <a:pt x="70240" y="57342"/>
                    <a:pt x="63325" y="61481"/>
                  </a:cubicBezTo>
                  <a:cubicBezTo>
                    <a:pt x="61056" y="62840"/>
                    <a:pt x="58465" y="63557"/>
                    <a:pt x="55828" y="63557"/>
                  </a:cubicBezTo>
                  <a:close/>
                  <a:moveTo>
                    <a:pt x="35277" y="6697"/>
                  </a:moveTo>
                  <a:lnTo>
                    <a:pt x="35277" y="6697"/>
                  </a:lnTo>
                  <a:cubicBezTo>
                    <a:pt x="32526" y="6677"/>
                    <a:pt x="29969" y="8137"/>
                    <a:pt x="28583" y="10515"/>
                  </a:cubicBezTo>
                  <a:lnTo>
                    <a:pt x="7899" y="44872"/>
                  </a:lnTo>
                  <a:cubicBezTo>
                    <a:pt x="6460" y="47336"/>
                    <a:pt x="6460" y="50377"/>
                    <a:pt x="7899" y="52842"/>
                  </a:cubicBezTo>
                  <a:cubicBezTo>
                    <a:pt x="9278" y="55259"/>
                    <a:pt x="11815" y="56779"/>
                    <a:pt x="14593" y="56860"/>
                  </a:cubicBezTo>
                  <a:lnTo>
                    <a:pt x="55895" y="56860"/>
                  </a:lnTo>
                  <a:cubicBezTo>
                    <a:pt x="60259" y="56820"/>
                    <a:pt x="63760" y="53257"/>
                    <a:pt x="63727" y="48890"/>
                  </a:cubicBezTo>
                  <a:cubicBezTo>
                    <a:pt x="63714" y="47470"/>
                    <a:pt x="63318" y="46084"/>
                    <a:pt x="62589" y="44872"/>
                  </a:cubicBezTo>
                  <a:lnTo>
                    <a:pt x="41904" y="10515"/>
                  </a:lnTo>
                  <a:cubicBezTo>
                    <a:pt x="40525" y="8157"/>
                    <a:pt x="38008" y="6704"/>
                    <a:pt x="35277" y="6697"/>
                  </a:cubicBezTo>
                  <a:close/>
                </a:path>
              </a:pathLst>
            </a:custGeom>
            <a:solidFill>
              <a:srgbClr val="0B2750"/>
            </a:solidFill>
            <a:ln w="6694"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BD20FC4A-F6FD-58C7-CCA0-57035D6266ED}"/>
                </a:ext>
              </a:extLst>
            </p:cNvPr>
            <p:cNvSpPr/>
            <p:nvPr/>
          </p:nvSpPr>
          <p:spPr>
            <a:xfrm>
              <a:off x="9922035" y="3330167"/>
              <a:ext cx="141565" cy="167372"/>
            </a:xfrm>
            <a:custGeom>
              <a:avLst/>
              <a:gdLst>
                <a:gd name="connsiteX0" fmla="*/ 0 w 40434"/>
                <a:gd name="connsiteY0" fmla="*/ 23904 h 47805"/>
                <a:gd name="connsiteX1" fmla="*/ 0 w 40434"/>
                <a:gd name="connsiteY1" fmla="*/ 2004 h 47805"/>
                <a:gd name="connsiteX2" fmla="*/ 2149 w 40434"/>
                <a:gd name="connsiteY2" fmla="*/ 1 h 47805"/>
                <a:gd name="connsiteX3" fmla="*/ 3079 w 40434"/>
                <a:gd name="connsiteY3" fmla="*/ 262 h 47805"/>
                <a:gd name="connsiteX4" fmla="*/ 21153 w 40434"/>
                <a:gd name="connsiteY4" fmla="*/ 11179 h 47805"/>
                <a:gd name="connsiteX5" fmla="*/ 39428 w 40434"/>
                <a:gd name="connsiteY5" fmla="*/ 22163 h 47805"/>
                <a:gd name="connsiteX6" fmla="*/ 40164 w 40434"/>
                <a:gd name="connsiteY6" fmla="*/ 24908 h 47805"/>
                <a:gd name="connsiteX7" fmla="*/ 39428 w 40434"/>
                <a:gd name="connsiteY7" fmla="*/ 25645 h 47805"/>
                <a:gd name="connsiteX8" fmla="*/ 21153 w 40434"/>
                <a:gd name="connsiteY8" fmla="*/ 36629 h 47805"/>
                <a:gd name="connsiteX9" fmla="*/ 3079 w 40434"/>
                <a:gd name="connsiteY9" fmla="*/ 47545 h 47805"/>
                <a:gd name="connsiteX10" fmla="*/ 261 w 40434"/>
                <a:gd name="connsiteY10" fmla="*/ 46735 h 47805"/>
                <a:gd name="connsiteX11" fmla="*/ 0 w 40434"/>
                <a:gd name="connsiteY11" fmla="*/ 45804 h 4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434" h="47805">
                  <a:moveTo>
                    <a:pt x="0" y="23904"/>
                  </a:moveTo>
                  <a:lnTo>
                    <a:pt x="0" y="2004"/>
                  </a:lnTo>
                  <a:cubicBezTo>
                    <a:pt x="40" y="858"/>
                    <a:pt x="1004" y="-39"/>
                    <a:pt x="2149" y="1"/>
                  </a:cubicBezTo>
                  <a:cubicBezTo>
                    <a:pt x="2477" y="15"/>
                    <a:pt x="2791" y="102"/>
                    <a:pt x="3079" y="262"/>
                  </a:cubicBezTo>
                  <a:lnTo>
                    <a:pt x="21153" y="11179"/>
                  </a:lnTo>
                  <a:lnTo>
                    <a:pt x="39428" y="22163"/>
                  </a:lnTo>
                  <a:cubicBezTo>
                    <a:pt x="40392" y="22719"/>
                    <a:pt x="40720" y="23944"/>
                    <a:pt x="40164" y="24908"/>
                  </a:cubicBezTo>
                  <a:cubicBezTo>
                    <a:pt x="39990" y="25217"/>
                    <a:pt x="39736" y="25471"/>
                    <a:pt x="39428" y="25645"/>
                  </a:cubicBezTo>
                  <a:lnTo>
                    <a:pt x="21153" y="36629"/>
                  </a:lnTo>
                  <a:lnTo>
                    <a:pt x="3079" y="47545"/>
                  </a:lnTo>
                  <a:cubicBezTo>
                    <a:pt x="2075" y="48101"/>
                    <a:pt x="817" y="47739"/>
                    <a:pt x="261" y="46735"/>
                  </a:cubicBezTo>
                  <a:cubicBezTo>
                    <a:pt x="101" y="46447"/>
                    <a:pt x="13" y="46132"/>
                    <a:pt x="0" y="45804"/>
                  </a:cubicBezTo>
                  <a:close/>
                </a:path>
              </a:pathLst>
            </a:custGeom>
            <a:solidFill>
              <a:srgbClr val="00BCEB"/>
            </a:solidFill>
            <a:ln w="6694"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5317A1D6-7459-2FFE-6EA6-810569F751E1}"/>
                </a:ext>
              </a:extLst>
            </p:cNvPr>
            <p:cNvSpPr/>
            <p:nvPr/>
          </p:nvSpPr>
          <p:spPr>
            <a:xfrm>
              <a:off x="9909379" y="3318400"/>
              <a:ext cx="164991" cy="190892"/>
            </a:xfrm>
            <a:custGeom>
              <a:avLst/>
              <a:gdLst>
                <a:gd name="connsiteX0" fmla="*/ 5355 w 47125"/>
                <a:gd name="connsiteY0" fmla="*/ 54523 h 54523"/>
                <a:gd name="connsiteX1" fmla="*/ 2745 w 47125"/>
                <a:gd name="connsiteY1" fmla="*/ 53853 h 54523"/>
                <a:gd name="connsiteX2" fmla="*/ 0 w 47125"/>
                <a:gd name="connsiteY2" fmla="*/ 49165 h 54523"/>
                <a:gd name="connsiteX3" fmla="*/ 0 w 47125"/>
                <a:gd name="connsiteY3" fmla="*/ 5365 h 54523"/>
                <a:gd name="connsiteX4" fmla="*/ 5482 w 47125"/>
                <a:gd name="connsiteY4" fmla="*/ 0 h 54523"/>
                <a:gd name="connsiteX5" fmla="*/ 8167 w 47125"/>
                <a:gd name="connsiteY5" fmla="*/ 744 h 54523"/>
                <a:gd name="connsiteX6" fmla="*/ 44515 w 47125"/>
                <a:gd name="connsiteY6" fmla="*/ 22644 h 54523"/>
                <a:gd name="connsiteX7" fmla="*/ 47126 w 47125"/>
                <a:gd name="connsiteY7" fmla="*/ 27265 h 54523"/>
                <a:gd name="connsiteX8" fmla="*/ 44515 w 47125"/>
                <a:gd name="connsiteY8" fmla="*/ 31886 h 54523"/>
                <a:gd name="connsiteX9" fmla="*/ 8167 w 47125"/>
                <a:gd name="connsiteY9" fmla="*/ 53786 h 54523"/>
                <a:gd name="connsiteX10" fmla="*/ 5355 w 47125"/>
                <a:gd name="connsiteY10" fmla="*/ 54523 h 54523"/>
                <a:gd name="connsiteX11" fmla="*/ 6694 w 47125"/>
                <a:gd name="connsiteY11" fmla="*/ 7642 h 54523"/>
                <a:gd name="connsiteX12" fmla="*/ 6694 w 47125"/>
                <a:gd name="connsiteY12" fmla="*/ 46754 h 54523"/>
                <a:gd name="connsiteX13" fmla="*/ 39160 w 47125"/>
                <a:gd name="connsiteY13" fmla="*/ 27198 h 54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125" h="54523">
                  <a:moveTo>
                    <a:pt x="5355" y="54523"/>
                  </a:moveTo>
                  <a:cubicBezTo>
                    <a:pt x="4445" y="54530"/>
                    <a:pt x="3541" y="54302"/>
                    <a:pt x="2745" y="53853"/>
                  </a:cubicBezTo>
                  <a:cubicBezTo>
                    <a:pt x="1064" y="52882"/>
                    <a:pt x="27" y="51101"/>
                    <a:pt x="0" y="49165"/>
                  </a:cubicBezTo>
                  <a:lnTo>
                    <a:pt x="0" y="5365"/>
                  </a:lnTo>
                  <a:cubicBezTo>
                    <a:pt x="34" y="2371"/>
                    <a:pt x="2483" y="-33"/>
                    <a:pt x="5482" y="0"/>
                  </a:cubicBezTo>
                  <a:cubicBezTo>
                    <a:pt x="6426" y="7"/>
                    <a:pt x="7350" y="268"/>
                    <a:pt x="8167" y="744"/>
                  </a:cubicBezTo>
                  <a:lnTo>
                    <a:pt x="44515" y="22644"/>
                  </a:lnTo>
                  <a:cubicBezTo>
                    <a:pt x="46128" y="23622"/>
                    <a:pt x="47119" y="25376"/>
                    <a:pt x="47126" y="27265"/>
                  </a:cubicBezTo>
                  <a:cubicBezTo>
                    <a:pt x="47133" y="29160"/>
                    <a:pt x="46142" y="30915"/>
                    <a:pt x="44515" y="31886"/>
                  </a:cubicBezTo>
                  <a:lnTo>
                    <a:pt x="8167" y="53786"/>
                  </a:lnTo>
                  <a:cubicBezTo>
                    <a:pt x="7303" y="54262"/>
                    <a:pt x="6339" y="54516"/>
                    <a:pt x="5355" y="54523"/>
                  </a:cubicBezTo>
                  <a:close/>
                  <a:moveTo>
                    <a:pt x="6694" y="7642"/>
                  </a:moveTo>
                  <a:lnTo>
                    <a:pt x="6694" y="46754"/>
                  </a:lnTo>
                  <a:lnTo>
                    <a:pt x="39160" y="27198"/>
                  </a:lnTo>
                  <a:close/>
                </a:path>
              </a:pathLst>
            </a:custGeom>
            <a:solidFill>
              <a:srgbClr val="0B2750"/>
            </a:solidFill>
            <a:ln w="6694"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EBF2D27-B1D6-0439-D2C5-C837EEC97876}"/>
                </a:ext>
              </a:extLst>
            </p:cNvPr>
            <p:cNvSpPr/>
            <p:nvPr/>
          </p:nvSpPr>
          <p:spPr>
            <a:xfrm>
              <a:off x="10041487" y="2581106"/>
              <a:ext cx="149054" cy="149127"/>
            </a:xfrm>
            <a:custGeom>
              <a:avLst/>
              <a:gdLst>
                <a:gd name="connsiteX0" fmla="*/ 42574 w 42573"/>
                <a:gd name="connsiteY0" fmla="*/ 21297 h 42594"/>
                <a:gd name="connsiteX1" fmla="*/ 21287 w 42573"/>
                <a:gd name="connsiteY1" fmla="*/ 42594 h 42594"/>
                <a:gd name="connsiteX2" fmla="*/ 0 w 42573"/>
                <a:gd name="connsiteY2" fmla="*/ 21297 h 42594"/>
                <a:gd name="connsiteX3" fmla="*/ 21287 w 42573"/>
                <a:gd name="connsiteY3" fmla="*/ 0 h 42594"/>
                <a:gd name="connsiteX4" fmla="*/ 42574 w 42573"/>
                <a:gd name="connsiteY4" fmla="*/ 21297 h 42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3" h="42594">
                  <a:moveTo>
                    <a:pt x="42574" y="21297"/>
                  </a:moveTo>
                  <a:cubicBezTo>
                    <a:pt x="42574" y="33059"/>
                    <a:pt x="33043" y="42594"/>
                    <a:pt x="21287" y="42594"/>
                  </a:cubicBezTo>
                  <a:cubicBezTo>
                    <a:pt x="9531" y="42594"/>
                    <a:pt x="0" y="33059"/>
                    <a:pt x="0" y="21297"/>
                  </a:cubicBezTo>
                  <a:cubicBezTo>
                    <a:pt x="0" y="9535"/>
                    <a:pt x="9531" y="0"/>
                    <a:pt x="21287" y="0"/>
                  </a:cubicBezTo>
                  <a:cubicBezTo>
                    <a:pt x="33043" y="0"/>
                    <a:pt x="42574" y="9535"/>
                    <a:pt x="42574" y="21297"/>
                  </a:cubicBezTo>
                  <a:close/>
                </a:path>
              </a:pathLst>
            </a:custGeom>
            <a:solidFill>
              <a:schemeClr val="tx2"/>
            </a:solidFill>
            <a:ln w="6694"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1A6E09D-3477-4C2A-8DD0-EBD19BAD4D46}"/>
                </a:ext>
              </a:extLst>
            </p:cNvPr>
            <p:cNvSpPr/>
            <p:nvPr/>
          </p:nvSpPr>
          <p:spPr>
            <a:xfrm>
              <a:off x="10029769" y="2569150"/>
              <a:ext cx="172491" cy="172575"/>
            </a:xfrm>
            <a:custGeom>
              <a:avLst/>
              <a:gdLst>
                <a:gd name="connsiteX0" fmla="*/ 24634 w 49267"/>
                <a:gd name="connsiteY0" fmla="*/ 49292 h 49291"/>
                <a:gd name="connsiteX1" fmla="*/ 0 w 49267"/>
                <a:gd name="connsiteY1" fmla="*/ 24646 h 49291"/>
                <a:gd name="connsiteX2" fmla="*/ 24634 w 49267"/>
                <a:gd name="connsiteY2" fmla="*/ 0 h 49291"/>
                <a:gd name="connsiteX3" fmla="*/ 49268 w 49267"/>
                <a:gd name="connsiteY3" fmla="*/ 24646 h 49291"/>
                <a:gd name="connsiteX4" fmla="*/ 49268 w 49267"/>
                <a:gd name="connsiteY4" fmla="*/ 24713 h 49291"/>
                <a:gd name="connsiteX5" fmla="*/ 24701 w 49267"/>
                <a:gd name="connsiteY5" fmla="*/ 49292 h 49291"/>
                <a:gd name="connsiteX6" fmla="*/ 24634 w 49267"/>
                <a:gd name="connsiteY6" fmla="*/ 49292 h 49291"/>
                <a:gd name="connsiteX7" fmla="*/ 24634 w 49267"/>
                <a:gd name="connsiteY7" fmla="*/ 6764 h 49291"/>
                <a:gd name="connsiteX8" fmla="*/ 6694 w 49267"/>
                <a:gd name="connsiteY8" fmla="*/ 24713 h 49291"/>
                <a:gd name="connsiteX9" fmla="*/ 24634 w 49267"/>
                <a:gd name="connsiteY9" fmla="*/ 42662 h 49291"/>
                <a:gd name="connsiteX10" fmla="*/ 42574 w 49267"/>
                <a:gd name="connsiteY10" fmla="*/ 24713 h 49291"/>
                <a:gd name="connsiteX11" fmla="*/ 24634 w 49267"/>
                <a:gd name="connsiteY11" fmla="*/ 6764 h 4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267" h="49291">
                  <a:moveTo>
                    <a:pt x="24634" y="49292"/>
                  </a:moveTo>
                  <a:cubicBezTo>
                    <a:pt x="11032" y="49292"/>
                    <a:pt x="0" y="38255"/>
                    <a:pt x="0" y="24646"/>
                  </a:cubicBezTo>
                  <a:cubicBezTo>
                    <a:pt x="0" y="11037"/>
                    <a:pt x="11032" y="0"/>
                    <a:pt x="24634" y="0"/>
                  </a:cubicBezTo>
                  <a:cubicBezTo>
                    <a:pt x="38236" y="0"/>
                    <a:pt x="49268" y="11037"/>
                    <a:pt x="49268" y="24646"/>
                  </a:cubicBezTo>
                  <a:cubicBezTo>
                    <a:pt x="49268" y="24666"/>
                    <a:pt x="49268" y="24693"/>
                    <a:pt x="49268" y="24713"/>
                  </a:cubicBezTo>
                  <a:cubicBezTo>
                    <a:pt x="49268" y="38288"/>
                    <a:pt x="38270" y="49292"/>
                    <a:pt x="24701" y="49292"/>
                  </a:cubicBezTo>
                  <a:cubicBezTo>
                    <a:pt x="24681" y="49292"/>
                    <a:pt x="24654" y="49292"/>
                    <a:pt x="24634" y="49292"/>
                  </a:cubicBezTo>
                  <a:close/>
                  <a:moveTo>
                    <a:pt x="24634" y="6764"/>
                  </a:moveTo>
                  <a:cubicBezTo>
                    <a:pt x="14727" y="6764"/>
                    <a:pt x="6694" y="14801"/>
                    <a:pt x="6694" y="24713"/>
                  </a:cubicBezTo>
                  <a:cubicBezTo>
                    <a:pt x="6694" y="34625"/>
                    <a:pt x="14727" y="42662"/>
                    <a:pt x="24634" y="42662"/>
                  </a:cubicBezTo>
                  <a:cubicBezTo>
                    <a:pt x="34541" y="42662"/>
                    <a:pt x="42574" y="34625"/>
                    <a:pt x="42574" y="24713"/>
                  </a:cubicBezTo>
                  <a:cubicBezTo>
                    <a:pt x="42574" y="14801"/>
                    <a:pt x="34541" y="6764"/>
                    <a:pt x="24634" y="6764"/>
                  </a:cubicBezTo>
                  <a:close/>
                </a:path>
              </a:pathLst>
            </a:custGeom>
            <a:solidFill>
              <a:srgbClr val="0B2750"/>
            </a:solidFill>
            <a:ln w="6694"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44710917-76E3-27EA-EA80-E115F9A586EF}"/>
                </a:ext>
              </a:extLst>
            </p:cNvPr>
            <p:cNvSpPr/>
            <p:nvPr/>
          </p:nvSpPr>
          <p:spPr>
            <a:xfrm>
              <a:off x="8491859" y="3065310"/>
              <a:ext cx="74525" cy="74564"/>
            </a:xfrm>
            <a:custGeom>
              <a:avLst/>
              <a:gdLst>
                <a:gd name="connsiteX0" fmla="*/ 21287 w 21286"/>
                <a:gd name="connsiteY0" fmla="*/ 10649 h 21297"/>
                <a:gd name="connsiteX1" fmla="*/ 10643 w 21286"/>
                <a:gd name="connsiteY1" fmla="*/ 21297 h 21297"/>
                <a:gd name="connsiteX2" fmla="*/ 0 w 21286"/>
                <a:gd name="connsiteY2" fmla="*/ 10649 h 21297"/>
                <a:gd name="connsiteX3" fmla="*/ 10643 w 21286"/>
                <a:gd name="connsiteY3" fmla="*/ 0 h 21297"/>
                <a:gd name="connsiteX4" fmla="*/ 21287 w 21286"/>
                <a:gd name="connsiteY4" fmla="*/ 10649 h 21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86" h="21297">
                  <a:moveTo>
                    <a:pt x="21287" y="10649"/>
                  </a:moveTo>
                  <a:cubicBezTo>
                    <a:pt x="21287" y="16530"/>
                    <a:pt x="16522" y="21297"/>
                    <a:pt x="10643" y="21297"/>
                  </a:cubicBezTo>
                  <a:cubicBezTo>
                    <a:pt x="4765" y="21297"/>
                    <a:pt x="0" y="16530"/>
                    <a:pt x="0" y="10649"/>
                  </a:cubicBezTo>
                  <a:cubicBezTo>
                    <a:pt x="0" y="4768"/>
                    <a:pt x="4765" y="0"/>
                    <a:pt x="10643" y="0"/>
                  </a:cubicBezTo>
                  <a:cubicBezTo>
                    <a:pt x="16522" y="0"/>
                    <a:pt x="21287" y="4768"/>
                    <a:pt x="21287" y="10649"/>
                  </a:cubicBezTo>
                  <a:close/>
                </a:path>
              </a:pathLst>
            </a:custGeom>
            <a:noFill/>
            <a:ln w="6694"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679BF9A-C199-21A2-0917-19C4239CE152}"/>
                </a:ext>
              </a:extLst>
            </p:cNvPr>
            <p:cNvSpPr/>
            <p:nvPr/>
          </p:nvSpPr>
          <p:spPr>
            <a:xfrm>
              <a:off x="8480141" y="3053585"/>
              <a:ext cx="97962" cy="98011"/>
            </a:xfrm>
            <a:custGeom>
              <a:avLst/>
              <a:gdLst>
                <a:gd name="connsiteX0" fmla="*/ 13990 w 27980"/>
                <a:gd name="connsiteY0" fmla="*/ 27995 h 27994"/>
                <a:gd name="connsiteX1" fmla="*/ 0 w 27980"/>
                <a:gd name="connsiteY1" fmla="*/ 13997 h 27994"/>
                <a:gd name="connsiteX2" fmla="*/ 13990 w 27980"/>
                <a:gd name="connsiteY2" fmla="*/ 0 h 27994"/>
                <a:gd name="connsiteX3" fmla="*/ 27981 w 27980"/>
                <a:gd name="connsiteY3" fmla="*/ 13997 h 27994"/>
                <a:gd name="connsiteX4" fmla="*/ 13990 w 27980"/>
                <a:gd name="connsiteY4" fmla="*/ 27995 h 27994"/>
                <a:gd name="connsiteX5" fmla="*/ 13990 w 27980"/>
                <a:gd name="connsiteY5" fmla="*/ 6697 h 27994"/>
                <a:gd name="connsiteX6" fmla="*/ 6694 w 27980"/>
                <a:gd name="connsiteY6" fmla="*/ 13997 h 27994"/>
                <a:gd name="connsiteX7" fmla="*/ 13990 w 27980"/>
                <a:gd name="connsiteY7" fmla="*/ 21297 h 27994"/>
                <a:gd name="connsiteX8" fmla="*/ 21287 w 27980"/>
                <a:gd name="connsiteY8" fmla="*/ 13997 h 27994"/>
                <a:gd name="connsiteX9" fmla="*/ 13990 w 27980"/>
                <a:gd name="connsiteY9" fmla="*/ 6697 h 27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80" h="27994">
                  <a:moveTo>
                    <a:pt x="13990" y="27995"/>
                  </a:moveTo>
                  <a:cubicBezTo>
                    <a:pt x="6266" y="27995"/>
                    <a:pt x="0" y="21726"/>
                    <a:pt x="0" y="13997"/>
                  </a:cubicBezTo>
                  <a:cubicBezTo>
                    <a:pt x="0" y="6269"/>
                    <a:pt x="6266" y="0"/>
                    <a:pt x="13990" y="0"/>
                  </a:cubicBezTo>
                  <a:cubicBezTo>
                    <a:pt x="21715" y="0"/>
                    <a:pt x="27981" y="6269"/>
                    <a:pt x="27981" y="13997"/>
                  </a:cubicBezTo>
                  <a:cubicBezTo>
                    <a:pt x="27947" y="21713"/>
                    <a:pt x="21702" y="27961"/>
                    <a:pt x="13990" y="27995"/>
                  </a:cubicBezTo>
                  <a:close/>
                  <a:moveTo>
                    <a:pt x="13990" y="6697"/>
                  </a:moveTo>
                  <a:cubicBezTo>
                    <a:pt x="9961" y="6697"/>
                    <a:pt x="6694" y="9966"/>
                    <a:pt x="6694" y="13997"/>
                  </a:cubicBezTo>
                  <a:cubicBezTo>
                    <a:pt x="6694" y="18029"/>
                    <a:pt x="9961" y="21297"/>
                    <a:pt x="13990" y="21297"/>
                  </a:cubicBezTo>
                  <a:cubicBezTo>
                    <a:pt x="18020" y="21297"/>
                    <a:pt x="21287" y="18029"/>
                    <a:pt x="21287" y="13997"/>
                  </a:cubicBezTo>
                  <a:cubicBezTo>
                    <a:pt x="21287" y="9966"/>
                    <a:pt x="18020" y="6697"/>
                    <a:pt x="13990" y="6697"/>
                  </a:cubicBezTo>
                  <a:close/>
                </a:path>
              </a:pathLst>
            </a:custGeom>
            <a:solidFill>
              <a:srgbClr val="0B2750"/>
            </a:solidFill>
            <a:ln w="6694"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19F776C9-69B9-01F3-7047-5F9B2CC03137}"/>
                </a:ext>
              </a:extLst>
            </p:cNvPr>
            <p:cNvSpPr/>
            <p:nvPr/>
          </p:nvSpPr>
          <p:spPr>
            <a:xfrm>
              <a:off x="8023596" y="2134190"/>
              <a:ext cx="111557" cy="111609"/>
            </a:xfrm>
            <a:custGeom>
              <a:avLst/>
              <a:gdLst>
                <a:gd name="connsiteX0" fmla="*/ 31863 w 31863"/>
                <a:gd name="connsiteY0" fmla="*/ 15940 h 31878"/>
                <a:gd name="connsiteX1" fmla="*/ 15932 w 31863"/>
                <a:gd name="connsiteY1" fmla="*/ 31879 h 31878"/>
                <a:gd name="connsiteX2" fmla="*/ 0 w 31863"/>
                <a:gd name="connsiteY2" fmla="*/ 15940 h 31878"/>
                <a:gd name="connsiteX3" fmla="*/ 15932 w 31863"/>
                <a:gd name="connsiteY3" fmla="*/ 0 h 31878"/>
                <a:gd name="connsiteX4" fmla="*/ 31863 w 31863"/>
                <a:gd name="connsiteY4" fmla="*/ 15940 h 31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63" h="31878">
                  <a:moveTo>
                    <a:pt x="31863" y="15940"/>
                  </a:moveTo>
                  <a:cubicBezTo>
                    <a:pt x="31863" y="24743"/>
                    <a:pt x="24731" y="31879"/>
                    <a:pt x="15932" y="31879"/>
                  </a:cubicBezTo>
                  <a:cubicBezTo>
                    <a:pt x="7133" y="31879"/>
                    <a:pt x="0" y="24743"/>
                    <a:pt x="0" y="15940"/>
                  </a:cubicBezTo>
                  <a:cubicBezTo>
                    <a:pt x="0" y="7136"/>
                    <a:pt x="7133" y="0"/>
                    <a:pt x="15932" y="0"/>
                  </a:cubicBezTo>
                  <a:cubicBezTo>
                    <a:pt x="24730" y="0"/>
                    <a:pt x="31863" y="7136"/>
                    <a:pt x="31863" y="15940"/>
                  </a:cubicBezTo>
                  <a:close/>
                </a:path>
              </a:pathLst>
            </a:custGeom>
            <a:solidFill>
              <a:schemeClr val="accent3"/>
            </a:solidFill>
            <a:ln w="6694"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6C4CAB52-9B82-9BC6-EC51-C47F3168531C}"/>
                </a:ext>
              </a:extLst>
            </p:cNvPr>
            <p:cNvSpPr/>
            <p:nvPr/>
          </p:nvSpPr>
          <p:spPr>
            <a:xfrm>
              <a:off x="8011409" y="2121995"/>
              <a:ext cx="135463" cy="135529"/>
            </a:xfrm>
            <a:custGeom>
              <a:avLst/>
              <a:gdLst>
                <a:gd name="connsiteX0" fmla="*/ 19413 w 38691"/>
                <a:gd name="connsiteY0" fmla="*/ 38710 h 38710"/>
                <a:gd name="connsiteX1" fmla="*/ 0 w 38691"/>
                <a:gd name="connsiteY1" fmla="*/ 19422 h 38710"/>
                <a:gd name="connsiteX2" fmla="*/ 19279 w 38691"/>
                <a:gd name="connsiteY2" fmla="*/ 0 h 38710"/>
                <a:gd name="connsiteX3" fmla="*/ 38691 w 38691"/>
                <a:gd name="connsiteY3" fmla="*/ 19288 h 38710"/>
                <a:gd name="connsiteX4" fmla="*/ 38691 w 38691"/>
                <a:gd name="connsiteY4" fmla="*/ 19422 h 38710"/>
                <a:gd name="connsiteX5" fmla="*/ 19413 w 38691"/>
                <a:gd name="connsiteY5" fmla="*/ 38710 h 38710"/>
                <a:gd name="connsiteX6" fmla="*/ 19413 w 38691"/>
                <a:gd name="connsiteY6" fmla="*/ 6764 h 38710"/>
                <a:gd name="connsiteX7" fmla="*/ 6694 w 38691"/>
                <a:gd name="connsiteY7" fmla="*/ 19355 h 38710"/>
                <a:gd name="connsiteX8" fmla="*/ 19279 w 38691"/>
                <a:gd name="connsiteY8" fmla="*/ 32080 h 38710"/>
                <a:gd name="connsiteX9" fmla="*/ 31997 w 38691"/>
                <a:gd name="connsiteY9" fmla="*/ 19489 h 38710"/>
                <a:gd name="connsiteX10" fmla="*/ 31997 w 38691"/>
                <a:gd name="connsiteY10" fmla="*/ 19422 h 38710"/>
                <a:gd name="connsiteX11" fmla="*/ 19413 w 38691"/>
                <a:gd name="connsiteY11" fmla="*/ 6764 h 3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691" h="38710">
                  <a:moveTo>
                    <a:pt x="19413" y="38710"/>
                  </a:moveTo>
                  <a:cubicBezTo>
                    <a:pt x="8729" y="38750"/>
                    <a:pt x="40" y="30111"/>
                    <a:pt x="0" y="19422"/>
                  </a:cubicBezTo>
                  <a:cubicBezTo>
                    <a:pt x="-33" y="8733"/>
                    <a:pt x="8595" y="40"/>
                    <a:pt x="19279" y="0"/>
                  </a:cubicBezTo>
                  <a:cubicBezTo>
                    <a:pt x="29963" y="-33"/>
                    <a:pt x="38651" y="8599"/>
                    <a:pt x="38691" y="19288"/>
                  </a:cubicBezTo>
                  <a:cubicBezTo>
                    <a:pt x="38691" y="19335"/>
                    <a:pt x="38691" y="19375"/>
                    <a:pt x="38691" y="19422"/>
                  </a:cubicBezTo>
                  <a:cubicBezTo>
                    <a:pt x="38691" y="30078"/>
                    <a:pt x="30063" y="38710"/>
                    <a:pt x="19413" y="38710"/>
                  </a:cubicBezTo>
                  <a:close/>
                  <a:moveTo>
                    <a:pt x="19413" y="6764"/>
                  </a:moveTo>
                  <a:cubicBezTo>
                    <a:pt x="12424" y="6724"/>
                    <a:pt x="6734" y="12363"/>
                    <a:pt x="6694" y="19355"/>
                  </a:cubicBezTo>
                  <a:cubicBezTo>
                    <a:pt x="6661" y="26347"/>
                    <a:pt x="12290" y="32040"/>
                    <a:pt x="19279" y="32080"/>
                  </a:cubicBezTo>
                  <a:cubicBezTo>
                    <a:pt x="26267" y="32113"/>
                    <a:pt x="31957" y="26481"/>
                    <a:pt x="31997" y="19489"/>
                  </a:cubicBezTo>
                  <a:cubicBezTo>
                    <a:pt x="31997" y="19469"/>
                    <a:pt x="31997" y="19442"/>
                    <a:pt x="31997" y="19422"/>
                  </a:cubicBezTo>
                  <a:cubicBezTo>
                    <a:pt x="31997" y="12457"/>
                    <a:pt x="26374" y="6798"/>
                    <a:pt x="19413" y="6764"/>
                  </a:cubicBezTo>
                  <a:close/>
                </a:path>
              </a:pathLst>
            </a:custGeom>
            <a:solidFill>
              <a:srgbClr val="0B2750"/>
            </a:solidFill>
            <a:ln w="6694"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4055848A-F156-7A13-9436-0BF83C8108BA}"/>
                </a:ext>
              </a:extLst>
            </p:cNvPr>
            <p:cNvSpPr/>
            <p:nvPr/>
          </p:nvSpPr>
          <p:spPr>
            <a:xfrm rot="18900000">
              <a:off x="9512777" y="2893928"/>
              <a:ext cx="52731" cy="52755"/>
            </a:xfrm>
            <a:custGeom>
              <a:avLst/>
              <a:gdLst>
                <a:gd name="connsiteX0" fmla="*/ 13053 w 15061"/>
                <a:gd name="connsiteY0" fmla="*/ 0 h 15068"/>
                <a:gd name="connsiteX1" fmla="*/ 15061 w 15061"/>
                <a:gd name="connsiteY1" fmla="*/ 0 h 15068"/>
                <a:gd name="connsiteX2" fmla="*/ 15061 w 15061"/>
                <a:gd name="connsiteY2" fmla="*/ 15069 h 15068"/>
                <a:gd name="connsiteX3" fmla="*/ 13053 w 15061"/>
                <a:gd name="connsiteY3" fmla="*/ 15069 h 15068"/>
                <a:gd name="connsiteX4" fmla="*/ 2008 w 15061"/>
                <a:gd name="connsiteY4" fmla="*/ 15069 h 15068"/>
                <a:gd name="connsiteX5" fmla="*/ 0 w 15061"/>
                <a:gd name="connsiteY5" fmla="*/ 15069 h 15068"/>
                <a:gd name="connsiteX6" fmla="*/ 0 w 15061"/>
                <a:gd name="connsiteY6" fmla="*/ 0 h 15068"/>
                <a:gd name="connsiteX7" fmla="*/ 2008 w 15061"/>
                <a:gd name="connsiteY7" fmla="*/ 0 h 15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61" h="15068">
                  <a:moveTo>
                    <a:pt x="13053" y="0"/>
                  </a:moveTo>
                  <a:cubicBezTo>
                    <a:pt x="14162" y="0"/>
                    <a:pt x="15061" y="0"/>
                    <a:pt x="15061" y="0"/>
                  </a:cubicBezTo>
                  <a:lnTo>
                    <a:pt x="15061" y="15069"/>
                  </a:lnTo>
                  <a:cubicBezTo>
                    <a:pt x="15061" y="15069"/>
                    <a:pt x="14162" y="15069"/>
                    <a:pt x="13053" y="15069"/>
                  </a:cubicBezTo>
                  <a:lnTo>
                    <a:pt x="2008" y="15069"/>
                  </a:lnTo>
                  <a:cubicBezTo>
                    <a:pt x="899" y="15069"/>
                    <a:pt x="0" y="15069"/>
                    <a:pt x="0" y="15069"/>
                  </a:cubicBezTo>
                  <a:lnTo>
                    <a:pt x="0" y="0"/>
                  </a:lnTo>
                  <a:cubicBezTo>
                    <a:pt x="0" y="0"/>
                    <a:pt x="899" y="0"/>
                    <a:pt x="2008" y="0"/>
                  </a:cubicBezTo>
                  <a:close/>
                </a:path>
              </a:pathLst>
            </a:custGeom>
            <a:solidFill>
              <a:srgbClr val="FBAB2C"/>
            </a:solidFill>
            <a:ln w="6694"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98289C15-A96F-1306-D633-2FDE496C1510}"/>
                </a:ext>
              </a:extLst>
            </p:cNvPr>
            <p:cNvSpPr/>
            <p:nvPr/>
          </p:nvSpPr>
          <p:spPr>
            <a:xfrm>
              <a:off x="9493115" y="2874314"/>
              <a:ext cx="92045" cy="92027"/>
            </a:xfrm>
            <a:custGeom>
              <a:avLst/>
              <a:gdLst>
                <a:gd name="connsiteX0" fmla="*/ 13117 w 26290"/>
                <a:gd name="connsiteY0" fmla="*/ 26285 h 26285"/>
                <a:gd name="connsiteX1" fmla="*/ 9301 w 26290"/>
                <a:gd name="connsiteY1" fmla="*/ 24678 h 26285"/>
                <a:gd name="connsiteX2" fmla="*/ 1536 w 26290"/>
                <a:gd name="connsiteY2" fmla="*/ 16909 h 26285"/>
                <a:gd name="connsiteX3" fmla="*/ 1536 w 26290"/>
                <a:gd name="connsiteY3" fmla="*/ 9341 h 26285"/>
                <a:gd name="connsiteX4" fmla="*/ 9301 w 26290"/>
                <a:gd name="connsiteY4" fmla="*/ 1572 h 26285"/>
                <a:gd name="connsiteX5" fmla="*/ 16932 w 26290"/>
                <a:gd name="connsiteY5" fmla="*/ 1572 h 26285"/>
                <a:gd name="connsiteX6" fmla="*/ 24697 w 26290"/>
                <a:gd name="connsiteY6" fmla="*/ 9341 h 26285"/>
                <a:gd name="connsiteX7" fmla="*/ 24784 w 26290"/>
                <a:gd name="connsiteY7" fmla="*/ 16822 h 26285"/>
                <a:gd name="connsiteX8" fmla="*/ 24697 w 26290"/>
                <a:gd name="connsiteY8" fmla="*/ 16909 h 26285"/>
                <a:gd name="connsiteX9" fmla="*/ 16932 w 26290"/>
                <a:gd name="connsiteY9" fmla="*/ 24678 h 26285"/>
                <a:gd name="connsiteX10" fmla="*/ 13117 w 26290"/>
                <a:gd name="connsiteY10" fmla="*/ 26285 h 26285"/>
                <a:gd name="connsiteX11" fmla="*/ 7226 w 26290"/>
                <a:gd name="connsiteY11" fmla="*/ 12891 h 26285"/>
                <a:gd name="connsiteX12" fmla="*/ 13117 w 26290"/>
                <a:gd name="connsiteY12" fmla="*/ 18851 h 26285"/>
                <a:gd name="connsiteX13" fmla="*/ 19008 w 26290"/>
                <a:gd name="connsiteY13" fmla="*/ 12891 h 26285"/>
                <a:gd name="connsiteX14" fmla="*/ 13117 w 26290"/>
                <a:gd name="connsiteY14" fmla="*/ 6997 h 2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90" h="26285">
                  <a:moveTo>
                    <a:pt x="13117" y="26285"/>
                  </a:moveTo>
                  <a:cubicBezTo>
                    <a:pt x="11684" y="26252"/>
                    <a:pt x="10325" y="25682"/>
                    <a:pt x="9301" y="24678"/>
                  </a:cubicBezTo>
                  <a:lnTo>
                    <a:pt x="1536" y="16909"/>
                  </a:lnTo>
                  <a:cubicBezTo>
                    <a:pt x="-512" y="14806"/>
                    <a:pt x="-512" y="11444"/>
                    <a:pt x="1536" y="9341"/>
                  </a:cubicBezTo>
                  <a:lnTo>
                    <a:pt x="9301" y="1572"/>
                  </a:lnTo>
                  <a:cubicBezTo>
                    <a:pt x="11416" y="-524"/>
                    <a:pt x="14817" y="-524"/>
                    <a:pt x="16932" y="1572"/>
                  </a:cubicBezTo>
                  <a:lnTo>
                    <a:pt x="24697" y="9341"/>
                  </a:lnTo>
                  <a:cubicBezTo>
                    <a:pt x="26786" y="11384"/>
                    <a:pt x="26826" y="14732"/>
                    <a:pt x="24784" y="16822"/>
                  </a:cubicBezTo>
                  <a:cubicBezTo>
                    <a:pt x="24758" y="16849"/>
                    <a:pt x="24724" y="16882"/>
                    <a:pt x="24697" y="16909"/>
                  </a:cubicBezTo>
                  <a:lnTo>
                    <a:pt x="16932" y="24678"/>
                  </a:lnTo>
                  <a:cubicBezTo>
                    <a:pt x="15928" y="25702"/>
                    <a:pt x="14556" y="26285"/>
                    <a:pt x="13117" y="26285"/>
                  </a:cubicBezTo>
                  <a:close/>
                  <a:moveTo>
                    <a:pt x="7226" y="12891"/>
                  </a:moveTo>
                  <a:lnTo>
                    <a:pt x="13117" y="18851"/>
                  </a:lnTo>
                  <a:lnTo>
                    <a:pt x="19008" y="12891"/>
                  </a:lnTo>
                  <a:lnTo>
                    <a:pt x="13117" y="6997"/>
                  </a:lnTo>
                  <a:close/>
                </a:path>
              </a:pathLst>
            </a:custGeom>
            <a:solidFill>
              <a:srgbClr val="0B2750"/>
            </a:solidFill>
            <a:ln w="6694"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A3313864-3FD2-38CF-1F41-F7A56D4B0BD5}"/>
                </a:ext>
              </a:extLst>
            </p:cNvPr>
            <p:cNvSpPr/>
            <p:nvPr/>
          </p:nvSpPr>
          <p:spPr>
            <a:xfrm>
              <a:off x="9426040" y="1687868"/>
              <a:ext cx="308436" cy="275151"/>
            </a:xfrm>
            <a:custGeom>
              <a:avLst/>
              <a:gdLst>
                <a:gd name="connsiteX0" fmla="*/ 44047 w 88096"/>
                <a:gd name="connsiteY0" fmla="*/ 78589 h 78589"/>
                <a:gd name="connsiteX1" fmla="*/ 15598 w 88096"/>
                <a:gd name="connsiteY1" fmla="*/ 78589 h 78589"/>
                <a:gd name="connsiteX2" fmla="*/ 1 w 88096"/>
                <a:gd name="connsiteY2" fmla="*/ 63252 h 78589"/>
                <a:gd name="connsiteX3" fmla="*/ 2210 w 88096"/>
                <a:gd name="connsiteY3" fmla="*/ 55148 h 78589"/>
                <a:gd name="connsiteX4" fmla="*/ 15999 w 88096"/>
                <a:gd name="connsiteY4" fmla="*/ 32176 h 78589"/>
                <a:gd name="connsiteX5" fmla="*/ 30659 w 88096"/>
                <a:gd name="connsiteY5" fmla="*/ 7798 h 78589"/>
                <a:gd name="connsiteX6" fmla="*/ 51651 w 88096"/>
                <a:gd name="connsiteY6" fmla="*/ 2012 h 78589"/>
                <a:gd name="connsiteX7" fmla="*/ 57435 w 88096"/>
                <a:gd name="connsiteY7" fmla="*/ 7798 h 78589"/>
                <a:gd name="connsiteX8" fmla="*/ 72095 w 88096"/>
                <a:gd name="connsiteY8" fmla="*/ 32176 h 78589"/>
                <a:gd name="connsiteX9" fmla="*/ 85885 w 88096"/>
                <a:gd name="connsiteY9" fmla="*/ 55148 h 78589"/>
                <a:gd name="connsiteX10" fmla="*/ 80596 w 88096"/>
                <a:gd name="connsiteY10" fmla="*/ 76378 h 78589"/>
                <a:gd name="connsiteX11" fmla="*/ 72497 w 88096"/>
                <a:gd name="connsiteY11" fmla="*/ 78589 h 78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096" h="78589">
                  <a:moveTo>
                    <a:pt x="44047" y="78589"/>
                  </a:moveTo>
                  <a:lnTo>
                    <a:pt x="15598" y="78589"/>
                  </a:lnTo>
                  <a:cubicBezTo>
                    <a:pt x="7056" y="78662"/>
                    <a:pt x="74" y="71798"/>
                    <a:pt x="1" y="63252"/>
                  </a:cubicBezTo>
                  <a:cubicBezTo>
                    <a:pt x="-26" y="60399"/>
                    <a:pt x="737" y="57593"/>
                    <a:pt x="2210" y="55148"/>
                  </a:cubicBezTo>
                  <a:lnTo>
                    <a:pt x="15999" y="32176"/>
                  </a:lnTo>
                  <a:lnTo>
                    <a:pt x="30659" y="7798"/>
                  </a:lnTo>
                  <a:cubicBezTo>
                    <a:pt x="34856" y="398"/>
                    <a:pt x="44255" y="-2187"/>
                    <a:pt x="51651" y="2012"/>
                  </a:cubicBezTo>
                  <a:cubicBezTo>
                    <a:pt x="54068" y="3385"/>
                    <a:pt x="56063" y="5381"/>
                    <a:pt x="57435" y="7798"/>
                  </a:cubicBezTo>
                  <a:lnTo>
                    <a:pt x="72095" y="32176"/>
                  </a:lnTo>
                  <a:lnTo>
                    <a:pt x="85885" y="55148"/>
                  </a:lnTo>
                  <a:cubicBezTo>
                    <a:pt x="90283" y="62468"/>
                    <a:pt x="87919" y="71978"/>
                    <a:pt x="80596" y="76378"/>
                  </a:cubicBezTo>
                  <a:cubicBezTo>
                    <a:pt x="78153" y="77845"/>
                    <a:pt x="75348" y="78615"/>
                    <a:pt x="72497" y="78589"/>
                  </a:cubicBezTo>
                  <a:close/>
                </a:path>
              </a:pathLst>
            </a:custGeom>
            <a:solidFill>
              <a:srgbClr val="74BF4B"/>
            </a:solidFill>
            <a:ln w="6694"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AF0074F-169F-8B4C-0DC2-792BF0F0D5DE}"/>
                </a:ext>
              </a:extLst>
            </p:cNvPr>
            <p:cNvSpPr/>
            <p:nvPr/>
          </p:nvSpPr>
          <p:spPr>
            <a:xfrm>
              <a:off x="9414724" y="1677187"/>
              <a:ext cx="331075" cy="297555"/>
            </a:xfrm>
            <a:custGeom>
              <a:avLst/>
              <a:gdLst>
                <a:gd name="connsiteX0" fmla="*/ 75729 w 94562"/>
                <a:gd name="connsiteY0" fmla="*/ 84989 h 84988"/>
                <a:gd name="connsiteX1" fmla="*/ 18830 w 94562"/>
                <a:gd name="connsiteY1" fmla="*/ 84989 h 84988"/>
                <a:gd name="connsiteX2" fmla="*/ 0 w 94562"/>
                <a:gd name="connsiteY2" fmla="*/ 66189 h 84988"/>
                <a:gd name="connsiteX3" fmla="*/ 2698 w 94562"/>
                <a:gd name="connsiteY3" fmla="*/ 56458 h 84988"/>
                <a:gd name="connsiteX4" fmla="*/ 31147 w 94562"/>
                <a:gd name="connsiteY4" fmla="*/ 9108 h 84988"/>
                <a:gd name="connsiteX5" fmla="*/ 47280 w 94562"/>
                <a:gd name="connsiteY5" fmla="*/ 0 h 84988"/>
                <a:gd name="connsiteX6" fmla="*/ 47280 w 94562"/>
                <a:gd name="connsiteY6" fmla="*/ 0 h 84988"/>
                <a:gd name="connsiteX7" fmla="*/ 63412 w 94562"/>
                <a:gd name="connsiteY7" fmla="*/ 9108 h 84988"/>
                <a:gd name="connsiteX8" fmla="*/ 91862 w 94562"/>
                <a:gd name="connsiteY8" fmla="*/ 56458 h 84988"/>
                <a:gd name="connsiteX9" fmla="*/ 85456 w 94562"/>
                <a:gd name="connsiteY9" fmla="*/ 82289 h 84988"/>
                <a:gd name="connsiteX10" fmla="*/ 75729 w 94562"/>
                <a:gd name="connsiteY10" fmla="*/ 84989 h 84988"/>
                <a:gd name="connsiteX11" fmla="*/ 47280 w 94562"/>
                <a:gd name="connsiteY11" fmla="*/ 6698 h 84988"/>
                <a:gd name="connsiteX12" fmla="*/ 47280 w 94562"/>
                <a:gd name="connsiteY12" fmla="*/ 6698 h 84988"/>
                <a:gd name="connsiteX13" fmla="*/ 36904 w 94562"/>
                <a:gd name="connsiteY13" fmla="*/ 12591 h 84988"/>
                <a:gd name="connsiteX14" fmla="*/ 8455 w 94562"/>
                <a:gd name="connsiteY14" fmla="*/ 59874 h 84988"/>
                <a:gd name="connsiteX15" fmla="*/ 12518 w 94562"/>
                <a:gd name="connsiteY15" fmla="*/ 76530 h 84988"/>
                <a:gd name="connsiteX16" fmla="*/ 18830 w 94562"/>
                <a:gd name="connsiteY16" fmla="*/ 78291 h 84988"/>
                <a:gd name="connsiteX17" fmla="*/ 75729 w 94562"/>
                <a:gd name="connsiteY17" fmla="*/ 78291 h 84988"/>
                <a:gd name="connsiteX18" fmla="*/ 87865 w 94562"/>
                <a:gd name="connsiteY18" fmla="*/ 66189 h 84988"/>
                <a:gd name="connsiteX19" fmla="*/ 86105 w 94562"/>
                <a:gd name="connsiteY19" fmla="*/ 59874 h 84988"/>
                <a:gd name="connsiteX20" fmla="*/ 57521 w 94562"/>
                <a:gd name="connsiteY20" fmla="*/ 12591 h 84988"/>
                <a:gd name="connsiteX21" fmla="*/ 47280 w 94562"/>
                <a:gd name="connsiteY21" fmla="*/ 6698 h 84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562" h="84988">
                  <a:moveTo>
                    <a:pt x="75729" y="84989"/>
                  </a:moveTo>
                  <a:lnTo>
                    <a:pt x="18830" y="84989"/>
                  </a:lnTo>
                  <a:cubicBezTo>
                    <a:pt x="8441" y="85002"/>
                    <a:pt x="13" y="76583"/>
                    <a:pt x="0" y="66189"/>
                  </a:cubicBezTo>
                  <a:cubicBezTo>
                    <a:pt x="-7" y="62760"/>
                    <a:pt x="930" y="59398"/>
                    <a:pt x="2698" y="56458"/>
                  </a:cubicBezTo>
                  <a:lnTo>
                    <a:pt x="31147" y="9108"/>
                  </a:lnTo>
                  <a:cubicBezTo>
                    <a:pt x="34534" y="3429"/>
                    <a:pt x="40673" y="-33"/>
                    <a:pt x="47280" y="0"/>
                  </a:cubicBezTo>
                  <a:lnTo>
                    <a:pt x="47280" y="0"/>
                  </a:lnTo>
                  <a:cubicBezTo>
                    <a:pt x="53887" y="-20"/>
                    <a:pt x="60012" y="3443"/>
                    <a:pt x="63412" y="9108"/>
                  </a:cubicBezTo>
                  <a:lnTo>
                    <a:pt x="91862" y="56458"/>
                  </a:lnTo>
                  <a:cubicBezTo>
                    <a:pt x="97224" y="65359"/>
                    <a:pt x="94352" y="76925"/>
                    <a:pt x="85456" y="82289"/>
                  </a:cubicBezTo>
                  <a:cubicBezTo>
                    <a:pt x="82517" y="84058"/>
                    <a:pt x="79156" y="84995"/>
                    <a:pt x="75729" y="84989"/>
                  </a:cubicBezTo>
                  <a:close/>
                  <a:moveTo>
                    <a:pt x="47280" y="6698"/>
                  </a:moveTo>
                  <a:lnTo>
                    <a:pt x="47280" y="6698"/>
                  </a:lnTo>
                  <a:cubicBezTo>
                    <a:pt x="43022" y="6691"/>
                    <a:pt x="39079" y="8934"/>
                    <a:pt x="36904" y="12591"/>
                  </a:cubicBezTo>
                  <a:lnTo>
                    <a:pt x="8455" y="59874"/>
                  </a:lnTo>
                  <a:cubicBezTo>
                    <a:pt x="4980" y="65593"/>
                    <a:pt x="6801" y="73054"/>
                    <a:pt x="12518" y="76530"/>
                  </a:cubicBezTo>
                  <a:cubicBezTo>
                    <a:pt x="14419" y="77689"/>
                    <a:pt x="16601" y="78298"/>
                    <a:pt x="18830" y="78291"/>
                  </a:cubicBezTo>
                  <a:lnTo>
                    <a:pt x="75729" y="78291"/>
                  </a:lnTo>
                  <a:cubicBezTo>
                    <a:pt x="82423" y="78305"/>
                    <a:pt x="87852" y="72887"/>
                    <a:pt x="87865" y="66189"/>
                  </a:cubicBezTo>
                  <a:cubicBezTo>
                    <a:pt x="87872" y="63966"/>
                    <a:pt x="87263" y="61776"/>
                    <a:pt x="86105" y="59874"/>
                  </a:cubicBezTo>
                  <a:lnTo>
                    <a:pt x="57521" y="12591"/>
                  </a:lnTo>
                  <a:cubicBezTo>
                    <a:pt x="55373" y="8975"/>
                    <a:pt x="51490" y="6738"/>
                    <a:pt x="47280" y="6698"/>
                  </a:cubicBezTo>
                  <a:close/>
                </a:path>
              </a:pathLst>
            </a:custGeom>
            <a:solidFill>
              <a:srgbClr val="0B2750"/>
            </a:solidFill>
            <a:ln w="6694"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5C83469C-6AC6-E3AD-623F-99ABA360CF60}"/>
                </a:ext>
              </a:extLst>
            </p:cNvPr>
            <p:cNvSpPr/>
            <p:nvPr/>
          </p:nvSpPr>
          <p:spPr>
            <a:xfrm rot="18900000">
              <a:off x="9123829" y="2263525"/>
              <a:ext cx="112964" cy="113017"/>
            </a:xfrm>
            <a:custGeom>
              <a:avLst/>
              <a:gdLst>
                <a:gd name="connsiteX0" fmla="*/ 28182 w 32265"/>
                <a:gd name="connsiteY0" fmla="*/ 0 h 32280"/>
                <a:gd name="connsiteX1" fmla="*/ 32265 w 32265"/>
                <a:gd name="connsiteY1" fmla="*/ 0 h 32280"/>
                <a:gd name="connsiteX2" fmla="*/ 32265 w 32265"/>
                <a:gd name="connsiteY2" fmla="*/ 32281 h 32280"/>
                <a:gd name="connsiteX3" fmla="*/ 28182 w 32265"/>
                <a:gd name="connsiteY3" fmla="*/ 32281 h 32280"/>
                <a:gd name="connsiteX4" fmla="*/ 4083 w 32265"/>
                <a:gd name="connsiteY4" fmla="*/ 32281 h 32280"/>
                <a:gd name="connsiteX5" fmla="*/ 0 w 32265"/>
                <a:gd name="connsiteY5" fmla="*/ 32281 h 32280"/>
                <a:gd name="connsiteX6" fmla="*/ 0 w 32265"/>
                <a:gd name="connsiteY6" fmla="*/ 0 h 32280"/>
                <a:gd name="connsiteX7" fmla="*/ 4083 w 32265"/>
                <a:gd name="connsiteY7" fmla="*/ 0 h 3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265" h="32280">
                  <a:moveTo>
                    <a:pt x="28182" y="0"/>
                  </a:moveTo>
                  <a:cubicBezTo>
                    <a:pt x="30437" y="0"/>
                    <a:pt x="32265" y="0"/>
                    <a:pt x="32265" y="0"/>
                  </a:cubicBezTo>
                  <a:lnTo>
                    <a:pt x="32265" y="32281"/>
                  </a:lnTo>
                  <a:cubicBezTo>
                    <a:pt x="32265" y="32281"/>
                    <a:pt x="30437" y="32281"/>
                    <a:pt x="28182" y="32281"/>
                  </a:cubicBezTo>
                  <a:lnTo>
                    <a:pt x="4083" y="32281"/>
                  </a:lnTo>
                  <a:cubicBezTo>
                    <a:pt x="1828" y="32281"/>
                    <a:pt x="0" y="32281"/>
                    <a:pt x="0" y="32281"/>
                  </a:cubicBezTo>
                  <a:lnTo>
                    <a:pt x="0" y="0"/>
                  </a:lnTo>
                  <a:cubicBezTo>
                    <a:pt x="0" y="0"/>
                    <a:pt x="1828" y="0"/>
                    <a:pt x="4083" y="0"/>
                  </a:cubicBezTo>
                  <a:close/>
                </a:path>
              </a:pathLst>
            </a:custGeom>
            <a:solidFill>
              <a:srgbClr val="FFFFFF"/>
            </a:solidFill>
            <a:ln w="6694"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D09A8288-4CB0-ECA9-B5F4-3744BBA6CB02}"/>
                </a:ext>
              </a:extLst>
            </p:cNvPr>
            <p:cNvSpPr/>
            <p:nvPr/>
          </p:nvSpPr>
          <p:spPr>
            <a:xfrm>
              <a:off x="9094426" y="2234392"/>
              <a:ext cx="171535" cy="171325"/>
            </a:xfrm>
            <a:custGeom>
              <a:avLst/>
              <a:gdLst>
                <a:gd name="connsiteX0" fmla="*/ 24497 w 48994"/>
                <a:gd name="connsiteY0" fmla="*/ 48934 h 48934"/>
                <a:gd name="connsiteX1" fmla="*/ 19276 w 48994"/>
                <a:gd name="connsiteY1" fmla="*/ 46791 h 48934"/>
                <a:gd name="connsiteX2" fmla="*/ 2206 w 48994"/>
                <a:gd name="connsiteY2" fmla="*/ 29712 h 48934"/>
                <a:gd name="connsiteX3" fmla="*/ 2112 w 48994"/>
                <a:gd name="connsiteY3" fmla="*/ 19291 h 48934"/>
                <a:gd name="connsiteX4" fmla="*/ 2206 w 48994"/>
                <a:gd name="connsiteY4" fmla="*/ 19198 h 48934"/>
                <a:gd name="connsiteX5" fmla="*/ 19276 w 48994"/>
                <a:gd name="connsiteY5" fmla="*/ 2120 h 48934"/>
                <a:gd name="connsiteX6" fmla="*/ 29718 w 48994"/>
                <a:gd name="connsiteY6" fmla="*/ 2120 h 48934"/>
                <a:gd name="connsiteX7" fmla="*/ 46788 w 48994"/>
                <a:gd name="connsiteY7" fmla="*/ 19198 h 48934"/>
                <a:gd name="connsiteX8" fmla="*/ 46882 w 48994"/>
                <a:gd name="connsiteY8" fmla="*/ 29619 h 48934"/>
                <a:gd name="connsiteX9" fmla="*/ 46788 w 48994"/>
                <a:gd name="connsiteY9" fmla="*/ 29712 h 48934"/>
                <a:gd name="connsiteX10" fmla="*/ 29718 w 48994"/>
                <a:gd name="connsiteY10" fmla="*/ 46791 h 48934"/>
                <a:gd name="connsiteX11" fmla="*/ 24497 w 48994"/>
                <a:gd name="connsiteY11" fmla="*/ 48934 h 48934"/>
                <a:gd name="connsiteX12" fmla="*/ 24497 w 48994"/>
                <a:gd name="connsiteY12" fmla="*/ 6674 h 48934"/>
                <a:gd name="connsiteX13" fmla="*/ 23962 w 48994"/>
                <a:gd name="connsiteY13" fmla="*/ 6674 h 48934"/>
                <a:gd name="connsiteX14" fmla="*/ 6892 w 48994"/>
                <a:gd name="connsiteY14" fmla="*/ 23752 h 48934"/>
                <a:gd name="connsiteX15" fmla="*/ 6892 w 48994"/>
                <a:gd name="connsiteY15" fmla="*/ 24756 h 48934"/>
                <a:gd name="connsiteX16" fmla="*/ 23962 w 48994"/>
                <a:gd name="connsiteY16" fmla="*/ 41834 h 48934"/>
                <a:gd name="connsiteX17" fmla="*/ 24966 w 48994"/>
                <a:gd name="connsiteY17" fmla="*/ 41834 h 48934"/>
                <a:gd name="connsiteX18" fmla="*/ 42102 w 48994"/>
                <a:gd name="connsiteY18" fmla="*/ 24756 h 48934"/>
                <a:gd name="connsiteX19" fmla="*/ 42102 w 48994"/>
                <a:gd name="connsiteY19" fmla="*/ 23752 h 48934"/>
                <a:gd name="connsiteX20" fmla="*/ 24966 w 48994"/>
                <a:gd name="connsiteY20" fmla="*/ 6674 h 48934"/>
                <a:gd name="connsiteX21" fmla="*/ 24497 w 48994"/>
                <a:gd name="connsiteY21" fmla="*/ 6674 h 48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994" h="48934">
                  <a:moveTo>
                    <a:pt x="24497" y="48934"/>
                  </a:moveTo>
                  <a:cubicBezTo>
                    <a:pt x="22536" y="48954"/>
                    <a:pt x="20655" y="48184"/>
                    <a:pt x="19276" y="46791"/>
                  </a:cubicBezTo>
                  <a:lnTo>
                    <a:pt x="2206" y="29712"/>
                  </a:lnTo>
                  <a:cubicBezTo>
                    <a:pt x="-699" y="26859"/>
                    <a:pt x="-739" y="22198"/>
                    <a:pt x="2112" y="19291"/>
                  </a:cubicBezTo>
                  <a:cubicBezTo>
                    <a:pt x="2139" y="19265"/>
                    <a:pt x="2173" y="19231"/>
                    <a:pt x="2206" y="19198"/>
                  </a:cubicBezTo>
                  <a:lnTo>
                    <a:pt x="19276" y="2120"/>
                  </a:lnTo>
                  <a:cubicBezTo>
                    <a:pt x="22188" y="-707"/>
                    <a:pt x="26806" y="-707"/>
                    <a:pt x="29718" y="2120"/>
                  </a:cubicBezTo>
                  <a:lnTo>
                    <a:pt x="46788" y="19198"/>
                  </a:lnTo>
                  <a:cubicBezTo>
                    <a:pt x="49693" y="22051"/>
                    <a:pt x="49733" y="26712"/>
                    <a:pt x="46882" y="29619"/>
                  </a:cubicBezTo>
                  <a:cubicBezTo>
                    <a:pt x="46855" y="29646"/>
                    <a:pt x="46821" y="29679"/>
                    <a:pt x="46788" y="29712"/>
                  </a:cubicBezTo>
                  <a:lnTo>
                    <a:pt x="29718" y="46791"/>
                  </a:lnTo>
                  <a:cubicBezTo>
                    <a:pt x="28333" y="48170"/>
                    <a:pt x="26452" y="48940"/>
                    <a:pt x="24497" y="48934"/>
                  </a:cubicBezTo>
                  <a:close/>
                  <a:moveTo>
                    <a:pt x="24497" y="6674"/>
                  </a:moveTo>
                  <a:cubicBezTo>
                    <a:pt x="24323" y="6607"/>
                    <a:pt x="24136" y="6607"/>
                    <a:pt x="23962" y="6674"/>
                  </a:cubicBezTo>
                  <a:lnTo>
                    <a:pt x="6892" y="23752"/>
                  </a:lnTo>
                  <a:cubicBezTo>
                    <a:pt x="6698" y="24060"/>
                    <a:pt x="6698" y="24448"/>
                    <a:pt x="6892" y="24756"/>
                  </a:cubicBezTo>
                  <a:lnTo>
                    <a:pt x="23962" y="41834"/>
                  </a:lnTo>
                  <a:cubicBezTo>
                    <a:pt x="24243" y="42096"/>
                    <a:pt x="24684" y="42096"/>
                    <a:pt x="24966" y="41834"/>
                  </a:cubicBezTo>
                  <a:lnTo>
                    <a:pt x="42102" y="24756"/>
                  </a:lnTo>
                  <a:cubicBezTo>
                    <a:pt x="42296" y="24448"/>
                    <a:pt x="42296" y="24060"/>
                    <a:pt x="42102" y="23752"/>
                  </a:cubicBezTo>
                  <a:lnTo>
                    <a:pt x="24966" y="6674"/>
                  </a:lnTo>
                  <a:cubicBezTo>
                    <a:pt x="24818" y="6600"/>
                    <a:pt x="24644" y="6600"/>
                    <a:pt x="24497" y="6674"/>
                  </a:cubicBezTo>
                  <a:close/>
                </a:path>
              </a:pathLst>
            </a:custGeom>
            <a:solidFill>
              <a:srgbClr val="0B2750"/>
            </a:solidFill>
            <a:ln w="6694" cap="flat">
              <a:noFill/>
              <a:prstDash val="solid"/>
              <a:miter/>
            </a:ln>
          </p:spPr>
          <p:txBody>
            <a:bodyPr rtlCol="0" anchor="ctr"/>
            <a:lstStyle/>
            <a:p>
              <a:endParaRPr lang="en-US"/>
            </a:p>
          </p:txBody>
        </p:sp>
        <p:grpSp>
          <p:nvGrpSpPr>
            <p:cNvPr id="76" name="Group 75">
              <a:extLst>
                <a:ext uri="{FF2B5EF4-FFF2-40B4-BE49-F238E27FC236}">
                  <a16:creationId xmlns:a16="http://schemas.microsoft.com/office/drawing/2014/main" id="{8F4C8240-F456-05DB-2D84-06D06BE4512D}"/>
                </a:ext>
              </a:extLst>
            </p:cNvPr>
            <p:cNvGrpSpPr>
              <a:grpSpLocks noChangeAspect="1"/>
            </p:cNvGrpSpPr>
            <p:nvPr/>
          </p:nvGrpSpPr>
          <p:grpSpPr>
            <a:xfrm>
              <a:off x="6745206" y="3205127"/>
              <a:ext cx="4235417" cy="3131781"/>
              <a:chOff x="7001452" y="1966719"/>
              <a:chExt cx="1675071" cy="1238592"/>
            </a:xfrm>
          </p:grpSpPr>
          <p:sp>
            <p:nvSpPr>
              <p:cNvPr id="77" name="Freeform 76">
                <a:extLst>
                  <a:ext uri="{FF2B5EF4-FFF2-40B4-BE49-F238E27FC236}">
                    <a16:creationId xmlns:a16="http://schemas.microsoft.com/office/drawing/2014/main" id="{D36A0989-464A-3A83-1F4A-67EA74271B9D}"/>
                  </a:ext>
                </a:extLst>
              </p:cNvPr>
              <p:cNvSpPr/>
              <p:nvPr/>
            </p:nvSpPr>
            <p:spPr>
              <a:xfrm>
                <a:off x="7506046" y="1997124"/>
                <a:ext cx="296075" cy="1204703"/>
              </a:xfrm>
              <a:custGeom>
                <a:avLst/>
                <a:gdLst>
                  <a:gd name="connsiteX0" fmla="*/ 0 w 296075"/>
                  <a:gd name="connsiteY0" fmla="*/ 295617 h 1204703"/>
                  <a:gd name="connsiteX1" fmla="*/ 296075 w 296075"/>
                  <a:gd name="connsiteY1" fmla="*/ 0 h 1204703"/>
                  <a:gd name="connsiteX2" fmla="*/ 294335 w 296075"/>
                  <a:gd name="connsiteY2" fmla="*/ 1204704 h 1204703"/>
                  <a:gd name="connsiteX3" fmla="*/ 0 w 296075"/>
                  <a:gd name="connsiteY3" fmla="*/ 1204704 h 1204703"/>
                  <a:gd name="connsiteX4" fmla="*/ 0 w 296075"/>
                  <a:gd name="connsiteY4" fmla="*/ 295617 h 1204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75" h="1204703">
                    <a:moveTo>
                      <a:pt x="0" y="295617"/>
                    </a:moveTo>
                    <a:lnTo>
                      <a:pt x="296075" y="0"/>
                    </a:lnTo>
                    <a:lnTo>
                      <a:pt x="294335" y="1204704"/>
                    </a:lnTo>
                    <a:lnTo>
                      <a:pt x="0" y="1204704"/>
                    </a:lnTo>
                    <a:lnTo>
                      <a:pt x="0" y="295617"/>
                    </a:lnTo>
                    <a:close/>
                  </a:path>
                </a:pathLst>
              </a:custGeom>
              <a:solidFill>
                <a:srgbClr val="FFFFFF"/>
              </a:solidFill>
              <a:ln w="6694"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ED15F71-D78F-C3FD-BCF7-07D645D926C3}"/>
                  </a:ext>
                </a:extLst>
              </p:cNvPr>
              <p:cNvSpPr/>
              <p:nvPr/>
            </p:nvSpPr>
            <p:spPr>
              <a:xfrm>
                <a:off x="7994330" y="2759570"/>
                <a:ext cx="473577" cy="442392"/>
              </a:xfrm>
              <a:custGeom>
                <a:avLst/>
                <a:gdLst>
                  <a:gd name="connsiteX0" fmla="*/ 473576 w 473577"/>
                  <a:gd name="connsiteY0" fmla="*/ 237055 h 442392"/>
                  <a:gd name="connsiteX1" fmla="*/ 473040 w 473577"/>
                  <a:gd name="connsiteY1" fmla="*/ 252860 h 442392"/>
                  <a:gd name="connsiteX2" fmla="*/ 468823 w 473577"/>
                  <a:gd name="connsiteY2" fmla="*/ 284471 h 442392"/>
                  <a:gd name="connsiteX3" fmla="*/ 355025 w 473577"/>
                  <a:gd name="connsiteY3" fmla="*/ 442393 h 442392"/>
                  <a:gd name="connsiteX4" fmla="*/ 118794 w 473577"/>
                  <a:gd name="connsiteY4" fmla="*/ 442393 h 442392"/>
                  <a:gd name="connsiteX5" fmla="*/ 31571 w 473577"/>
                  <a:gd name="connsiteY5" fmla="*/ 118861 h 442392"/>
                  <a:gd name="connsiteX6" fmla="*/ 354958 w 473577"/>
                  <a:gd name="connsiteY6" fmla="*/ 31589 h 442392"/>
                  <a:gd name="connsiteX7" fmla="*/ 460188 w 473577"/>
                  <a:gd name="connsiteY7" fmla="*/ 158094 h 442392"/>
                  <a:gd name="connsiteX8" fmla="*/ 468957 w 473577"/>
                  <a:gd name="connsiteY8" fmla="*/ 189705 h 442392"/>
                  <a:gd name="connsiteX9" fmla="*/ 473576 w 473577"/>
                  <a:gd name="connsiteY9" fmla="*/ 237055 h 4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577" h="442392">
                    <a:moveTo>
                      <a:pt x="473576" y="237055"/>
                    </a:moveTo>
                    <a:cubicBezTo>
                      <a:pt x="473576" y="242412"/>
                      <a:pt x="473576" y="247636"/>
                      <a:pt x="473040" y="252860"/>
                    </a:cubicBezTo>
                    <a:cubicBezTo>
                      <a:pt x="472370" y="263482"/>
                      <a:pt x="470965" y="274050"/>
                      <a:pt x="468823" y="284471"/>
                    </a:cubicBezTo>
                    <a:cubicBezTo>
                      <a:pt x="455234" y="350995"/>
                      <a:pt x="413798" y="408498"/>
                      <a:pt x="355025" y="442393"/>
                    </a:cubicBezTo>
                    <a:lnTo>
                      <a:pt x="118794" y="442393"/>
                    </a:lnTo>
                    <a:cubicBezTo>
                      <a:pt x="5398" y="377148"/>
                      <a:pt x="-33629" y="232300"/>
                      <a:pt x="31571" y="118861"/>
                    </a:cubicBezTo>
                    <a:cubicBezTo>
                      <a:pt x="96770" y="5416"/>
                      <a:pt x="241561" y="-33656"/>
                      <a:pt x="354958" y="31589"/>
                    </a:cubicBezTo>
                    <a:cubicBezTo>
                      <a:pt x="404025" y="59825"/>
                      <a:pt x="441311" y="104696"/>
                      <a:pt x="460188" y="158094"/>
                    </a:cubicBezTo>
                    <a:cubicBezTo>
                      <a:pt x="463870" y="168408"/>
                      <a:pt x="466815" y="178969"/>
                      <a:pt x="468957" y="189705"/>
                    </a:cubicBezTo>
                    <a:cubicBezTo>
                      <a:pt x="472036" y="205296"/>
                      <a:pt x="473643" y="221155"/>
                      <a:pt x="473576" y="237055"/>
                    </a:cubicBezTo>
                    <a:close/>
                  </a:path>
                </a:pathLst>
              </a:custGeom>
              <a:solidFill>
                <a:srgbClr val="0B2750"/>
              </a:solidFill>
              <a:ln w="6694"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3531F94-6BED-6A3C-B6A4-6CB49BB2EB3E}"/>
                  </a:ext>
                </a:extLst>
              </p:cNvPr>
              <p:cNvSpPr/>
              <p:nvPr/>
            </p:nvSpPr>
            <p:spPr>
              <a:xfrm>
                <a:off x="7990942" y="2756331"/>
                <a:ext cx="480377" cy="448980"/>
              </a:xfrm>
              <a:custGeom>
                <a:avLst/>
                <a:gdLst>
                  <a:gd name="connsiteX0" fmla="*/ 359284 w 480377"/>
                  <a:gd name="connsiteY0" fmla="*/ 448980 h 448980"/>
                  <a:gd name="connsiteX1" fmla="*/ 121111 w 480377"/>
                  <a:gd name="connsiteY1" fmla="*/ 448980 h 448980"/>
                  <a:gd name="connsiteX2" fmla="*/ 120374 w 480377"/>
                  <a:gd name="connsiteY2" fmla="*/ 448578 h 448980"/>
                  <a:gd name="connsiteX3" fmla="*/ 32081 w 480377"/>
                  <a:gd name="connsiteY3" fmla="*/ 120425 h 448980"/>
                  <a:gd name="connsiteX4" fmla="*/ 360087 w 480377"/>
                  <a:gd name="connsiteY4" fmla="*/ 32095 h 448980"/>
                  <a:gd name="connsiteX5" fmla="*/ 466655 w 480377"/>
                  <a:gd name="connsiteY5" fmla="*/ 160194 h 448980"/>
                  <a:gd name="connsiteX6" fmla="*/ 475558 w 480377"/>
                  <a:gd name="connsiteY6" fmla="*/ 192274 h 448980"/>
                  <a:gd name="connsiteX7" fmla="*/ 480378 w 480377"/>
                  <a:gd name="connsiteY7" fmla="*/ 240293 h 448980"/>
                  <a:gd name="connsiteX8" fmla="*/ 479843 w 480377"/>
                  <a:gd name="connsiteY8" fmla="*/ 256367 h 448980"/>
                  <a:gd name="connsiteX9" fmla="*/ 475558 w 480377"/>
                  <a:gd name="connsiteY9" fmla="*/ 288380 h 448980"/>
                  <a:gd name="connsiteX10" fmla="*/ 360087 w 480377"/>
                  <a:gd name="connsiteY10" fmla="*/ 448578 h 448980"/>
                  <a:gd name="connsiteX11" fmla="*/ 122918 w 480377"/>
                  <a:gd name="connsiteY11" fmla="*/ 442283 h 448980"/>
                  <a:gd name="connsiteX12" fmla="*/ 357543 w 480377"/>
                  <a:gd name="connsiteY12" fmla="*/ 442283 h 448980"/>
                  <a:gd name="connsiteX13" fmla="*/ 468998 w 480377"/>
                  <a:gd name="connsiteY13" fmla="*/ 287040 h 448980"/>
                  <a:gd name="connsiteX14" fmla="*/ 473149 w 480377"/>
                  <a:gd name="connsiteY14" fmla="*/ 255898 h 448980"/>
                  <a:gd name="connsiteX15" fmla="*/ 473684 w 480377"/>
                  <a:gd name="connsiteY15" fmla="*/ 240293 h 448980"/>
                  <a:gd name="connsiteX16" fmla="*/ 468998 w 480377"/>
                  <a:gd name="connsiteY16" fmla="*/ 193412 h 448980"/>
                  <a:gd name="connsiteX17" fmla="*/ 460363 w 480377"/>
                  <a:gd name="connsiteY17" fmla="*/ 162270 h 448980"/>
                  <a:gd name="connsiteX18" fmla="*/ 162413 w 480377"/>
                  <a:gd name="connsiteY18" fmla="*/ 19846 h 448980"/>
                  <a:gd name="connsiteX19" fmla="*/ 20098 w 480377"/>
                  <a:gd name="connsiteY19" fmla="*/ 317928 h 448980"/>
                  <a:gd name="connsiteX20" fmla="*/ 122918 w 480377"/>
                  <a:gd name="connsiteY20" fmla="*/ 442082 h 44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0377" h="448980">
                    <a:moveTo>
                      <a:pt x="359284" y="448980"/>
                    </a:moveTo>
                    <a:lnTo>
                      <a:pt x="121111" y="448980"/>
                    </a:lnTo>
                    <a:lnTo>
                      <a:pt x="120374" y="448578"/>
                    </a:lnTo>
                    <a:cubicBezTo>
                      <a:pt x="5439" y="382356"/>
                      <a:pt x="-34123" y="235438"/>
                      <a:pt x="32081" y="120425"/>
                    </a:cubicBezTo>
                    <a:cubicBezTo>
                      <a:pt x="98285" y="5420"/>
                      <a:pt x="245151" y="-34127"/>
                      <a:pt x="360087" y="32095"/>
                    </a:cubicBezTo>
                    <a:cubicBezTo>
                      <a:pt x="409756" y="60706"/>
                      <a:pt x="447510" y="106140"/>
                      <a:pt x="466655" y="160194"/>
                    </a:cubicBezTo>
                    <a:cubicBezTo>
                      <a:pt x="470404" y="170655"/>
                      <a:pt x="473349" y="181377"/>
                      <a:pt x="475558" y="192274"/>
                    </a:cubicBezTo>
                    <a:cubicBezTo>
                      <a:pt x="478771" y="208079"/>
                      <a:pt x="480378" y="224166"/>
                      <a:pt x="480378" y="240293"/>
                    </a:cubicBezTo>
                    <a:cubicBezTo>
                      <a:pt x="480378" y="245718"/>
                      <a:pt x="480378" y="251143"/>
                      <a:pt x="479843" y="256367"/>
                    </a:cubicBezTo>
                    <a:cubicBezTo>
                      <a:pt x="479172" y="267123"/>
                      <a:pt x="477700" y="277825"/>
                      <a:pt x="475558" y="288380"/>
                    </a:cubicBezTo>
                    <a:cubicBezTo>
                      <a:pt x="461768" y="355868"/>
                      <a:pt x="419730" y="414201"/>
                      <a:pt x="360087" y="448578"/>
                    </a:cubicBezTo>
                    <a:close/>
                    <a:moveTo>
                      <a:pt x="122918" y="442283"/>
                    </a:moveTo>
                    <a:lnTo>
                      <a:pt x="357543" y="442283"/>
                    </a:lnTo>
                    <a:cubicBezTo>
                      <a:pt x="415111" y="408816"/>
                      <a:pt x="455676" y="352332"/>
                      <a:pt x="468998" y="287040"/>
                    </a:cubicBezTo>
                    <a:cubicBezTo>
                      <a:pt x="471073" y="276766"/>
                      <a:pt x="472478" y="266359"/>
                      <a:pt x="473149" y="255898"/>
                    </a:cubicBezTo>
                    <a:cubicBezTo>
                      <a:pt x="473149" y="250808"/>
                      <a:pt x="473684" y="245584"/>
                      <a:pt x="473684" y="240293"/>
                    </a:cubicBezTo>
                    <a:cubicBezTo>
                      <a:pt x="473684" y="224548"/>
                      <a:pt x="472144" y="208843"/>
                      <a:pt x="468998" y="193412"/>
                    </a:cubicBezTo>
                    <a:cubicBezTo>
                      <a:pt x="466856" y="182837"/>
                      <a:pt x="463978" y="172430"/>
                      <a:pt x="460363" y="162270"/>
                    </a:cubicBezTo>
                    <a:cubicBezTo>
                      <a:pt x="417387" y="40628"/>
                      <a:pt x="283976" y="-23137"/>
                      <a:pt x="162413" y="19846"/>
                    </a:cubicBezTo>
                    <a:cubicBezTo>
                      <a:pt x="40850" y="62829"/>
                      <a:pt x="-22877" y="196285"/>
                      <a:pt x="20098" y="317928"/>
                    </a:cubicBezTo>
                    <a:cubicBezTo>
                      <a:pt x="38507" y="370213"/>
                      <a:pt x="74989" y="414221"/>
                      <a:pt x="122918" y="442082"/>
                    </a:cubicBezTo>
                    <a:close/>
                  </a:path>
                </a:pathLst>
              </a:custGeom>
              <a:solidFill>
                <a:srgbClr val="0B2750"/>
              </a:solidFill>
              <a:ln w="6694"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0F6677F1-771B-B214-7A78-E79C49C2FC2A}"/>
                  </a:ext>
                </a:extLst>
              </p:cNvPr>
              <p:cNvSpPr/>
              <p:nvPr/>
            </p:nvSpPr>
            <p:spPr>
              <a:xfrm>
                <a:off x="8243255" y="2914315"/>
                <a:ext cx="220366" cy="38308"/>
              </a:xfrm>
              <a:custGeom>
                <a:avLst/>
                <a:gdLst>
                  <a:gd name="connsiteX0" fmla="*/ 219965 w 220366"/>
                  <a:gd name="connsiteY0" fmla="*/ 38308 h 38308"/>
                  <a:gd name="connsiteX1" fmla="*/ 19146 w 220366"/>
                  <a:gd name="connsiteY1" fmla="*/ 38308 h 38308"/>
                  <a:gd name="connsiteX2" fmla="*/ 0 w 220366"/>
                  <a:gd name="connsiteY2" fmla="*/ 19154 h 38308"/>
                  <a:gd name="connsiteX3" fmla="*/ 19146 w 220366"/>
                  <a:gd name="connsiteY3" fmla="*/ 0 h 38308"/>
                  <a:gd name="connsiteX4" fmla="*/ 211263 w 220366"/>
                  <a:gd name="connsiteY4" fmla="*/ 0 h 38308"/>
                  <a:gd name="connsiteX5" fmla="*/ 211263 w 220366"/>
                  <a:gd name="connsiteY5" fmla="*/ 6697 h 38308"/>
                  <a:gd name="connsiteX6" fmla="*/ 19547 w 220366"/>
                  <a:gd name="connsiteY6" fmla="*/ 6697 h 38308"/>
                  <a:gd name="connsiteX7" fmla="*/ 10778 w 220366"/>
                  <a:gd name="connsiteY7" fmla="*/ 10381 h 38308"/>
                  <a:gd name="connsiteX8" fmla="*/ 7096 w 220366"/>
                  <a:gd name="connsiteY8" fmla="*/ 19154 h 38308"/>
                  <a:gd name="connsiteX9" fmla="*/ 19547 w 220366"/>
                  <a:gd name="connsiteY9" fmla="*/ 31611 h 38308"/>
                  <a:gd name="connsiteX10" fmla="*/ 220367 w 220366"/>
                  <a:gd name="connsiteY10" fmla="*/ 31611 h 3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0366" h="38308">
                    <a:moveTo>
                      <a:pt x="219965" y="38308"/>
                    </a:moveTo>
                    <a:lnTo>
                      <a:pt x="19146" y="38308"/>
                    </a:lnTo>
                    <a:cubicBezTo>
                      <a:pt x="8569" y="38308"/>
                      <a:pt x="0" y="29736"/>
                      <a:pt x="0" y="19154"/>
                    </a:cubicBezTo>
                    <a:cubicBezTo>
                      <a:pt x="0" y="8572"/>
                      <a:pt x="8569" y="0"/>
                      <a:pt x="19146" y="0"/>
                    </a:cubicBezTo>
                    <a:lnTo>
                      <a:pt x="211263" y="0"/>
                    </a:lnTo>
                    <a:lnTo>
                      <a:pt x="211263" y="6697"/>
                    </a:lnTo>
                    <a:lnTo>
                      <a:pt x="19547" y="6697"/>
                    </a:lnTo>
                    <a:cubicBezTo>
                      <a:pt x="16267" y="6677"/>
                      <a:pt x="13054" y="8010"/>
                      <a:pt x="10778" y="10381"/>
                    </a:cubicBezTo>
                    <a:cubicBezTo>
                      <a:pt x="8435" y="12691"/>
                      <a:pt x="7096" y="15852"/>
                      <a:pt x="7096" y="19154"/>
                    </a:cubicBezTo>
                    <a:cubicBezTo>
                      <a:pt x="7163" y="26019"/>
                      <a:pt x="12652" y="31578"/>
                      <a:pt x="19547" y="31611"/>
                    </a:cubicBezTo>
                    <a:lnTo>
                      <a:pt x="220367" y="31611"/>
                    </a:lnTo>
                    <a:close/>
                  </a:path>
                </a:pathLst>
              </a:custGeom>
              <a:solidFill>
                <a:srgbClr val="FFFFFF"/>
              </a:solidFill>
              <a:ln w="6694"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A8AE8AC7-ADA4-D0C0-C835-3F73DDEC899E}"/>
                  </a:ext>
                </a:extLst>
              </p:cNvPr>
              <p:cNvSpPr/>
              <p:nvPr/>
            </p:nvSpPr>
            <p:spPr>
              <a:xfrm>
                <a:off x="8306715" y="3008947"/>
                <a:ext cx="160722" cy="38308"/>
              </a:xfrm>
              <a:custGeom>
                <a:avLst/>
                <a:gdLst>
                  <a:gd name="connsiteX0" fmla="*/ 156506 w 160722"/>
                  <a:gd name="connsiteY0" fmla="*/ 38308 h 38308"/>
                  <a:gd name="connsiteX1" fmla="*/ 19145 w 160722"/>
                  <a:gd name="connsiteY1" fmla="*/ 38308 h 38308"/>
                  <a:gd name="connsiteX2" fmla="*/ 0 w 160722"/>
                  <a:gd name="connsiteY2" fmla="*/ 19154 h 38308"/>
                  <a:gd name="connsiteX3" fmla="*/ 19145 w 160722"/>
                  <a:gd name="connsiteY3" fmla="*/ 0 h 38308"/>
                  <a:gd name="connsiteX4" fmla="*/ 160723 w 160722"/>
                  <a:gd name="connsiteY4" fmla="*/ 0 h 38308"/>
                  <a:gd name="connsiteX5" fmla="*/ 160723 w 160722"/>
                  <a:gd name="connsiteY5" fmla="*/ 6697 h 38308"/>
                  <a:gd name="connsiteX6" fmla="*/ 19145 w 160722"/>
                  <a:gd name="connsiteY6" fmla="*/ 6697 h 38308"/>
                  <a:gd name="connsiteX7" fmla="*/ 6694 w 160722"/>
                  <a:gd name="connsiteY7" fmla="*/ 19154 h 38308"/>
                  <a:gd name="connsiteX8" fmla="*/ 19145 w 160722"/>
                  <a:gd name="connsiteY8" fmla="*/ 31611 h 38308"/>
                  <a:gd name="connsiteX9" fmla="*/ 156506 w 160722"/>
                  <a:gd name="connsiteY9" fmla="*/ 31611 h 3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0722" h="38308">
                    <a:moveTo>
                      <a:pt x="156506" y="38308"/>
                    </a:moveTo>
                    <a:lnTo>
                      <a:pt x="19145" y="38308"/>
                    </a:lnTo>
                    <a:cubicBezTo>
                      <a:pt x="8568" y="38308"/>
                      <a:pt x="0" y="29736"/>
                      <a:pt x="0" y="19154"/>
                    </a:cubicBezTo>
                    <a:cubicBezTo>
                      <a:pt x="0" y="8572"/>
                      <a:pt x="8568" y="0"/>
                      <a:pt x="19145" y="0"/>
                    </a:cubicBezTo>
                    <a:lnTo>
                      <a:pt x="160723" y="0"/>
                    </a:lnTo>
                    <a:lnTo>
                      <a:pt x="160723" y="6697"/>
                    </a:lnTo>
                    <a:lnTo>
                      <a:pt x="19145" y="6697"/>
                    </a:lnTo>
                    <a:cubicBezTo>
                      <a:pt x="12250" y="6697"/>
                      <a:pt x="6694" y="12276"/>
                      <a:pt x="6694" y="19154"/>
                    </a:cubicBezTo>
                    <a:cubicBezTo>
                      <a:pt x="6694" y="26032"/>
                      <a:pt x="12250" y="31611"/>
                      <a:pt x="19145" y="31611"/>
                    </a:cubicBezTo>
                    <a:lnTo>
                      <a:pt x="156506" y="31611"/>
                    </a:lnTo>
                    <a:close/>
                  </a:path>
                </a:pathLst>
              </a:custGeom>
              <a:solidFill>
                <a:srgbClr val="FFFFFF"/>
              </a:solidFill>
              <a:ln w="6694"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F03B0E1A-ACAA-0703-0B8F-257B2AA0DEE8}"/>
                  </a:ext>
                </a:extLst>
              </p:cNvPr>
              <p:cNvSpPr/>
              <p:nvPr/>
            </p:nvSpPr>
            <p:spPr>
              <a:xfrm>
                <a:off x="7994330" y="2759570"/>
                <a:ext cx="473577" cy="442392"/>
              </a:xfrm>
              <a:custGeom>
                <a:avLst/>
                <a:gdLst>
                  <a:gd name="connsiteX0" fmla="*/ 473576 w 473577"/>
                  <a:gd name="connsiteY0" fmla="*/ 237055 h 442392"/>
                  <a:gd name="connsiteX1" fmla="*/ 473040 w 473577"/>
                  <a:gd name="connsiteY1" fmla="*/ 252860 h 442392"/>
                  <a:gd name="connsiteX2" fmla="*/ 468823 w 473577"/>
                  <a:gd name="connsiteY2" fmla="*/ 284471 h 442392"/>
                  <a:gd name="connsiteX3" fmla="*/ 355025 w 473577"/>
                  <a:gd name="connsiteY3" fmla="*/ 442393 h 442392"/>
                  <a:gd name="connsiteX4" fmla="*/ 118794 w 473577"/>
                  <a:gd name="connsiteY4" fmla="*/ 442393 h 442392"/>
                  <a:gd name="connsiteX5" fmla="*/ 31571 w 473577"/>
                  <a:gd name="connsiteY5" fmla="*/ 118861 h 442392"/>
                  <a:gd name="connsiteX6" fmla="*/ 354958 w 473577"/>
                  <a:gd name="connsiteY6" fmla="*/ 31589 h 442392"/>
                  <a:gd name="connsiteX7" fmla="*/ 460188 w 473577"/>
                  <a:gd name="connsiteY7" fmla="*/ 158094 h 442392"/>
                  <a:gd name="connsiteX8" fmla="*/ 468957 w 473577"/>
                  <a:gd name="connsiteY8" fmla="*/ 189705 h 442392"/>
                  <a:gd name="connsiteX9" fmla="*/ 473576 w 473577"/>
                  <a:gd name="connsiteY9" fmla="*/ 237055 h 4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577" h="442392">
                    <a:moveTo>
                      <a:pt x="473576" y="237055"/>
                    </a:moveTo>
                    <a:cubicBezTo>
                      <a:pt x="473576" y="242412"/>
                      <a:pt x="473576" y="247636"/>
                      <a:pt x="473040" y="252860"/>
                    </a:cubicBezTo>
                    <a:cubicBezTo>
                      <a:pt x="472370" y="263482"/>
                      <a:pt x="470965" y="274050"/>
                      <a:pt x="468823" y="284471"/>
                    </a:cubicBezTo>
                    <a:cubicBezTo>
                      <a:pt x="455234" y="350995"/>
                      <a:pt x="413798" y="408498"/>
                      <a:pt x="355025" y="442393"/>
                    </a:cubicBezTo>
                    <a:lnTo>
                      <a:pt x="118794" y="442393"/>
                    </a:lnTo>
                    <a:cubicBezTo>
                      <a:pt x="5398" y="377148"/>
                      <a:pt x="-33629" y="232300"/>
                      <a:pt x="31571" y="118861"/>
                    </a:cubicBezTo>
                    <a:cubicBezTo>
                      <a:pt x="96770" y="5416"/>
                      <a:pt x="241561" y="-33656"/>
                      <a:pt x="354958" y="31589"/>
                    </a:cubicBezTo>
                    <a:cubicBezTo>
                      <a:pt x="404025" y="59825"/>
                      <a:pt x="441311" y="104696"/>
                      <a:pt x="460188" y="158094"/>
                    </a:cubicBezTo>
                    <a:cubicBezTo>
                      <a:pt x="463870" y="168408"/>
                      <a:pt x="466815" y="178969"/>
                      <a:pt x="468957" y="189705"/>
                    </a:cubicBezTo>
                    <a:cubicBezTo>
                      <a:pt x="472036" y="205296"/>
                      <a:pt x="473643" y="221155"/>
                      <a:pt x="473576" y="237055"/>
                    </a:cubicBezTo>
                    <a:close/>
                  </a:path>
                </a:pathLst>
              </a:custGeom>
              <a:solidFill>
                <a:srgbClr val="FBAB2C"/>
              </a:solidFill>
              <a:ln w="6694"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C622FE68-AAD3-D924-56D0-58C965512BB1}"/>
                  </a:ext>
                </a:extLst>
              </p:cNvPr>
              <p:cNvSpPr/>
              <p:nvPr/>
            </p:nvSpPr>
            <p:spPr>
              <a:xfrm>
                <a:off x="7990942" y="2756331"/>
                <a:ext cx="480377" cy="448980"/>
              </a:xfrm>
              <a:custGeom>
                <a:avLst/>
                <a:gdLst>
                  <a:gd name="connsiteX0" fmla="*/ 359284 w 480377"/>
                  <a:gd name="connsiteY0" fmla="*/ 448980 h 448980"/>
                  <a:gd name="connsiteX1" fmla="*/ 121111 w 480377"/>
                  <a:gd name="connsiteY1" fmla="*/ 448980 h 448980"/>
                  <a:gd name="connsiteX2" fmla="*/ 120374 w 480377"/>
                  <a:gd name="connsiteY2" fmla="*/ 448578 h 448980"/>
                  <a:gd name="connsiteX3" fmla="*/ 32081 w 480377"/>
                  <a:gd name="connsiteY3" fmla="*/ 120425 h 448980"/>
                  <a:gd name="connsiteX4" fmla="*/ 360087 w 480377"/>
                  <a:gd name="connsiteY4" fmla="*/ 32095 h 448980"/>
                  <a:gd name="connsiteX5" fmla="*/ 466655 w 480377"/>
                  <a:gd name="connsiteY5" fmla="*/ 160194 h 448980"/>
                  <a:gd name="connsiteX6" fmla="*/ 475558 w 480377"/>
                  <a:gd name="connsiteY6" fmla="*/ 192274 h 448980"/>
                  <a:gd name="connsiteX7" fmla="*/ 480378 w 480377"/>
                  <a:gd name="connsiteY7" fmla="*/ 240293 h 448980"/>
                  <a:gd name="connsiteX8" fmla="*/ 479843 w 480377"/>
                  <a:gd name="connsiteY8" fmla="*/ 256367 h 448980"/>
                  <a:gd name="connsiteX9" fmla="*/ 475558 w 480377"/>
                  <a:gd name="connsiteY9" fmla="*/ 288380 h 448980"/>
                  <a:gd name="connsiteX10" fmla="*/ 360087 w 480377"/>
                  <a:gd name="connsiteY10" fmla="*/ 448578 h 448980"/>
                  <a:gd name="connsiteX11" fmla="*/ 122918 w 480377"/>
                  <a:gd name="connsiteY11" fmla="*/ 442283 h 448980"/>
                  <a:gd name="connsiteX12" fmla="*/ 357543 w 480377"/>
                  <a:gd name="connsiteY12" fmla="*/ 442283 h 448980"/>
                  <a:gd name="connsiteX13" fmla="*/ 468998 w 480377"/>
                  <a:gd name="connsiteY13" fmla="*/ 287040 h 448980"/>
                  <a:gd name="connsiteX14" fmla="*/ 473149 w 480377"/>
                  <a:gd name="connsiteY14" fmla="*/ 255898 h 448980"/>
                  <a:gd name="connsiteX15" fmla="*/ 473684 w 480377"/>
                  <a:gd name="connsiteY15" fmla="*/ 240293 h 448980"/>
                  <a:gd name="connsiteX16" fmla="*/ 468998 w 480377"/>
                  <a:gd name="connsiteY16" fmla="*/ 193412 h 448980"/>
                  <a:gd name="connsiteX17" fmla="*/ 460363 w 480377"/>
                  <a:gd name="connsiteY17" fmla="*/ 162270 h 448980"/>
                  <a:gd name="connsiteX18" fmla="*/ 162413 w 480377"/>
                  <a:gd name="connsiteY18" fmla="*/ 19846 h 448980"/>
                  <a:gd name="connsiteX19" fmla="*/ 20098 w 480377"/>
                  <a:gd name="connsiteY19" fmla="*/ 317928 h 448980"/>
                  <a:gd name="connsiteX20" fmla="*/ 122918 w 480377"/>
                  <a:gd name="connsiteY20" fmla="*/ 442082 h 44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0377" h="448980">
                    <a:moveTo>
                      <a:pt x="359284" y="448980"/>
                    </a:moveTo>
                    <a:lnTo>
                      <a:pt x="121111" y="448980"/>
                    </a:lnTo>
                    <a:lnTo>
                      <a:pt x="120374" y="448578"/>
                    </a:lnTo>
                    <a:cubicBezTo>
                      <a:pt x="5439" y="382356"/>
                      <a:pt x="-34123" y="235438"/>
                      <a:pt x="32081" y="120425"/>
                    </a:cubicBezTo>
                    <a:cubicBezTo>
                      <a:pt x="98285" y="5420"/>
                      <a:pt x="245151" y="-34127"/>
                      <a:pt x="360087" y="32095"/>
                    </a:cubicBezTo>
                    <a:cubicBezTo>
                      <a:pt x="409756" y="60706"/>
                      <a:pt x="447510" y="106140"/>
                      <a:pt x="466655" y="160194"/>
                    </a:cubicBezTo>
                    <a:cubicBezTo>
                      <a:pt x="470404" y="170655"/>
                      <a:pt x="473349" y="181377"/>
                      <a:pt x="475558" y="192274"/>
                    </a:cubicBezTo>
                    <a:cubicBezTo>
                      <a:pt x="478771" y="208079"/>
                      <a:pt x="480378" y="224166"/>
                      <a:pt x="480378" y="240293"/>
                    </a:cubicBezTo>
                    <a:cubicBezTo>
                      <a:pt x="480378" y="245718"/>
                      <a:pt x="480378" y="251143"/>
                      <a:pt x="479843" y="256367"/>
                    </a:cubicBezTo>
                    <a:cubicBezTo>
                      <a:pt x="479172" y="267123"/>
                      <a:pt x="477700" y="277825"/>
                      <a:pt x="475558" y="288380"/>
                    </a:cubicBezTo>
                    <a:cubicBezTo>
                      <a:pt x="461768" y="355868"/>
                      <a:pt x="419730" y="414201"/>
                      <a:pt x="360087" y="448578"/>
                    </a:cubicBezTo>
                    <a:close/>
                    <a:moveTo>
                      <a:pt x="122918" y="442283"/>
                    </a:moveTo>
                    <a:lnTo>
                      <a:pt x="357543" y="442283"/>
                    </a:lnTo>
                    <a:cubicBezTo>
                      <a:pt x="415111" y="408816"/>
                      <a:pt x="455676" y="352332"/>
                      <a:pt x="468998" y="287040"/>
                    </a:cubicBezTo>
                    <a:cubicBezTo>
                      <a:pt x="471073" y="276766"/>
                      <a:pt x="472478" y="266359"/>
                      <a:pt x="473149" y="255898"/>
                    </a:cubicBezTo>
                    <a:cubicBezTo>
                      <a:pt x="473149" y="250808"/>
                      <a:pt x="473684" y="245584"/>
                      <a:pt x="473684" y="240293"/>
                    </a:cubicBezTo>
                    <a:cubicBezTo>
                      <a:pt x="473684" y="224548"/>
                      <a:pt x="472144" y="208843"/>
                      <a:pt x="468998" y="193412"/>
                    </a:cubicBezTo>
                    <a:cubicBezTo>
                      <a:pt x="466856" y="182837"/>
                      <a:pt x="463978" y="172430"/>
                      <a:pt x="460363" y="162270"/>
                    </a:cubicBezTo>
                    <a:cubicBezTo>
                      <a:pt x="417387" y="40628"/>
                      <a:pt x="283976" y="-23137"/>
                      <a:pt x="162413" y="19846"/>
                    </a:cubicBezTo>
                    <a:cubicBezTo>
                      <a:pt x="40850" y="62829"/>
                      <a:pt x="-22877" y="196285"/>
                      <a:pt x="20098" y="317928"/>
                    </a:cubicBezTo>
                    <a:cubicBezTo>
                      <a:pt x="38507" y="370213"/>
                      <a:pt x="74989" y="414221"/>
                      <a:pt x="122918" y="442082"/>
                    </a:cubicBezTo>
                    <a:close/>
                  </a:path>
                </a:pathLst>
              </a:custGeom>
              <a:solidFill>
                <a:srgbClr val="0B2750"/>
              </a:solidFill>
              <a:ln w="6694"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061975CA-3903-04F5-8C63-485D2ED0B0B9}"/>
                  </a:ext>
                </a:extLst>
              </p:cNvPr>
              <p:cNvSpPr/>
              <p:nvPr/>
            </p:nvSpPr>
            <p:spPr>
              <a:xfrm>
                <a:off x="7490984" y="2621577"/>
                <a:ext cx="31461" cy="478519"/>
              </a:xfrm>
              <a:custGeom>
                <a:avLst/>
                <a:gdLst>
                  <a:gd name="connsiteX0" fmla="*/ 31461 w 31461"/>
                  <a:gd name="connsiteY0" fmla="*/ 15739 h 478519"/>
                  <a:gd name="connsiteX1" fmla="*/ 31461 w 31461"/>
                  <a:gd name="connsiteY1" fmla="*/ 462781 h 478519"/>
                  <a:gd name="connsiteX2" fmla="*/ 15731 w 31461"/>
                  <a:gd name="connsiteY2" fmla="*/ 478520 h 478519"/>
                  <a:gd name="connsiteX3" fmla="*/ 0 w 31461"/>
                  <a:gd name="connsiteY3" fmla="*/ 462781 h 478519"/>
                  <a:gd name="connsiteX4" fmla="*/ 0 w 31461"/>
                  <a:gd name="connsiteY4" fmla="*/ 15739 h 478519"/>
                  <a:gd name="connsiteX5" fmla="*/ 15731 w 31461"/>
                  <a:gd name="connsiteY5" fmla="*/ 0 h 478519"/>
                  <a:gd name="connsiteX6" fmla="*/ 31461 w 31461"/>
                  <a:gd name="connsiteY6" fmla="*/ 15739 h 478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461" h="478519">
                    <a:moveTo>
                      <a:pt x="31461" y="15739"/>
                    </a:moveTo>
                    <a:lnTo>
                      <a:pt x="31461" y="462781"/>
                    </a:lnTo>
                    <a:cubicBezTo>
                      <a:pt x="31461" y="471474"/>
                      <a:pt x="24432" y="478520"/>
                      <a:pt x="15731" y="478520"/>
                    </a:cubicBezTo>
                    <a:cubicBezTo>
                      <a:pt x="7028" y="478520"/>
                      <a:pt x="0" y="471474"/>
                      <a:pt x="0" y="462781"/>
                    </a:cubicBezTo>
                    <a:lnTo>
                      <a:pt x="0" y="15739"/>
                    </a:lnTo>
                    <a:cubicBezTo>
                      <a:pt x="0" y="7046"/>
                      <a:pt x="7028" y="0"/>
                      <a:pt x="15731" y="0"/>
                    </a:cubicBezTo>
                    <a:cubicBezTo>
                      <a:pt x="24432" y="0"/>
                      <a:pt x="31461" y="7046"/>
                      <a:pt x="31461" y="15739"/>
                    </a:cubicBezTo>
                    <a:close/>
                  </a:path>
                </a:pathLst>
              </a:custGeom>
              <a:solidFill>
                <a:srgbClr val="0B2750"/>
              </a:solidFill>
              <a:ln w="6694"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834C40C0-4C0C-26A0-806B-47019E6252DB}"/>
                  </a:ext>
                </a:extLst>
              </p:cNvPr>
              <p:cNvSpPr/>
              <p:nvPr/>
            </p:nvSpPr>
            <p:spPr>
              <a:xfrm>
                <a:off x="7487637" y="2618229"/>
                <a:ext cx="38155" cy="485216"/>
              </a:xfrm>
              <a:custGeom>
                <a:avLst/>
                <a:gdLst>
                  <a:gd name="connsiteX0" fmla="*/ 19078 w 38155"/>
                  <a:gd name="connsiteY0" fmla="*/ 485217 h 485216"/>
                  <a:gd name="connsiteX1" fmla="*/ 0 w 38155"/>
                  <a:gd name="connsiteY1" fmla="*/ 466130 h 485216"/>
                  <a:gd name="connsiteX2" fmla="*/ 0 w 38155"/>
                  <a:gd name="connsiteY2" fmla="*/ 19087 h 485216"/>
                  <a:gd name="connsiteX3" fmla="*/ 19078 w 38155"/>
                  <a:gd name="connsiteY3" fmla="*/ 0 h 485216"/>
                  <a:gd name="connsiteX4" fmla="*/ 38155 w 38155"/>
                  <a:gd name="connsiteY4" fmla="*/ 19087 h 485216"/>
                  <a:gd name="connsiteX5" fmla="*/ 38155 w 38155"/>
                  <a:gd name="connsiteY5" fmla="*/ 466130 h 485216"/>
                  <a:gd name="connsiteX6" fmla="*/ 19078 w 38155"/>
                  <a:gd name="connsiteY6" fmla="*/ 485217 h 485216"/>
                  <a:gd name="connsiteX7" fmla="*/ 19078 w 38155"/>
                  <a:gd name="connsiteY7" fmla="*/ 6697 h 485216"/>
                  <a:gd name="connsiteX8" fmla="*/ 6694 w 38155"/>
                  <a:gd name="connsiteY8" fmla="*/ 19087 h 485216"/>
                  <a:gd name="connsiteX9" fmla="*/ 6694 w 38155"/>
                  <a:gd name="connsiteY9" fmla="*/ 466130 h 485216"/>
                  <a:gd name="connsiteX10" fmla="*/ 19078 w 38155"/>
                  <a:gd name="connsiteY10" fmla="*/ 478520 h 485216"/>
                  <a:gd name="connsiteX11" fmla="*/ 31461 w 38155"/>
                  <a:gd name="connsiteY11" fmla="*/ 466130 h 485216"/>
                  <a:gd name="connsiteX12" fmla="*/ 31461 w 38155"/>
                  <a:gd name="connsiteY12" fmla="*/ 19087 h 485216"/>
                  <a:gd name="connsiteX13" fmla="*/ 19078 w 38155"/>
                  <a:gd name="connsiteY13" fmla="*/ 6697 h 48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55" h="485216">
                    <a:moveTo>
                      <a:pt x="19078" y="485217"/>
                    </a:moveTo>
                    <a:cubicBezTo>
                      <a:pt x="8568" y="485183"/>
                      <a:pt x="66" y="476658"/>
                      <a:pt x="0" y="466130"/>
                    </a:cubicBezTo>
                    <a:lnTo>
                      <a:pt x="0" y="19087"/>
                    </a:lnTo>
                    <a:cubicBezTo>
                      <a:pt x="0" y="8546"/>
                      <a:pt x="8568" y="0"/>
                      <a:pt x="19078" y="0"/>
                    </a:cubicBezTo>
                    <a:cubicBezTo>
                      <a:pt x="29587" y="0"/>
                      <a:pt x="38155" y="8546"/>
                      <a:pt x="38155" y="19087"/>
                    </a:cubicBezTo>
                    <a:lnTo>
                      <a:pt x="38155" y="466130"/>
                    </a:lnTo>
                    <a:cubicBezTo>
                      <a:pt x="38088" y="476658"/>
                      <a:pt x="29587" y="485183"/>
                      <a:pt x="19078" y="485217"/>
                    </a:cubicBezTo>
                    <a:close/>
                    <a:moveTo>
                      <a:pt x="19078" y="6697"/>
                    </a:moveTo>
                    <a:cubicBezTo>
                      <a:pt x="12250" y="6697"/>
                      <a:pt x="6694" y="12243"/>
                      <a:pt x="6694" y="19087"/>
                    </a:cubicBezTo>
                    <a:lnTo>
                      <a:pt x="6694" y="466130"/>
                    </a:lnTo>
                    <a:cubicBezTo>
                      <a:pt x="6694" y="472974"/>
                      <a:pt x="12250" y="478520"/>
                      <a:pt x="19078" y="478520"/>
                    </a:cubicBezTo>
                    <a:cubicBezTo>
                      <a:pt x="25906" y="478520"/>
                      <a:pt x="31461" y="472974"/>
                      <a:pt x="31461" y="466130"/>
                    </a:cubicBezTo>
                    <a:lnTo>
                      <a:pt x="31461" y="19087"/>
                    </a:lnTo>
                    <a:cubicBezTo>
                      <a:pt x="31461" y="12243"/>
                      <a:pt x="25906" y="6697"/>
                      <a:pt x="19078" y="6697"/>
                    </a:cubicBezTo>
                    <a:close/>
                  </a:path>
                </a:pathLst>
              </a:custGeom>
              <a:solidFill>
                <a:srgbClr val="0B2750"/>
              </a:solidFill>
              <a:ln w="6694"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E9400A36-91E2-F7E6-02A8-A16C2F46FCD7}"/>
                  </a:ext>
                </a:extLst>
              </p:cNvPr>
              <p:cNvSpPr/>
              <p:nvPr/>
            </p:nvSpPr>
            <p:spPr>
              <a:xfrm>
                <a:off x="8326093" y="2282763"/>
                <a:ext cx="350430" cy="101463"/>
              </a:xfrm>
              <a:custGeom>
                <a:avLst/>
                <a:gdLst>
                  <a:gd name="connsiteX0" fmla="*/ 301531 w 350430"/>
                  <a:gd name="connsiteY0" fmla="*/ 101464 h 101463"/>
                  <a:gd name="connsiteX1" fmla="*/ 48900 w 350430"/>
                  <a:gd name="connsiteY1" fmla="*/ 101464 h 101463"/>
                  <a:gd name="connsiteX2" fmla="*/ 33 w 350430"/>
                  <a:gd name="connsiteY2" fmla="*/ 48890 h 101463"/>
                  <a:gd name="connsiteX3" fmla="*/ 48900 w 350430"/>
                  <a:gd name="connsiteY3" fmla="*/ 0 h 101463"/>
                  <a:gd name="connsiteX4" fmla="*/ 301531 w 350430"/>
                  <a:gd name="connsiteY4" fmla="*/ 0 h 101463"/>
                  <a:gd name="connsiteX5" fmla="*/ 350398 w 350430"/>
                  <a:gd name="connsiteY5" fmla="*/ 52574 h 101463"/>
                  <a:gd name="connsiteX6" fmla="*/ 301531 w 350430"/>
                  <a:gd name="connsiteY6" fmla="*/ 101464 h 101463"/>
                  <a:gd name="connsiteX7" fmla="*/ 48900 w 350430"/>
                  <a:gd name="connsiteY7" fmla="*/ 6697 h 101463"/>
                  <a:gd name="connsiteX8" fmla="*/ 6594 w 350430"/>
                  <a:gd name="connsiteY8" fmla="*/ 52446 h 101463"/>
                  <a:gd name="connsiteX9" fmla="*/ 48900 w 350430"/>
                  <a:gd name="connsiteY9" fmla="*/ 94766 h 101463"/>
                  <a:gd name="connsiteX10" fmla="*/ 301531 w 350430"/>
                  <a:gd name="connsiteY10" fmla="*/ 94766 h 101463"/>
                  <a:gd name="connsiteX11" fmla="*/ 343838 w 350430"/>
                  <a:gd name="connsiteY11" fmla="*/ 49017 h 101463"/>
                  <a:gd name="connsiteX12" fmla="*/ 301531 w 350430"/>
                  <a:gd name="connsiteY12" fmla="*/ 6697 h 10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0430" h="101463">
                    <a:moveTo>
                      <a:pt x="301531" y="101464"/>
                    </a:moveTo>
                    <a:lnTo>
                      <a:pt x="48900" y="101464"/>
                    </a:lnTo>
                    <a:cubicBezTo>
                      <a:pt x="20918" y="100445"/>
                      <a:pt x="-970" y="76905"/>
                      <a:pt x="33" y="48890"/>
                    </a:cubicBezTo>
                    <a:cubicBezTo>
                      <a:pt x="970" y="22295"/>
                      <a:pt x="22325" y="964"/>
                      <a:pt x="48900" y="0"/>
                    </a:cubicBezTo>
                    <a:lnTo>
                      <a:pt x="301531" y="0"/>
                    </a:lnTo>
                    <a:cubicBezTo>
                      <a:pt x="329512" y="1018"/>
                      <a:pt x="351402" y="24559"/>
                      <a:pt x="350398" y="52574"/>
                    </a:cubicBezTo>
                    <a:cubicBezTo>
                      <a:pt x="349460" y="79168"/>
                      <a:pt x="328106" y="100499"/>
                      <a:pt x="301531" y="101464"/>
                    </a:cubicBezTo>
                    <a:close/>
                    <a:moveTo>
                      <a:pt x="48900" y="6697"/>
                    </a:moveTo>
                    <a:cubicBezTo>
                      <a:pt x="24600" y="7648"/>
                      <a:pt x="5657" y="28128"/>
                      <a:pt x="6594" y="52446"/>
                    </a:cubicBezTo>
                    <a:cubicBezTo>
                      <a:pt x="7530" y="75438"/>
                      <a:pt x="25939" y="93869"/>
                      <a:pt x="48900" y="94766"/>
                    </a:cubicBezTo>
                    <a:lnTo>
                      <a:pt x="301531" y="94766"/>
                    </a:lnTo>
                    <a:cubicBezTo>
                      <a:pt x="325830" y="93815"/>
                      <a:pt x="344774" y="73335"/>
                      <a:pt x="343838" y="49017"/>
                    </a:cubicBezTo>
                    <a:cubicBezTo>
                      <a:pt x="342900" y="26025"/>
                      <a:pt x="324492" y="7595"/>
                      <a:pt x="301531" y="6697"/>
                    </a:cubicBezTo>
                    <a:close/>
                  </a:path>
                </a:pathLst>
              </a:custGeom>
              <a:solidFill>
                <a:srgbClr val="0B2750"/>
              </a:solidFill>
              <a:ln w="6694"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DDBBAEBC-3356-1E79-BF01-9B67BEBE99BF}"/>
                  </a:ext>
                </a:extLst>
              </p:cNvPr>
              <p:cNvSpPr/>
              <p:nvPr/>
            </p:nvSpPr>
            <p:spPr>
              <a:xfrm>
                <a:off x="7790674" y="1969933"/>
                <a:ext cx="315756" cy="1232028"/>
              </a:xfrm>
              <a:custGeom>
                <a:avLst/>
                <a:gdLst>
                  <a:gd name="connsiteX0" fmla="*/ 315756 w 315756"/>
                  <a:gd name="connsiteY0" fmla="*/ 63222 h 1232028"/>
                  <a:gd name="connsiteX1" fmla="*/ 315756 w 315756"/>
                  <a:gd name="connsiteY1" fmla="*/ 1232029 h 1232028"/>
                  <a:gd name="connsiteX2" fmla="*/ 0 w 315756"/>
                  <a:gd name="connsiteY2" fmla="*/ 1232029 h 1232028"/>
                  <a:gd name="connsiteX3" fmla="*/ 0 w 315756"/>
                  <a:gd name="connsiteY3" fmla="*/ 63222 h 1232028"/>
                  <a:gd name="connsiteX4" fmla="*/ 63125 w 315756"/>
                  <a:gd name="connsiteY4" fmla="*/ 0 h 1232028"/>
                  <a:gd name="connsiteX5" fmla="*/ 252565 w 315756"/>
                  <a:gd name="connsiteY5" fmla="*/ 0 h 1232028"/>
                  <a:gd name="connsiteX6" fmla="*/ 315756 w 315756"/>
                  <a:gd name="connsiteY6" fmla="*/ 63222 h 123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756" h="1232028">
                    <a:moveTo>
                      <a:pt x="315756" y="63222"/>
                    </a:moveTo>
                    <a:lnTo>
                      <a:pt x="315756" y="1232029"/>
                    </a:lnTo>
                    <a:lnTo>
                      <a:pt x="0" y="1232029"/>
                    </a:lnTo>
                    <a:lnTo>
                      <a:pt x="0" y="63222"/>
                    </a:lnTo>
                    <a:cubicBezTo>
                      <a:pt x="0" y="28329"/>
                      <a:pt x="28249" y="40"/>
                      <a:pt x="63125" y="0"/>
                    </a:cubicBezTo>
                    <a:lnTo>
                      <a:pt x="252565" y="0"/>
                    </a:lnTo>
                    <a:cubicBezTo>
                      <a:pt x="287441" y="0"/>
                      <a:pt x="315756" y="28303"/>
                      <a:pt x="315756" y="63222"/>
                    </a:cubicBezTo>
                    <a:close/>
                  </a:path>
                </a:pathLst>
              </a:custGeom>
              <a:solidFill>
                <a:srgbClr val="FFFFFF"/>
              </a:solidFill>
              <a:ln w="6694"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833C49D8-7666-C299-D9B2-7875232C7199}"/>
                  </a:ext>
                </a:extLst>
              </p:cNvPr>
              <p:cNvSpPr/>
              <p:nvPr/>
            </p:nvSpPr>
            <p:spPr>
              <a:xfrm>
                <a:off x="7787528" y="1966719"/>
                <a:ext cx="322450" cy="1238592"/>
              </a:xfrm>
              <a:custGeom>
                <a:avLst/>
                <a:gdLst>
                  <a:gd name="connsiteX0" fmla="*/ 322450 w 322450"/>
                  <a:gd name="connsiteY0" fmla="*/ 1238592 h 1238592"/>
                  <a:gd name="connsiteX1" fmla="*/ 0 w 322450"/>
                  <a:gd name="connsiteY1" fmla="*/ 1238592 h 1238592"/>
                  <a:gd name="connsiteX2" fmla="*/ 0 w 322450"/>
                  <a:gd name="connsiteY2" fmla="*/ 66571 h 1238592"/>
                  <a:gd name="connsiteX3" fmla="*/ 66472 w 322450"/>
                  <a:gd name="connsiteY3" fmla="*/ 0 h 1238592"/>
                  <a:gd name="connsiteX4" fmla="*/ 255911 w 322450"/>
                  <a:gd name="connsiteY4" fmla="*/ 0 h 1238592"/>
                  <a:gd name="connsiteX5" fmla="*/ 322450 w 322450"/>
                  <a:gd name="connsiteY5" fmla="*/ 66571 h 1238592"/>
                  <a:gd name="connsiteX6" fmla="*/ 6694 w 322450"/>
                  <a:gd name="connsiteY6" fmla="*/ 1231895 h 1238592"/>
                  <a:gd name="connsiteX7" fmla="*/ 315756 w 322450"/>
                  <a:gd name="connsiteY7" fmla="*/ 1231895 h 1238592"/>
                  <a:gd name="connsiteX8" fmla="*/ 315756 w 322450"/>
                  <a:gd name="connsiteY8" fmla="*/ 66571 h 1238592"/>
                  <a:gd name="connsiteX9" fmla="*/ 255911 w 322450"/>
                  <a:gd name="connsiteY9" fmla="*/ 6697 h 1238592"/>
                  <a:gd name="connsiteX10" fmla="*/ 66472 w 322450"/>
                  <a:gd name="connsiteY10" fmla="*/ 6697 h 1238592"/>
                  <a:gd name="connsiteX11" fmla="*/ 6694 w 322450"/>
                  <a:gd name="connsiteY11" fmla="*/ 66571 h 1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450" h="1238592">
                    <a:moveTo>
                      <a:pt x="322450" y="1238592"/>
                    </a:moveTo>
                    <a:lnTo>
                      <a:pt x="0" y="1238592"/>
                    </a:lnTo>
                    <a:lnTo>
                      <a:pt x="0" y="66571"/>
                    </a:lnTo>
                    <a:cubicBezTo>
                      <a:pt x="0" y="29830"/>
                      <a:pt x="29722" y="40"/>
                      <a:pt x="66472" y="0"/>
                    </a:cubicBezTo>
                    <a:lnTo>
                      <a:pt x="255911" y="0"/>
                    </a:lnTo>
                    <a:cubicBezTo>
                      <a:pt x="292594" y="221"/>
                      <a:pt x="322249" y="29897"/>
                      <a:pt x="322450" y="66571"/>
                    </a:cubicBezTo>
                    <a:close/>
                    <a:moveTo>
                      <a:pt x="6694" y="1231895"/>
                    </a:moveTo>
                    <a:lnTo>
                      <a:pt x="315756" y="1231895"/>
                    </a:lnTo>
                    <a:lnTo>
                      <a:pt x="315756" y="66571"/>
                    </a:lnTo>
                    <a:cubicBezTo>
                      <a:pt x="315555" y="33593"/>
                      <a:pt x="288846" y="6918"/>
                      <a:pt x="255911" y="6697"/>
                    </a:cubicBezTo>
                    <a:lnTo>
                      <a:pt x="66472" y="6697"/>
                    </a:lnTo>
                    <a:cubicBezTo>
                      <a:pt x="33537" y="6952"/>
                      <a:pt x="6895" y="33620"/>
                      <a:pt x="6694" y="66571"/>
                    </a:cubicBezTo>
                    <a:close/>
                  </a:path>
                </a:pathLst>
              </a:custGeom>
              <a:solidFill>
                <a:srgbClr val="0B2750"/>
              </a:solidFill>
              <a:ln w="6694"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951FAD77-2B63-2E8C-112C-CE378D034824}"/>
                  </a:ext>
                </a:extLst>
              </p:cNvPr>
              <p:cNvSpPr/>
              <p:nvPr/>
            </p:nvSpPr>
            <p:spPr>
              <a:xfrm>
                <a:off x="7790875" y="2191077"/>
                <a:ext cx="315755" cy="63155"/>
              </a:xfrm>
              <a:custGeom>
                <a:avLst/>
                <a:gdLst>
                  <a:gd name="connsiteX0" fmla="*/ 0 w 315755"/>
                  <a:gd name="connsiteY0" fmla="*/ 0 h 63155"/>
                  <a:gd name="connsiteX1" fmla="*/ 315756 w 315755"/>
                  <a:gd name="connsiteY1" fmla="*/ 0 h 63155"/>
                  <a:gd name="connsiteX2" fmla="*/ 315756 w 315755"/>
                  <a:gd name="connsiteY2" fmla="*/ 63155 h 63155"/>
                  <a:gd name="connsiteX3" fmla="*/ 0 w 315755"/>
                  <a:gd name="connsiteY3" fmla="*/ 63155 h 63155"/>
                </a:gdLst>
                <a:ahLst/>
                <a:cxnLst>
                  <a:cxn ang="0">
                    <a:pos x="connsiteX0" y="connsiteY0"/>
                  </a:cxn>
                  <a:cxn ang="0">
                    <a:pos x="connsiteX1" y="connsiteY1"/>
                  </a:cxn>
                  <a:cxn ang="0">
                    <a:pos x="connsiteX2" y="connsiteY2"/>
                  </a:cxn>
                  <a:cxn ang="0">
                    <a:pos x="connsiteX3" y="connsiteY3"/>
                  </a:cxn>
                </a:cxnLst>
                <a:rect l="l" t="t" r="r" b="b"/>
                <a:pathLst>
                  <a:path w="315755" h="63155">
                    <a:moveTo>
                      <a:pt x="0" y="0"/>
                    </a:moveTo>
                    <a:lnTo>
                      <a:pt x="315756" y="0"/>
                    </a:lnTo>
                    <a:lnTo>
                      <a:pt x="315756" y="63155"/>
                    </a:lnTo>
                    <a:lnTo>
                      <a:pt x="0" y="63155"/>
                    </a:lnTo>
                    <a:close/>
                  </a:path>
                </a:pathLst>
              </a:custGeom>
              <a:solidFill>
                <a:srgbClr val="0051AF"/>
              </a:solidFill>
              <a:ln w="6694"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DDD69912-B7DC-889F-2087-EC12CE26267F}"/>
                  </a:ext>
                </a:extLst>
              </p:cNvPr>
              <p:cNvSpPr/>
              <p:nvPr/>
            </p:nvSpPr>
            <p:spPr>
              <a:xfrm>
                <a:off x="7787528" y="2187728"/>
                <a:ext cx="322450" cy="69852"/>
              </a:xfrm>
              <a:custGeom>
                <a:avLst/>
                <a:gdLst>
                  <a:gd name="connsiteX0" fmla="*/ 322450 w 322450"/>
                  <a:gd name="connsiteY0" fmla="*/ 69852 h 69852"/>
                  <a:gd name="connsiteX1" fmla="*/ 0 w 322450"/>
                  <a:gd name="connsiteY1" fmla="*/ 69852 h 69852"/>
                  <a:gd name="connsiteX2" fmla="*/ 0 w 322450"/>
                  <a:gd name="connsiteY2" fmla="*/ 0 h 69852"/>
                  <a:gd name="connsiteX3" fmla="*/ 322450 w 322450"/>
                  <a:gd name="connsiteY3" fmla="*/ 0 h 69852"/>
                  <a:gd name="connsiteX4" fmla="*/ 6694 w 322450"/>
                  <a:gd name="connsiteY4" fmla="*/ 63155 h 69852"/>
                  <a:gd name="connsiteX5" fmla="*/ 315756 w 322450"/>
                  <a:gd name="connsiteY5" fmla="*/ 63155 h 69852"/>
                  <a:gd name="connsiteX6" fmla="*/ 315756 w 322450"/>
                  <a:gd name="connsiteY6" fmla="*/ 6697 h 69852"/>
                  <a:gd name="connsiteX7" fmla="*/ 6694 w 322450"/>
                  <a:gd name="connsiteY7" fmla="*/ 6697 h 69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2450" h="69852">
                    <a:moveTo>
                      <a:pt x="322450" y="69852"/>
                    </a:moveTo>
                    <a:lnTo>
                      <a:pt x="0" y="69852"/>
                    </a:lnTo>
                    <a:lnTo>
                      <a:pt x="0" y="0"/>
                    </a:lnTo>
                    <a:lnTo>
                      <a:pt x="322450" y="0"/>
                    </a:lnTo>
                    <a:close/>
                    <a:moveTo>
                      <a:pt x="6694" y="63155"/>
                    </a:moveTo>
                    <a:lnTo>
                      <a:pt x="315756" y="63155"/>
                    </a:lnTo>
                    <a:lnTo>
                      <a:pt x="315756" y="6697"/>
                    </a:lnTo>
                    <a:lnTo>
                      <a:pt x="6694" y="6697"/>
                    </a:lnTo>
                    <a:close/>
                  </a:path>
                </a:pathLst>
              </a:custGeom>
              <a:solidFill>
                <a:srgbClr val="0B2750"/>
              </a:solidFill>
              <a:ln w="6694"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99F047ED-76B4-554A-E9EC-C9EC2545C87B}"/>
                  </a:ext>
                </a:extLst>
              </p:cNvPr>
              <p:cNvSpPr/>
              <p:nvPr/>
            </p:nvSpPr>
            <p:spPr>
              <a:xfrm>
                <a:off x="7790875" y="2443832"/>
                <a:ext cx="315755" cy="63155"/>
              </a:xfrm>
              <a:custGeom>
                <a:avLst/>
                <a:gdLst>
                  <a:gd name="connsiteX0" fmla="*/ 0 w 315755"/>
                  <a:gd name="connsiteY0" fmla="*/ 0 h 63155"/>
                  <a:gd name="connsiteX1" fmla="*/ 315756 w 315755"/>
                  <a:gd name="connsiteY1" fmla="*/ 0 h 63155"/>
                  <a:gd name="connsiteX2" fmla="*/ 315756 w 315755"/>
                  <a:gd name="connsiteY2" fmla="*/ 63155 h 63155"/>
                  <a:gd name="connsiteX3" fmla="*/ 0 w 315755"/>
                  <a:gd name="connsiteY3" fmla="*/ 63155 h 63155"/>
                </a:gdLst>
                <a:ahLst/>
                <a:cxnLst>
                  <a:cxn ang="0">
                    <a:pos x="connsiteX0" y="connsiteY0"/>
                  </a:cxn>
                  <a:cxn ang="0">
                    <a:pos x="connsiteX1" y="connsiteY1"/>
                  </a:cxn>
                  <a:cxn ang="0">
                    <a:pos x="connsiteX2" y="connsiteY2"/>
                  </a:cxn>
                  <a:cxn ang="0">
                    <a:pos x="connsiteX3" y="connsiteY3"/>
                  </a:cxn>
                </a:cxnLst>
                <a:rect l="l" t="t" r="r" b="b"/>
                <a:pathLst>
                  <a:path w="315755" h="63155">
                    <a:moveTo>
                      <a:pt x="0" y="0"/>
                    </a:moveTo>
                    <a:lnTo>
                      <a:pt x="315756" y="0"/>
                    </a:lnTo>
                    <a:lnTo>
                      <a:pt x="315756" y="63155"/>
                    </a:lnTo>
                    <a:lnTo>
                      <a:pt x="0" y="63155"/>
                    </a:lnTo>
                    <a:close/>
                  </a:path>
                </a:pathLst>
              </a:custGeom>
              <a:solidFill>
                <a:srgbClr val="00BCEB"/>
              </a:solidFill>
              <a:ln w="6694"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099A90A-F391-2708-A957-D1F12E98EBCE}"/>
                  </a:ext>
                </a:extLst>
              </p:cNvPr>
              <p:cNvSpPr/>
              <p:nvPr/>
            </p:nvSpPr>
            <p:spPr>
              <a:xfrm>
                <a:off x="7787528" y="2440483"/>
                <a:ext cx="322450" cy="69852"/>
              </a:xfrm>
              <a:custGeom>
                <a:avLst/>
                <a:gdLst>
                  <a:gd name="connsiteX0" fmla="*/ 322450 w 322450"/>
                  <a:gd name="connsiteY0" fmla="*/ 69852 h 69852"/>
                  <a:gd name="connsiteX1" fmla="*/ 0 w 322450"/>
                  <a:gd name="connsiteY1" fmla="*/ 69852 h 69852"/>
                  <a:gd name="connsiteX2" fmla="*/ 0 w 322450"/>
                  <a:gd name="connsiteY2" fmla="*/ 0 h 69852"/>
                  <a:gd name="connsiteX3" fmla="*/ 322450 w 322450"/>
                  <a:gd name="connsiteY3" fmla="*/ 0 h 69852"/>
                  <a:gd name="connsiteX4" fmla="*/ 6694 w 322450"/>
                  <a:gd name="connsiteY4" fmla="*/ 63155 h 69852"/>
                  <a:gd name="connsiteX5" fmla="*/ 315756 w 322450"/>
                  <a:gd name="connsiteY5" fmla="*/ 63155 h 69852"/>
                  <a:gd name="connsiteX6" fmla="*/ 315756 w 322450"/>
                  <a:gd name="connsiteY6" fmla="*/ 6697 h 69852"/>
                  <a:gd name="connsiteX7" fmla="*/ 6694 w 322450"/>
                  <a:gd name="connsiteY7" fmla="*/ 6697 h 69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2450" h="69852">
                    <a:moveTo>
                      <a:pt x="322450" y="69852"/>
                    </a:moveTo>
                    <a:lnTo>
                      <a:pt x="0" y="69852"/>
                    </a:lnTo>
                    <a:lnTo>
                      <a:pt x="0" y="0"/>
                    </a:lnTo>
                    <a:lnTo>
                      <a:pt x="322450" y="0"/>
                    </a:lnTo>
                    <a:close/>
                    <a:moveTo>
                      <a:pt x="6694" y="63155"/>
                    </a:moveTo>
                    <a:lnTo>
                      <a:pt x="315756" y="63155"/>
                    </a:lnTo>
                    <a:lnTo>
                      <a:pt x="315756" y="6697"/>
                    </a:lnTo>
                    <a:lnTo>
                      <a:pt x="6694" y="6697"/>
                    </a:lnTo>
                    <a:close/>
                  </a:path>
                </a:pathLst>
              </a:custGeom>
              <a:solidFill>
                <a:srgbClr val="0B2750"/>
              </a:solidFill>
              <a:ln w="6694"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D1381441-C2D2-E638-0417-A67E9999FC28}"/>
                  </a:ext>
                </a:extLst>
              </p:cNvPr>
              <p:cNvSpPr/>
              <p:nvPr/>
            </p:nvSpPr>
            <p:spPr>
              <a:xfrm>
                <a:off x="7790875" y="2696520"/>
                <a:ext cx="315755" cy="63155"/>
              </a:xfrm>
              <a:custGeom>
                <a:avLst/>
                <a:gdLst>
                  <a:gd name="connsiteX0" fmla="*/ 0 w 315755"/>
                  <a:gd name="connsiteY0" fmla="*/ 0 h 63155"/>
                  <a:gd name="connsiteX1" fmla="*/ 315756 w 315755"/>
                  <a:gd name="connsiteY1" fmla="*/ 0 h 63155"/>
                  <a:gd name="connsiteX2" fmla="*/ 315756 w 315755"/>
                  <a:gd name="connsiteY2" fmla="*/ 63155 h 63155"/>
                  <a:gd name="connsiteX3" fmla="*/ 0 w 315755"/>
                  <a:gd name="connsiteY3" fmla="*/ 63155 h 63155"/>
                </a:gdLst>
                <a:ahLst/>
                <a:cxnLst>
                  <a:cxn ang="0">
                    <a:pos x="connsiteX0" y="connsiteY0"/>
                  </a:cxn>
                  <a:cxn ang="0">
                    <a:pos x="connsiteX1" y="connsiteY1"/>
                  </a:cxn>
                  <a:cxn ang="0">
                    <a:pos x="connsiteX2" y="connsiteY2"/>
                  </a:cxn>
                  <a:cxn ang="0">
                    <a:pos x="connsiteX3" y="connsiteY3"/>
                  </a:cxn>
                </a:cxnLst>
                <a:rect l="l" t="t" r="r" b="b"/>
                <a:pathLst>
                  <a:path w="315755" h="63155">
                    <a:moveTo>
                      <a:pt x="0" y="0"/>
                    </a:moveTo>
                    <a:lnTo>
                      <a:pt x="315756" y="0"/>
                    </a:lnTo>
                    <a:lnTo>
                      <a:pt x="315756" y="63155"/>
                    </a:lnTo>
                    <a:lnTo>
                      <a:pt x="0" y="63155"/>
                    </a:lnTo>
                    <a:close/>
                  </a:path>
                </a:pathLst>
              </a:custGeom>
              <a:solidFill>
                <a:srgbClr val="0B2750"/>
              </a:solidFill>
              <a:ln w="6694"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00BBD32B-C000-F6B0-B5E3-30540B054519}"/>
                  </a:ext>
                </a:extLst>
              </p:cNvPr>
              <p:cNvSpPr/>
              <p:nvPr/>
            </p:nvSpPr>
            <p:spPr>
              <a:xfrm>
                <a:off x="7787528" y="2693171"/>
                <a:ext cx="322450" cy="69919"/>
              </a:xfrm>
              <a:custGeom>
                <a:avLst/>
                <a:gdLst>
                  <a:gd name="connsiteX0" fmla="*/ 322450 w 322450"/>
                  <a:gd name="connsiteY0" fmla="*/ 69919 h 69919"/>
                  <a:gd name="connsiteX1" fmla="*/ 0 w 322450"/>
                  <a:gd name="connsiteY1" fmla="*/ 69919 h 69919"/>
                  <a:gd name="connsiteX2" fmla="*/ 0 w 322450"/>
                  <a:gd name="connsiteY2" fmla="*/ 0 h 69919"/>
                  <a:gd name="connsiteX3" fmla="*/ 322450 w 322450"/>
                  <a:gd name="connsiteY3" fmla="*/ 0 h 69919"/>
                  <a:gd name="connsiteX4" fmla="*/ 6694 w 322450"/>
                  <a:gd name="connsiteY4" fmla="*/ 63222 h 69919"/>
                  <a:gd name="connsiteX5" fmla="*/ 315756 w 322450"/>
                  <a:gd name="connsiteY5" fmla="*/ 63222 h 69919"/>
                  <a:gd name="connsiteX6" fmla="*/ 315756 w 322450"/>
                  <a:gd name="connsiteY6" fmla="*/ 6697 h 69919"/>
                  <a:gd name="connsiteX7" fmla="*/ 6694 w 322450"/>
                  <a:gd name="connsiteY7" fmla="*/ 6697 h 69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2450" h="69919">
                    <a:moveTo>
                      <a:pt x="322450" y="69919"/>
                    </a:moveTo>
                    <a:lnTo>
                      <a:pt x="0" y="69919"/>
                    </a:lnTo>
                    <a:lnTo>
                      <a:pt x="0" y="0"/>
                    </a:lnTo>
                    <a:lnTo>
                      <a:pt x="322450" y="0"/>
                    </a:lnTo>
                    <a:close/>
                    <a:moveTo>
                      <a:pt x="6694" y="63222"/>
                    </a:moveTo>
                    <a:lnTo>
                      <a:pt x="315756" y="63222"/>
                    </a:lnTo>
                    <a:lnTo>
                      <a:pt x="315756" y="6697"/>
                    </a:lnTo>
                    <a:lnTo>
                      <a:pt x="6694" y="6697"/>
                    </a:lnTo>
                    <a:close/>
                  </a:path>
                </a:pathLst>
              </a:custGeom>
              <a:solidFill>
                <a:srgbClr val="0B2750"/>
              </a:solidFill>
              <a:ln w="6694"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D9003F52-5365-8FF7-A5DE-DE3CE6771E26}"/>
                  </a:ext>
                </a:extLst>
              </p:cNvPr>
              <p:cNvSpPr/>
              <p:nvPr/>
            </p:nvSpPr>
            <p:spPr>
              <a:xfrm>
                <a:off x="7001452" y="3198547"/>
                <a:ext cx="315755" cy="6697"/>
              </a:xfrm>
              <a:custGeom>
                <a:avLst/>
                <a:gdLst>
                  <a:gd name="connsiteX0" fmla="*/ 0 w 315755"/>
                  <a:gd name="connsiteY0" fmla="*/ 0 h 6697"/>
                  <a:gd name="connsiteX1" fmla="*/ 315757 w 315755"/>
                  <a:gd name="connsiteY1" fmla="*/ 0 h 6697"/>
                  <a:gd name="connsiteX2" fmla="*/ 315757 w 315755"/>
                  <a:gd name="connsiteY2" fmla="*/ 6697 h 6697"/>
                  <a:gd name="connsiteX3" fmla="*/ 0 w 315755"/>
                  <a:gd name="connsiteY3" fmla="*/ 6697 h 6697"/>
                </a:gdLst>
                <a:ahLst/>
                <a:cxnLst>
                  <a:cxn ang="0">
                    <a:pos x="connsiteX0" y="connsiteY0"/>
                  </a:cxn>
                  <a:cxn ang="0">
                    <a:pos x="connsiteX1" y="connsiteY1"/>
                  </a:cxn>
                  <a:cxn ang="0">
                    <a:pos x="connsiteX2" y="connsiteY2"/>
                  </a:cxn>
                  <a:cxn ang="0">
                    <a:pos x="connsiteX3" y="connsiteY3"/>
                  </a:cxn>
                </a:cxnLst>
                <a:rect l="l" t="t" r="r" b="b"/>
                <a:pathLst>
                  <a:path w="315755" h="6697">
                    <a:moveTo>
                      <a:pt x="0" y="0"/>
                    </a:moveTo>
                    <a:lnTo>
                      <a:pt x="315757" y="0"/>
                    </a:lnTo>
                    <a:lnTo>
                      <a:pt x="315757" y="6697"/>
                    </a:lnTo>
                    <a:lnTo>
                      <a:pt x="0" y="6697"/>
                    </a:lnTo>
                    <a:close/>
                  </a:path>
                </a:pathLst>
              </a:custGeom>
              <a:solidFill>
                <a:srgbClr val="0B2750"/>
              </a:solidFill>
              <a:ln w="6694"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A516F222-3AA3-C437-D44E-C6F00BD3FA67}"/>
                  </a:ext>
                </a:extLst>
              </p:cNvPr>
              <p:cNvSpPr/>
              <p:nvPr/>
            </p:nvSpPr>
            <p:spPr>
              <a:xfrm>
                <a:off x="7696155" y="3198547"/>
                <a:ext cx="948338" cy="6697"/>
              </a:xfrm>
              <a:custGeom>
                <a:avLst/>
                <a:gdLst>
                  <a:gd name="connsiteX0" fmla="*/ 0 w 948338"/>
                  <a:gd name="connsiteY0" fmla="*/ 0 h 6697"/>
                  <a:gd name="connsiteX1" fmla="*/ 948339 w 948338"/>
                  <a:gd name="connsiteY1" fmla="*/ 0 h 6697"/>
                  <a:gd name="connsiteX2" fmla="*/ 948339 w 948338"/>
                  <a:gd name="connsiteY2" fmla="*/ 6697 h 6697"/>
                  <a:gd name="connsiteX3" fmla="*/ 0 w 948338"/>
                  <a:gd name="connsiteY3" fmla="*/ 6697 h 6697"/>
                </a:gdLst>
                <a:ahLst/>
                <a:cxnLst>
                  <a:cxn ang="0">
                    <a:pos x="connsiteX0" y="connsiteY0"/>
                  </a:cxn>
                  <a:cxn ang="0">
                    <a:pos x="connsiteX1" y="connsiteY1"/>
                  </a:cxn>
                  <a:cxn ang="0">
                    <a:pos x="connsiteX2" y="connsiteY2"/>
                  </a:cxn>
                  <a:cxn ang="0">
                    <a:pos x="connsiteX3" y="connsiteY3"/>
                  </a:cxn>
                </a:cxnLst>
                <a:rect l="l" t="t" r="r" b="b"/>
                <a:pathLst>
                  <a:path w="948338" h="6697">
                    <a:moveTo>
                      <a:pt x="0" y="0"/>
                    </a:moveTo>
                    <a:lnTo>
                      <a:pt x="948339" y="0"/>
                    </a:lnTo>
                    <a:lnTo>
                      <a:pt x="948339" y="6697"/>
                    </a:lnTo>
                    <a:lnTo>
                      <a:pt x="0" y="6697"/>
                    </a:lnTo>
                    <a:close/>
                  </a:path>
                </a:pathLst>
              </a:custGeom>
              <a:solidFill>
                <a:srgbClr val="0B2750"/>
              </a:solidFill>
              <a:ln w="6694"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75435F02-B76C-7AC1-33A4-7BC4B1A11671}"/>
                  </a:ext>
                </a:extLst>
              </p:cNvPr>
              <p:cNvSpPr/>
              <p:nvPr/>
            </p:nvSpPr>
            <p:spPr>
              <a:xfrm>
                <a:off x="7790875" y="3012429"/>
                <a:ext cx="404358" cy="189532"/>
              </a:xfrm>
              <a:custGeom>
                <a:avLst/>
                <a:gdLst>
                  <a:gd name="connsiteX0" fmla="*/ 290051 w 404358"/>
                  <a:gd name="connsiteY0" fmla="*/ 189533 h 189532"/>
                  <a:gd name="connsiteX1" fmla="*/ 0 w 404358"/>
                  <a:gd name="connsiteY1" fmla="*/ 189533 h 189532"/>
                  <a:gd name="connsiteX2" fmla="*/ 0 w 404358"/>
                  <a:gd name="connsiteY2" fmla="*/ 536 h 189532"/>
                  <a:gd name="connsiteX3" fmla="*/ 5088 w 404358"/>
                  <a:gd name="connsiteY3" fmla="*/ 0 h 189532"/>
                  <a:gd name="connsiteX4" fmla="*/ 72898 w 404358"/>
                  <a:gd name="connsiteY4" fmla="*/ 0 h 189532"/>
                  <a:gd name="connsiteX5" fmla="*/ 93984 w 404358"/>
                  <a:gd name="connsiteY5" fmla="*/ 20989 h 189532"/>
                  <a:gd name="connsiteX6" fmla="*/ 91105 w 404358"/>
                  <a:gd name="connsiteY6" fmla="*/ 31611 h 189532"/>
                  <a:gd name="connsiteX7" fmla="*/ 0 w 404358"/>
                  <a:gd name="connsiteY7" fmla="*/ 189533 h 189532"/>
                  <a:gd name="connsiteX8" fmla="*/ 315555 w 404358"/>
                  <a:gd name="connsiteY8" fmla="*/ 189533 h 189532"/>
                  <a:gd name="connsiteX9" fmla="*/ 400636 w 404358"/>
                  <a:gd name="connsiteY9" fmla="*/ 42193 h 189532"/>
                  <a:gd name="connsiteX10" fmla="*/ 390260 w 404358"/>
                  <a:gd name="connsiteY10" fmla="*/ 3798 h 189532"/>
                  <a:gd name="connsiteX11" fmla="*/ 376336 w 404358"/>
                  <a:gd name="connsiteY11" fmla="*/ 67 h 189532"/>
                  <a:gd name="connsiteX12" fmla="*/ 72697 w 404358"/>
                  <a:gd name="connsiteY12" fmla="*/ 67 h 18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4358" h="189532">
                    <a:moveTo>
                      <a:pt x="290051" y="189533"/>
                    </a:moveTo>
                    <a:lnTo>
                      <a:pt x="0" y="189533"/>
                    </a:lnTo>
                    <a:lnTo>
                      <a:pt x="0" y="536"/>
                    </a:lnTo>
                    <a:cubicBezTo>
                      <a:pt x="1673" y="194"/>
                      <a:pt x="3347" y="14"/>
                      <a:pt x="5088" y="0"/>
                    </a:cubicBezTo>
                    <a:lnTo>
                      <a:pt x="72898" y="0"/>
                    </a:lnTo>
                    <a:cubicBezTo>
                      <a:pt x="84478" y="-27"/>
                      <a:pt x="93917" y="9370"/>
                      <a:pt x="93984" y="20989"/>
                    </a:cubicBezTo>
                    <a:cubicBezTo>
                      <a:pt x="93984" y="24720"/>
                      <a:pt x="92980" y="28383"/>
                      <a:pt x="91105" y="31611"/>
                    </a:cubicBezTo>
                    <a:lnTo>
                      <a:pt x="0" y="189533"/>
                    </a:lnTo>
                    <a:lnTo>
                      <a:pt x="315555" y="189533"/>
                    </a:lnTo>
                    <a:lnTo>
                      <a:pt x="400636" y="42193"/>
                    </a:lnTo>
                    <a:cubicBezTo>
                      <a:pt x="408334" y="28718"/>
                      <a:pt x="403715" y="11526"/>
                      <a:pt x="390260" y="3798"/>
                    </a:cubicBezTo>
                    <a:cubicBezTo>
                      <a:pt x="385976" y="1366"/>
                      <a:pt x="381224" y="81"/>
                      <a:pt x="376336" y="67"/>
                    </a:cubicBezTo>
                    <a:lnTo>
                      <a:pt x="72697" y="67"/>
                    </a:lnTo>
                  </a:path>
                </a:pathLst>
              </a:custGeom>
              <a:solidFill>
                <a:srgbClr val="FFFFFF"/>
              </a:solidFill>
              <a:ln w="6694"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CC815FA3-7B4C-8956-9924-88846DF1F79F}"/>
                  </a:ext>
                </a:extLst>
              </p:cNvPr>
              <p:cNvSpPr/>
              <p:nvPr/>
            </p:nvSpPr>
            <p:spPr>
              <a:xfrm>
                <a:off x="7785118" y="3009081"/>
                <a:ext cx="413556" cy="196230"/>
              </a:xfrm>
              <a:custGeom>
                <a:avLst/>
                <a:gdLst>
                  <a:gd name="connsiteX0" fmla="*/ 323454 w 413556"/>
                  <a:gd name="connsiteY0" fmla="*/ 196230 h 196230"/>
                  <a:gd name="connsiteX1" fmla="*/ 0 w 413556"/>
                  <a:gd name="connsiteY1" fmla="*/ 196230 h 196230"/>
                  <a:gd name="connsiteX2" fmla="*/ 2477 w 413556"/>
                  <a:gd name="connsiteY2" fmla="*/ 192011 h 196230"/>
                  <a:gd name="connsiteX3" fmla="*/ 2477 w 413556"/>
                  <a:gd name="connsiteY3" fmla="*/ 1072 h 196230"/>
                  <a:gd name="connsiteX4" fmla="*/ 5155 w 413556"/>
                  <a:gd name="connsiteY4" fmla="*/ 536 h 196230"/>
                  <a:gd name="connsiteX5" fmla="*/ 10911 w 413556"/>
                  <a:gd name="connsiteY5" fmla="*/ 0 h 196230"/>
                  <a:gd name="connsiteX6" fmla="*/ 382361 w 413556"/>
                  <a:gd name="connsiteY6" fmla="*/ 0 h 196230"/>
                  <a:gd name="connsiteX7" fmla="*/ 413555 w 413556"/>
                  <a:gd name="connsiteY7" fmla="*/ 31738 h 196230"/>
                  <a:gd name="connsiteX8" fmla="*/ 409539 w 413556"/>
                  <a:gd name="connsiteY8" fmla="*/ 46881 h 196230"/>
                  <a:gd name="connsiteX9" fmla="*/ 11513 w 413556"/>
                  <a:gd name="connsiteY9" fmla="*/ 189533 h 196230"/>
                  <a:gd name="connsiteX10" fmla="*/ 319437 w 413556"/>
                  <a:gd name="connsiteY10" fmla="*/ 189533 h 196230"/>
                  <a:gd name="connsiteX11" fmla="*/ 403514 w 413556"/>
                  <a:gd name="connsiteY11" fmla="*/ 43800 h 196230"/>
                  <a:gd name="connsiteX12" fmla="*/ 394344 w 413556"/>
                  <a:gd name="connsiteY12" fmla="*/ 9979 h 196230"/>
                  <a:gd name="connsiteX13" fmla="*/ 382160 w 413556"/>
                  <a:gd name="connsiteY13" fmla="*/ 6697 h 196230"/>
                  <a:gd name="connsiteX14" fmla="*/ 95322 w 413556"/>
                  <a:gd name="connsiteY14" fmla="*/ 6697 h 196230"/>
                  <a:gd name="connsiteX15" fmla="*/ 99674 w 413556"/>
                  <a:gd name="connsiteY15" fmla="*/ 12189 h 196230"/>
                  <a:gd name="connsiteX16" fmla="*/ 99674 w 413556"/>
                  <a:gd name="connsiteY16" fmla="*/ 36634 h 196230"/>
                  <a:gd name="connsiteX17" fmla="*/ 9104 w 413556"/>
                  <a:gd name="connsiteY17" fmla="*/ 6764 h 196230"/>
                  <a:gd name="connsiteX18" fmla="*/ 9104 w 413556"/>
                  <a:gd name="connsiteY18" fmla="*/ 180424 h 196230"/>
                  <a:gd name="connsiteX19" fmla="*/ 93984 w 413556"/>
                  <a:gd name="connsiteY19" fmla="*/ 33085 h 196230"/>
                  <a:gd name="connsiteX20" fmla="*/ 87758 w 413556"/>
                  <a:gd name="connsiteY20" fmla="*/ 8773 h 196230"/>
                  <a:gd name="connsiteX21" fmla="*/ 78654 w 413556"/>
                  <a:gd name="connsiteY21" fmla="*/ 6295 h 196230"/>
                  <a:gd name="connsiteX22" fmla="*/ 9104 w 413556"/>
                  <a:gd name="connsiteY22" fmla="*/ 6295 h 19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3556" h="196230">
                    <a:moveTo>
                      <a:pt x="323454" y="196230"/>
                    </a:moveTo>
                    <a:lnTo>
                      <a:pt x="0" y="196230"/>
                    </a:lnTo>
                    <a:lnTo>
                      <a:pt x="2477" y="192011"/>
                    </a:lnTo>
                    <a:lnTo>
                      <a:pt x="2477" y="1072"/>
                    </a:lnTo>
                    <a:lnTo>
                      <a:pt x="5155" y="536"/>
                    </a:lnTo>
                    <a:cubicBezTo>
                      <a:pt x="7029" y="194"/>
                      <a:pt x="8970" y="13"/>
                      <a:pt x="10911" y="0"/>
                    </a:cubicBezTo>
                    <a:lnTo>
                      <a:pt x="382361" y="0"/>
                    </a:lnTo>
                    <a:cubicBezTo>
                      <a:pt x="399765" y="141"/>
                      <a:pt x="413689" y="14352"/>
                      <a:pt x="413555" y="31738"/>
                    </a:cubicBezTo>
                    <a:cubicBezTo>
                      <a:pt x="413488" y="37043"/>
                      <a:pt x="412149" y="42253"/>
                      <a:pt x="409539" y="46881"/>
                    </a:cubicBezTo>
                    <a:close/>
                    <a:moveTo>
                      <a:pt x="11513" y="189533"/>
                    </a:moveTo>
                    <a:lnTo>
                      <a:pt x="319437" y="189533"/>
                    </a:lnTo>
                    <a:lnTo>
                      <a:pt x="403514" y="43800"/>
                    </a:lnTo>
                    <a:cubicBezTo>
                      <a:pt x="410342" y="31926"/>
                      <a:pt x="406192" y="16783"/>
                      <a:pt x="394344" y="9979"/>
                    </a:cubicBezTo>
                    <a:cubicBezTo>
                      <a:pt x="390662" y="7849"/>
                      <a:pt x="386444" y="6717"/>
                      <a:pt x="382160" y="6697"/>
                    </a:cubicBezTo>
                    <a:lnTo>
                      <a:pt x="95322" y="6697"/>
                    </a:lnTo>
                    <a:cubicBezTo>
                      <a:pt x="96996" y="8332"/>
                      <a:pt x="98468" y="10173"/>
                      <a:pt x="99674" y="12189"/>
                    </a:cubicBezTo>
                    <a:cubicBezTo>
                      <a:pt x="104092" y="19737"/>
                      <a:pt x="104092" y="29086"/>
                      <a:pt x="99674" y="36634"/>
                    </a:cubicBezTo>
                    <a:close/>
                    <a:moveTo>
                      <a:pt x="9104" y="6764"/>
                    </a:moveTo>
                    <a:lnTo>
                      <a:pt x="9104" y="180424"/>
                    </a:lnTo>
                    <a:lnTo>
                      <a:pt x="93984" y="33085"/>
                    </a:lnTo>
                    <a:cubicBezTo>
                      <a:pt x="99004" y="24653"/>
                      <a:pt x="96193" y="13763"/>
                      <a:pt x="87758" y="8773"/>
                    </a:cubicBezTo>
                    <a:cubicBezTo>
                      <a:pt x="85013" y="7139"/>
                      <a:pt x="81867" y="6282"/>
                      <a:pt x="78654" y="6295"/>
                    </a:cubicBezTo>
                    <a:lnTo>
                      <a:pt x="9104" y="6295"/>
                    </a:lnTo>
                    <a:close/>
                  </a:path>
                </a:pathLst>
              </a:custGeom>
              <a:solidFill>
                <a:srgbClr val="0B2750"/>
              </a:solidFill>
              <a:ln w="6694"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6E160C8F-9055-7672-D0C2-1A94DD0BBF1C}"/>
                  </a:ext>
                </a:extLst>
              </p:cNvPr>
              <p:cNvSpPr/>
              <p:nvPr/>
            </p:nvSpPr>
            <p:spPr>
              <a:xfrm>
                <a:off x="7907418" y="3138807"/>
                <a:ext cx="157375" cy="63155"/>
              </a:xfrm>
              <a:custGeom>
                <a:avLst/>
                <a:gdLst>
                  <a:gd name="connsiteX0" fmla="*/ 131135 w 157375"/>
                  <a:gd name="connsiteY0" fmla="*/ 63155 h 63155"/>
                  <a:gd name="connsiteX1" fmla="*/ 0 w 157375"/>
                  <a:gd name="connsiteY1" fmla="*/ 63155 h 63155"/>
                  <a:gd name="connsiteX2" fmla="*/ 32399 w 157375"/>
                  <a:gd name="connsiteY2" fmla="*/ 7032 h 63155"/>
                  <a:gd name="connsiteX3" fmla="*/ 44515 w 157375"/>
                  <a:gd name="connsiteY3" fmla="*/ 0 h 63155"/>
                  <a:gd name="connsiteX4" fmla="*/ 143319 w 157375"/>
                  <a:gd name="connsiteY4" fmla="*/ 0 h 63155"/>
                  <a:gd name="connsiteX5" fmla="*/ 157376 w 157375"/>
                  <a:gd name="connsiteY5" fmla="*/ 14091 h 63155"/>
                  <a:gd name="connsiteX6" fmla="*/ 155501 w 157375"/>
                  <a:gd name="connsiteY6" fmla="*/ 21029 h 6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375" h="63155">
                    <a:moveTo>
                      <a:pt x="131135" y="63155"/>
                    </a:moveTo>
                    <a:lnTo>
                      <a:pt x="0" y="63155"/>
                    </a:lnTo>
                    <a:lnTo>
                      <a:pt x="32399" y="7032"/>
                    </a:lnTo>
                    <a:cubicBezTo>
                      <a:pt x="34875" y="2679"/>
                      <a:pt x="39495" y="-7"/>
                      <a:pt x="44515" y="0"/>
                    </a:cubicBezTo>
                    <a:lnTo>
                      <a:pt x="143319" y="0"/>
                    </a:lnTo>
                    <a:cubicBezTo>
                      <a:pt x="151083" y="13"/>
                      <a:pt x="157376" y="6329"/>
                      <a:pt x="157376" y="14091"/>
                    </a:cubicBezTo>
                    <a:cubicBezTo>
                      <a:pt x="157309" y="16529"/>
                      <a:pt x="156707" y="18913"/>
                      <a:pt x="155501" y="21029"/>
                    </a:cubicBezTo>
                    <a:close/>
                  </a:path>
                </a:pathLst>
              </a:custGeom>
              <a:solidFill>
                <a:srgbClr val="0B2750"/>
              </a:solidFill>
              <a:ln w="6694"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32D7EA83-F415-C162-7149-F86AEE5FB809}"/>
                  </a:ext>
                </a:extLst>
              </p:cNvPr>
              <p:cNvSpPr/>
              <p:nvPr/>
            </p:nvSpPr>
            <p:spPr>
              <a:xfrm>
                <a:off x="7901594" y="3135458"/>
                <a:ext cx="166480" cy="69852"/>
              </a:xfrm>
              <a:custGeom>
                <a:avLst/>
                <a:gdLst>
                  <a:gd name="connsiteX0" fmla="*/ 138900 w 166480"/>
                  <a:gd name="connsiteY0" fmla="*/ 69852 h 69852"/>
                  <a:gd name="connsiteX1" fmla="*/ 0 w 166480"/>
                  <a:gd name="connsiteY1" fmla="*/ 69852 h 69852"/>
                  <a:gd name="connsiteX2" fmla="*/ 35345 w 166480"/>
                  <a:gd name="connsiteY2" fmla="*/ 8706 h 69852"/>
                  <a:gd name="connsiteX3" fmla="*/ 50339 w 166480"/>
                  <a:gd name="connsiteY3" fmla="*/ 0 h 69852"/>
                  <a:gd name="connsiteX4" fmla="*/ 149142 w 166480"/>
                  <a:gd name="connsiteY4" fmla="*/ 0 h 69852"/>
                  <a:gd name="connsiteX5" fmla="*/ 166480 w 166480"/>
                  <a:gd name="connsiteY5" fmla="*/ 17460 h 69852"/>
                  <a:gd name="connsiteX6" fmla="*/ 164204 w 166480"/>
                  <a:gd name="connsiteY6" fmla="*/ 26052 h 69852"/>
                  <a:gd name="connsiteX7" fmla="*/ 11714 w 166480"/>
                  <a:gd name="connsiteY7" fmla="*/ 63155 h 69852"/>
                  <a:gd name="connsiteX8" fmla="*/ 135218 w 166480"/>
                  <a:gd name="connsiteY8" fmla="*/ 63155 h 69852"/>
                  <a:gd name="connsiteX9" fmla="*/ 158513 w 166480"/>
                  <a:gd name="connsiteY9" fmla="*/ 22972 h 69852"/>
                  <a:gd name="connsiteX10" fmla="*/ 154497 w 166480"/>
                  <a:gd name="connsiteY10" fmla="*/ 8365 h 69852"/>
                  <a:gd name="connsiteX11" fmla="*/ 149276 w 166480"/>
                  <a:gd name="connsiteY11" fmla="*/ 6965 h 69852"/>
                  <a:gd name="connsiteX12" fmla="*/ 50472 w 166480"/>
                  <a:gd name="connsiteY12" fmla="*/ 6965 h 69852"/>
                  <a:gd name="connsiteX13" fmla="*/ 41235 w 166480"/>
                  <a:gd name="connsiteY13" fmla="*/ 12323 h 69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6480" h="69852">
                    <a:moveTo>
                      <a:pt x="138900" y="69852"/>
                    </a:moveTo>
                    <a:lnTo>
                      <a:pt x="0" y="69852"/>
                    </a:lnTo>
                    <a:lnTo>
                      <a:pt x="35345" y="8706"/>
                    </a:lnTo>
                    <a:cubicBezTo>
                      <a:pt x="38423" y="3342"/>
                      <a:pt x="44180" y="27"/>
                      <a:pt x="50339" y="0"/>
                    </a:cubicBezTo>
                    <a:lnTo>
                      <a:pt x="149142" y="0"/>
                    </a:lnTo>
                    <a:cubicBezTo>
                      <a:pt x="158781" y="27"/>
                      <a:pt x="166547" y="7842"/>
                      <a:pt x="166480" y="17460"/>
                    </a:cubicBezTo>
                    <a:cubicBezTo>
                      <a:pt x="166480" y="20473"/>
                      <a:pt x="165676" y="23434"/>
                      <a:pt x="164204" y="26052"/>
                    </a:cubicBezTo>
                    <a:close/>
                    <a:moveTo>
                      <a:pt x="11714" y="63155"/>
                    </a:moveTo>
                    <a:lnTo>
                      <a:pt x="135218" y="63155"/>
                    </a:lnTo>
                    <a:lnTo>
                      <a:pt x="158513" y="22972"/>
                    </a:lnTo>
                    <a:cubicBezTo>
                      <a:pt x="161459" y="17828"/>
                      <a:pt x="159652" y="11285"/>
                      <a:pt x="154497" y="8365"/>
                    </a:cubicBezTo>
                    <a:cubicBezTo>
                      <a:pt x="152891" y="7461"/>
                      <a:pt x="151083" y="6978"/>
                      <a:pt x="149276" y="6965"/>
                    </a:cubicBezTo>
                    <a:lnTo>
                      <a:pt x="50472" y="6965"/>
                    </a:lnTo>
                    <a:cubicBezTo>
                      <a:pt x="46657" y="6992"/>
                      <a:pt x="43176" y="9028"/>
                      <a:pt x="41235" y="12323"/>
                    </a:cubicBezTo>
                    <a:close/>
                  </a:path>
                </a:pathLst>
              </a:custGeom>
              <a:solidFill>
                <a:srgbClr val="0B2750"/>
              </a:solidFill>
              <a:ln w="6694"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DCCDA080-ADFB-0BC9-4375-77198EB48A6C}"/>
                  </a:ext>
                </a:extLst>
              </p:cNvPr>
              <p:cNvSpPr/>
              <p:nvPr/>
            </p:nvSpPr>
            <p:spPr>
              <a:xfrm>
                <a:off x="7317272" y="2507054"/>
                <a:ext cx="378882" cy="694841"/>
              </a:xfrm>
              <a:custGeom>
                <a:avLst/>
                <a:gdLst>
                  <a:gd name="connsiteX0" fmla="*/ 294672 w 378882"/>
                  <a:gd name="connsiteY0" fmla="*/ 0 h 694841"/>
                  <a:gd name="connsiteX1" fmla="*/ 83476 w 378882"/>
                  <a:gd name="connsiteY1" fmla="*/ 0 h 694841"/>
                  <a:gd name="connsiteX2" fmla="*/ 85150 w 378882"/>
                  <a:gd name="connsiteY2" fmla="*/ 12390 h 694841"/>
                  <a:gd name="connsiteX3" fmla="*/ 39162 w 378882"/>
                  <a:gd name="connsiteY3" fmla="*/ 58467 h 694841"/>
                  <a:gd name="connsiteX4" fmla="*/ 4019 w 378882"/>
                  <a:gd name="connsiteY4" fmla="*/ 58467 h 694841"/>
                  <a:gd name="connsiteX5" fmla="*/ 2 w 378882"/>
                  <a:gd name="connsiteY5" fmla="*/ 84252 h 694841"/>
                  <a:gd name="connsiteX6" fmla="*/ 2 w 378882"/>
                  <a:gd name="connsiteY6" fmla="*/ 694841 h 694841"/>
                  <a:gd name="connsiteX7" fmla="*/ 378882 w 378882"/>
                  <a:gd name="connsiteY7" fmla="*/ 694841 h 694841"/>
                  <a:gd name="connsiteX8" fmla="*/ 378882 w 378882"/>
                  <a:gd name="connsiteY8" fmla="*/ 84252 h 694841"/>
                  <a:gd name="connsiteX9" fmla="*/ 294672 w 378882"/>
                  <a:gd name="connsiteY9" fmla="*/ 0 h 694841"/>
                  <a:gd name="connsiteX10" fmla="*/ 108914 w 378882"/>
                  <a:gd name="connsiteY10" fmla="*/ 577304 h 694841"/>
                  <a:gd name="connsiteX11" fmla="*/ 93116 w 378882"/>
                  <a:gd name="connsiteY11" fmla="*/ 593110 h 694841"/>
                  <a:gd name="connsiteX12" fmla="*/ 77318 w 378882"/>
                  <a:gd name="connsiteY12" fmla="*/ 577304 h 694841"/>
                  <a:gd name="connsiteX13" fmla="*/ 77318 w 378882"/>
                  <a:gd name="connsiteY13" fmla="*/ 130262 h 694841"/>
                  <a:gd name="connsiteX14" fmla="*/ 93116 w 378882"/>
                  <a:gd name="connsiteY14" fmla="*/ 114456 h 694841"/>
                  <a:gd name="connsiteX15" fmla="*/ 108914 w 378882"/>
                  <a:gd name="connsiteY15" fmla="*/ 130262 h 694841"/>
                  <a:gd name="connsiteX16" fmla="*/ 205173 w 378882"/>
                  <a:gd name="connsiteY16" fmla="*/ 577304 h 694841"/>
                  <a:gd name="connsiteX17" fmla="*/ 189443 w 378882"/>
                  <a:gd name="connsiteY17" fmla="*/ 593043 h 694841"/>
                  <a:gd name="connsiteX18" fmla="*/ 173712 w 378882"/>
                  <a:gd name="connsiteY18" fmla="*/ 577304 h 694841"/>
                  <a:gd name="connsiteX19" fmla="*/ 173712 w 378882"/>
                  <a:gd name="connsiteY19" fmla="*/ 130262 h 694841"/>
                  <a:gd name="connsiteX20" fmla="*/ 189443 w 378882"/>
                  <a:gd name="connsiteY20" fmla="*/ 114523 h 694841"/>
                  <a:gd name="connsiteX21" fmla="*/ 205173 w 378882"/>
                  <a:gd name="connsiteY21" fmla="*/ 130262 h 694841"/>
                  <a:gd name="connsiteX22" fmla="*/ 301366 w 378882"/>
                  <a:gd name="connsiteY22" fmla="*/ 577304 h 694841"/>
                  <a:gd name="connsiteX23" fmla="*/ 285635 w 378882"/>
                  <a:gd name="connsiteY23" fmla="*/ 593043 h 694841"/>
                  <a:gd name="connsiteX24" fmla="*/ 269905 w 378882"/>
                  <a:gd name="connsiteY24" fmla="*/ 577304 h 694841"/>
                  <a:gd name="connsiteX25" fmla="*/ 269905 w 378882"/>
                  <a:gd name="connsiteY25" fmla="*/ 130262 h 694841"/>
                  <a:gd name="connsiteX26" fmla="*/ 285635 w 378882"/>
                  <a:gd name="connsiteY26" fmla="*/ 114523 h 694841"/>
                  <a:gd name="connsiteX27" fmla="*/ 301366 w 378882"/>
                  <a:gd name="connsiteY27" fmla="*/ 130262 h 694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8882" h="694841">
                    <a:moveTo>
                      <a:pt x="294672" y="0"/>
                    </a:moveTo>
                    <a:lnTo>
                      <a:pt x="83476" y="0"/>
                    </a:lnTo>
                    <a:cubicBezTo>
                      <a:pt x="84548" y="4045"/>
                      <a:pt x="85083" y="8204"/>
                      <a:pt x="85150" y="12390"/>
                    </a:cubicBezTo>
                    <a:cubicBezTo>
                      <a:pt x="85150" y="37813"/>
                      <a:pt x="64600" y="58427"/>
                      <a:pt x="39162" y="58467"/>
                    </a:cubicBezTo>
                    <a:lnTo>
                      <a:pt x="4019" y="58467"/>
                    </a:lnTo>
                    <a:cubicBezTo>
                      <a:pt x="1342" y="66792"/>
                      <a:pt x="-65" y="75498"/>
                      <a:pt x="2" y="84252"/>
                    </a:cubicBezTo>
                    <a:lnTo>
                      <a:pt x="2" y="694841"/>
                    </a:lnTo>
                    <a:lnTo>
                      <a:pt x="378882" y="694841"/>
                    </a:lnTo>
                    <a:lnTo>
                      <a:pt x="378882" y="84252"/>
                    </a:lnTo>
                    <a:cubicBezTo>
                      <a:pt x="378882" y="37719"/>
                      <a:pt x="341195" y="0"/>
                      <a:pt x="294672" y="0"/>
                    </a:cubicBezTo>
                    <a:close/>
                    <a:moveTo>
                      <a:pt x="108914" y="577304"/>
                    </a:moveTo>
                    <a:cubicBezTo>
                      <a:pt x="108914" y="586031"/>
                      <a:pt x="101818" y="593110"/>
                      <a:pt x="93116" y="593110"/>
                    </a:cubicBezTo>
                    <a:cubicBezTo>
                      <a:pt x="84413" y="593110"/>
                      <a:pt x="77318" y="586031"/>
                      <a:pt x="77318" y="577304"/>
                    </a:cubicBezTo>
                    <a:lnTo>
                      <a:pt x="77318" y="130262"/>
                    </a:lnTo>
                    <a:cubicBezTo>
                      <a:pt x="77318" y="121535"/>
                      <a:pt x="84413" y="114456"/>
                      <a:pt x="93116" y="114456"/>
                    </a:cubicBezTo>
                    <a:cubicBezTo>
                      <a:pt x="101818" y="114456"/>
                      <a:pt x="108914" y="121535"/>
                      <a:pt x="108914" y="130262"/>
                    </a:cubicBezTo>
                    <a:close/>
                    <a:moveTo>
                      <a:pt x="205173" y="577304"/>
                    </a:moveTo>
                    <a:cubicBezTo>
                      <a:pt x="205173" y="585997"/>
                      <a:pt x="198144" y="593043"/>
                      <a:pt x="189443" y="593043"/>
                    </a:cubicBezTo>
                    <a:cubicBezTo>
                      <a:pt x="180740" y="593043"/>
                      <a:pt x="173712" y="585997"/>
                      <a:pt x="173712" y="577304"/>
                    </a:cubicBezTo>
                    <a:lnTo>
                      <a:pt x="173712" y="130262"/>
                    </a:lnTo>
                    <a:cubicBezTo>
                      <a:pt x="173712" y="121569"/>
                      <a:pt x="180740" y="114523"/>
                      <a:pt x="189443" y="114523"/>
                    </a:cubicBezTo>
                    <a:cubicBezTo>
                      <a:pt x="198144" y="114523"/>
                      <a:pt x="205173" y="121569"/>
                      <a:pt x="205173" y="130262"/>
                    </a:cubicBezTo>
                    <a:close/>
                    <a:moveTo>
                      <a:pt x="301366" y="577304"/>
                    </a:moveTo>
                    <a:cubicBezTo>
                      <a:pt x="301366" y="585997"/>
                      <a:pt x="294337" y="593043"/>
                      <a:pt x="285635" y="593043"/>
                    </a:cubicBezTo>
                    <a:cubicBezTo>
                      <a:pt x="276933" y="593043"/>
                      <a:pt x="269905" y="585997"/>
                      <a:pt x="269905" y="577304"/>
                    </a:cubicBezTo>
                    <a:lnTo>
                      <a:pt x="269905" y="130262"/>
                    </a:lnTo>
                    <a:cubicBezTo>
                      <a:pt x="269905" y="121569"/>
                      <a:pt x="276933" y="114523"/>
                      <a:pt x="285635" y="114523"/>
                    </a:cubicBezTo>
                    <a:cubicBezTo>
                      <a:pt x="294337" y="114523"/>
                      <a:pt x="301366" y="121569"/>
                      <a:pt x="301366" y="130262"/>
                    </a:cubicBezTo>
                    <a:close/>
                  </a:path>
                </a:pathLst>
              </a:custGeom>
              <a:solidFill>
                <a:srgbClr val="FFFFFF"/>
              </a:solidFill>
              <a:ln w="6694"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0F0C59A7-838E-1413-3C54-D9254B56CC48}"/>
                  </a:ext>
                </a:extLst>
              </p:cNvPr>
              <p:cNvSpPr/>
              <p:nvPr/>
            </p:nvSpPr>
            <p:spPr>
              <a:xfrm>
                <a:off x="7313925" y="2503772"/>
                <a:ext cx="385844" cy="701471"/>
              </a:xfrm>
              <a:custGeom>
                <a:avLst/>
                <a:gdLst>
                  <a:gd name="connsiteX0" fmla="*/ 385576 w 385844"/>
                  <a:gd name="connsiteY0" fmla="*/ 701472 h 701471"/>
                  <a:gd name="connsiteX1" fmla="*/ 2 w 385844"/>
                  <a:gd name="connsiteY1" fmla="*/ 701472 h 701471"/>
                  <a:gd name="connsiteX2" fmla="*/ 2 w 385844"/>
                  <a:gd name="connsiteY2" fmla="*/ 87533 h 701471"/>
                  <a:gd name="connsiteX3" fmla="*/ 4153 w 385844"/>
                  <a:gd name="connsiteY3" fmla="*/ 60744 h 701471"/>
                  <a:gd name="connsiteX4" fmla="*/ 4889 w 385844"/>
                  <a:gd name="connsiteY4" fmla="*/ 58467 h 701471"/>
                  <a:gd name="connsiteX5" fmla="*/ 42777 w 385844"/>
                  <a:gd name="connsiteY5" fmla="*/ 58467 h 701471"/>
                  <a:gd name="connsiteX6" fmla="*/ 85418 w 385844"/>
                  <a:gd name="connsiteY6" fmla="*/ 15805 h 701471"/>
                  <a:gd name="connsiteX7" fmla="*/ 85418 w 385844"/>
                  <a:gd name="connsiteY7" fmla="*/ 15739 h 701471"/>
                  <a:gd name="connsiteX8" fmla="*/ 83878 w 385844"/>
                  <a:gd name="connsiteY8" fmla="*/ 4152 h 701471"/>
                  <a:gd name="connsiteX9" fmla="*/ 82807 w 385844"/>
                  <a:gd name="connsiteY9" fmla="*/ 0 h 701471"/>
                  <a:gd name="connsiteX10" fmla="*/ 298287 w 385844"/>
                  <a:gd name="connsiteY10" fmla="*/ 0 h 701471"/>
                  <a:gd name="connsiteX11" fmla="*/ 385844 w 385844"/>
                  <a:gd name="connsiteY11" fmla="*/ 87600 h 701471"/>
                  <a:gd name="connsiteX12" fmla="*/ 6696 w 385844"/>
                  <a:gd name="connsiteY12" fmla="*/ 694774 h 701471"/>
                  <a:gd name="connsiteX13" fmla="*/ 378882 w 385844"/>
                  <a:gd name="connsiteY13" fmla="*/ 694774 h 701471"/>
                  <a:gd name="connsiteX14" fmla="*/ 378882 w 385844"/>
                  <a:gd name="connsiteY14" fmla="*/ 87533 h 701471"/>
                  <a:gd name="connsiteX15" fmla="*/ 298019 w 385844"/>
                  <a:gd name="connsiteY15" fmla="*/ 6630 h 701471"/>
                  <a:gd name="connsiteX16" fmla="*/ 90973 w 385844"/>
                  <a:gd name="connsiteY16" fmla="*/ 6630 h 701471"/>
                  <a:gd name="connsiteX17" fmla="*/ 91844 w 385844"/>
                  <a:gd name="connsiteY17" fmla="*/ 15672 h 701471"/>
                  <a:gd name="connsiteX18" fmla="*/ 77518 w 385844"/>
                  <a:gd name="connsiteY18" fmla="*/ 50497 h 701471"/>
                  <a:gd name="connsiteX19" fmla="*/ 42509 w 385844"/>
                  <a:gd name="connsiteY19" fmla="*/ 65097 h 701471"/>
                  <a:gd name="connsiteX20" fmla="*/ 9842 w 385844"/>
                  <a:gd name="connsiteY20" fmla="*/ 65097 h 701471"/>
                  <a:gd name="connsiteX21" fmla="*/ 6696 w 385844"/>
                  <a:gd name="connsiteY21" fmla="*/ 87533 h 701471"/>
                  <a:gd name="connsiteX22" fmla="*/ 288982 w 385844"/>
                  <a:gd name="connsiteY22" fmla="*/ 599673 h 701471"/>
                  <a:gd name="connsiteX23" fmla="*/ 269905 w 385844"/>
                  <a:gd name="connsiteY23" fmla="*/ 580586 h 701471"/>
                  <a:gd name="connsiteX24" fmla="*/ 269905 w 385844"/>
                  <a:gd name="connsiteY24" fmla="*/ 133544 h 701471"/>
                  <a:gd name="connsiteX25" fmla="*/ 288982 w 385844"/>
                  <a:gd name="connsiteY25" fmla="*/ 114456 h 701471"/>
                  <a:gd name="connsiteX26" fmla="*/ 308060 w 385844"/>
                  <a:gd name="connsiteY26" fmla="*/ 133544 h 701471"/>
                  <a:gd name="connsiteX27" fmla="*/ 308060 w 385844"/>
                  <a:gd name="connsiteY27" fmla="*/ 580586 h 701471"/>
                  <a:gd name="connsiteX28" fmla="*/ 288982 w 385844"/>
                  <a:gd name="connsiteY28" fmla="*/ 599673 h 701471"/>
                  <a:gd name="connsiteX29" fmla="*/ 288982 w 385844"/>
                  <a:gd name="connsiteY29" fmla="*/ 121154 h 701471"/>
                  <a:gd name="connsiteX30" fmla="*/ 276599 w 385844"/>
                  <a:gd name="connsiteY30" fmla="*/ 133544 h 701471"/>
                  <a:gd name="connsiteX31" fmla="*/ 276599 w 385844"/>
                  <a:gd name="connsiteY31" fmla="*/ 580586 h 701471"/>
                  <a:gd name="connsiteX32" fmla="*/ 288982 w 385844"/>
                  <a:gd name="connsiteY32" fmla="*/ 592976 h 701471"/>
                  <a:gd name="connsiteX33" fmla="*/ 301366 w 385844"/>
                  <a:gd name="connsiteY33" fmla="*/ 580586 h 701471"/>
                  <a:gd name="connsiteX34" fmla="*/ 301366 w 385844"/>
                  <a:gd name="connsiteY34" fmla="*/ 133544 h 701471"/>
                  <a:gd name="connsiteX35" fmla="*/ 288982 w 385844"/>
                  <a:gd name="connsiteY35" fmla="*/ 121154 h 701471"/>
                  <a:gd name="connsiteX36" fmla="*/ 192790 w 385844"/>
                  <a:gd name="connsiteY36" fmla="*/ 599673 h 701471"/>
                  <a:gd name="connsiteX37" fmla="*/ 173712 w 385844"/>
                  <a:gd name="connsiteY37" fmla="*/ 580586 h 701471"/>
                  <a:gd name="connsiteX38" fmla="*/ 173712 w 385844"/>
                  <a:gd name="connsiteY38" fmla="*/ 133544 h 701471"/>
                  <a:gd name="connsiteX39" fmla="*/ 192790 w 385844"/>
                  <a:gd name="connsiteY39" fmla="*/ 114456 h 701471"/>
                  <a:gd name="connsiteX40" fmla="*/ 211867 w 385844"/>
                  <a:gd name="connsiteY40" fmla="*/ 133544 h 701471"/>
                  <a:gd name="connsiteX41" fmla="*/ 211867 w 385844"/>
                  <a:gd name="connsiteY41" fmla="*/ 580586 h 701471"/>
                  <a:gd name="connsiteX42" fmla="*/ 192790 w 385844"/>
                  <a:gd name="connsiteY42" fmla="*/ 599673 h 701471"/>
                  <a:gd name="connsiteX43" fmla="*/ 192790 w 385844"/>
                  <a:gd name="connsiteY43" fmla="*/ 121154 h 701471"/>
                  <a:gd name="connsiteX44" fmla="*/ 180406 w 385844"/>
                  <a:gd name="connsiteY44" fmla="*/ 133544 h 701471"/>
                  <a:gd name="connsiteX45" fmla="*/ 180406 w 385844"/>
                  <a:gd name="connsiteY45" fmla="*/ 580586 h 701471"/>
                  <a:gd name="connsiteX46" fmla="*/ 192790 w 385844"/>
                  <a:gd name="connsiteY46" fmla="*/ 592976 h 701471"/>
                  <a:gd name="connsiteX47" fmla="*/ 205173 w 385844"/>
                  <a:gd name="connsiteY47" fmla="*/ 580586 h 701471"/>
                  <a:gd name="connsiteX48" fmla="*/ 205173 w 385844"/>
                  <a:gd name="connsiteY48" fmla="*/ 133544 h 701471"/>
                  <a:gd name="connsiteX49" fmla="*/ 192790 w 385844"/>
                  <a:gd name="connsiteY49" fmla="*/ 121154 h 701471"/>
                  <a:gd name="connsiteX50" fmla="*/ 96329 w 385844"/>
                  <a:gd name="connsiteY50" fmla="*/ 599673 h 701471"/>
                  <a:gd name="connsiteX51" fmla="*/ 77117 w 385844"/>
                  <a:gd name="connsiteY51" fmla="*/ 580586 h 701471"/>
                  <a:gd name="connsiteX52" fmla="*/ 77117 w 385844"/>
                  <a:gd name="connsiteY52" fmla="*/ 133544 h 701471"/>
                  <a:gd name="connsiteX53" fmla="*/ 96262 w 385844"/>
                  <a:gd name="connsiteY53" fmla="*/ 114389 h 701471"/>
                  <a:gd name="connsiteX54" fmla="*/ 115407 w 385844"/>
                  <a:gd name="connsiteY54" fmla="*/ 133544 h 701471"/>
                  <a:gd name="connsiteX55" fmla="*/ 115407 w 385844"/>
                  <a:gd name="connsiteY55" fmla="*/ 580586 h 701471"/>
                  <a:gd name="connsiteX56" fmla="*/ 96329 w 385844"/>
                  <a:gd name="connsiteY56" fmla="*/ 599673 h 701471"/>
                  <a:gd name="connsiteX57" fmla="*/ 96329 w 385844"/>
                  <a:gd name="connsiteY57" fmla="*/ 121154 h 701471"/>
                  <a:gd name="connsiteX58" fmla="*/ 83811 w 385844"/>
                  <a:gd name="connsiteY58" fmla="*/ 133544 h 701471"/>
                  <a:gd name="connsiteX59" fmla="*/ 83811 w 385844"/>
                  <a:gd name="connsiteY59" fmla="*/ 133544 h 701471"/>
                  <a:gd name="connsiteX60" fmla="*/ 83811 w 385844"/>
                  <a:gd name="connsiteY60" fmla="*/ 580586 h 701471"/>
                  <a:gd name="connsiteX61" fmla="*/ 96262 w 385844"/>
                  <a:gd name="connsiteY61" fmla="*/ 593043 h 701471"/>
                  <a:gd name="connsiteX62" fmla="*/ 108713 w 385844"/>
                  <a:gd name="connsiteY62" fmla="*/ 580586 h 701471"/>
                  <a:gd name="connsiteX63" fmla="*/ 108713 w 385844"/>
                  <a:gd name="connsiteY63" fmla="*/ 133544 h 701471"/>
                  <a:gd name="connsiteX64" fmla="*/ 96329 w 385844"/>
                  <a:gd name="connsiteY64" fmla="*/ 121154 h 701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85844" h="701471">
                    <a:moveTo>
                      <a:pt x="385576" y="701472"/>
                    </a:moveTo>
                    <a:lnTo>
                      <a:pt x="2" y="701472"/>
                    </a:lnTo>
                    <a:lnTo>
                      <a:pt x="2" y="87533"/>
                    </a:lnTo>
                    <a:cubicBezTo>
                      <a:pt x="-65" y="78438"/>
                      <a:pt x="1342" y="69397"/>
                      <a:pt x="4153" y="60744"/>
                    </a:cubicBezTo>
                    <a:lnTo>
                      <a:pt x="4889" y="58467"/>
                    </a:lnTo>
                    <a:lnTo>
                      <a:pt x="42777" y="58467"/>
                    </a:lnTo>
                    <a:cubicBezTo>
                      <a:pt x="66340" y="58467"/>
                      <a:pt x="85418" y="39366"/>
                      <a:pt x="85418" y="15805"/>
                    </a:cubicBezTo>
                    <a:cubicBezTo>
                      <a:pt x="85418" y="15785"/>
                      <a:pt x="85418" y="15759"/>
                      <a:pt x="85418" y="15739"/>
                    </a:cubicBezTo>
                    <a:cubicBezTo>
                      <a:pt x="85418" y="11827"/>
                      <a:pt x="84883" y="7936"/>
                      <a:pt x="83878" y="4152"/>
                    </a:cubicBezTo>
                    <a:lnTo>
                      <a:pt x="82807" y="0"/>
                    </a:lnTo>
                    <a:lnTo>
                      <a:pt x="298287" y="0"/>
                    </a:lnTo>
                    <a:cubicBezTo>
                      <a:pt x="346618" y="74"/>
                      <a:pt x="385777" y="39253"/>
                      <a:pt x="385844" y="87600"/>
                    </a:cubicBezTo>
                    <a:close/>
                    <a:moveTo>
                      <a:pt x="6696" y="694774"/>
                    </a:moveTo>
                    <a:lnTo>
                      <a:pt x="378882" y="694774"/>
                    </a:lnTo>
                    <a:lnTo>
                      <a:pt x="378882" y="87533"/>
                    </a:lnTo>
                    <a:cubicBezTo>
                      <a:pt x="378815" y="42869"/>
                      <a:pt x="342668" y="6670"/>
                      <a:pt x="298019" y="6630"/>
                    </a:cubicBezTo>
                    <a:lnTo>
                      <a:pt x="90973" y="6630"/>
                    </a:lnTo>
                    <a:cubicBezTo>
                      <a:pt x="91577" y="9611"/>
                      <a:pt x="91844" y="12638"/>
                      <a:pt x="91844" y="15672"/>
                    </a:cubicBezTo>
                    <a:cubicBezTo>
                      <a:pt x="91844" y="28711"/>
                      <a:pt x="86690" y="41222"/>
                      <a:pt x="77518" y="50497"/>
                    </a:cubicBezTo>
                    <a:cubicBezTo>
                      <a:pt x="68282" y="59867"/>
                      <a:pt x="55697" y="65131"/>
                      <a:pt x="42509" y="65097"/>
                    </a:cubicBezTo>
                    <a:lnTo>
                      <a:pt x="9842" y="65097"/>
                    </a:lnTo>
                    <a:cubicBezTo>
                      <a:pt x="7701" y="72384"/>
                      <a:pt x="6629" y="79939"/>
                      <a:pt x="6696" y="87533"/>
                    </a:cubicBezTo>
                    <a:close/>
                    <a:moveTo>
                      <a:pt x="288982" y="599673"/>
                    </a:moveTo>
                    <a:cubicBezTo>
                      <a:pt x="278472" y="599640"/>
                      <a:pt x="269971" y="591114"/>
                      <a:pt x="269905" y="580586"/>
                    </a:cubicBezTo>
                    <a:lnTo>
                      <a:pt x="269905" y="133544"/>
                    </a:lnTo>
                    <a:cubicBezTo>
                      <a:pt x="269905" y="123002"/>
                      <a:pt x="278472" y="114456"/>
                      <a:pt x="288982" y="114456"/>
                    </a:cubicBezTo>
                    <a:cubicBezTo>
                      <a:pt x="299492" y="114456"/>
                      <a:pt x="308060" y="123002"/>
                      <a:pt x="308060" y="133544"/>
                    </a:cubicBezTo>
                    <a:lnTo>
                      <a:pt x="308060" y="580586"/>
                    </a:lnTo>
                    <a:cubicBezTo>
                      <a:pt x="308060" y="591128"/>
                      <a:pt x="299492" y="599673"/>
                      <a:pt x="288982" y="599673"/>
                    </a:cubicBezTo>
                    <a:close/>
                    <a:moveTo>
                      <a:pt x="288982" y="121154"/>
                    </a:moveTo>
                    <a:cubicBezTo>
                      <a:pt x="282154" y="121154"/>
                      <a:pt x="276599" y="126699"/>
                      <a:pt x="276599" y="133544"/>
                    </a:cubicBezTo>
                    <a:lnTo>
                      <a:pt x="276599" y="580586"/>
                    </a:lnTo>
                    <a:cubicBezTo>
                      <a:pt x="276599" y="587431"/>
                      <a:pt x="282154" y="592976"/>
                      <a:pt x="288982" y="592976"/>
                    </a:cubicBezTo>
                    <a:cubicBezTo>
                      <a:pt x="295810" y="592976"/>
                      <a:pt x="301366" y="587431"/>
                      <a:pt x="301366" y="580586"/>
                    </a:cubicBezTo>
                    <a:lnTo>
                      <a:pt x="301366" y="133544"/>
                    </a:lnTo>
                    <a:cubicBezTo>
                      <a:pt x="301366" y="126699"/>
                      <a:pt x="295810" y="121154"/>
                      <a:pt x="288982" y="121154"/>
                    </a:cubicBezTo>
                    <a:close/>
                    <a:moveTo>
                      <a:pt x="192790" y="599673"/>
                    </a:moveTo>
                    <a:cubicBezTo>
                      <a:pt x="182280" y="599640"/>
                      <a:pt x="173778" y="591114"/>
                      <a:pt x="173712" y="580586"/>
                    </a:cubicBezTo>
                    <a:lnTo>
                      <a:pt x="173712" y="133544"/>
                    </a:lnTo>
                    <a:cubicBezTo>
                      <a:pt x="173712" y="123002"/>
                      <a:pt x="182280" y="114456"/>
                      <a:pt x="192790" y="114456"/>
                    </a:cubicBezTo>
                    <a:cubicBezTo>
                      <a:pt x="203299" y="114456"/>
                      <a:pt x="211867" y="123002"/>
                      <a:pt x="211867" y="133544"/>
                    </a:cubicBezTo>
                    <a:lnTo>
                      <a:pt x="211867" y="580586"/>
                    </a:lnTo>
                    <a:cubicBezTo>
                      <a:pt x="211800" y="591114"/>
                      <a:pt x="203299" y="599640"/>
                      <a:pt x="192790" y="599673"/>
                    </a:cubicBezTo>
                    <a:close/>
                    <a:moveTo>
                      <a:pt x="192790" y="121154"/>
                    </a:moveTo>
                    <a:cubicBezTo>
                      <a:pt x="185962" y="121154"/>
                      <a:pt x="180406" y="126699"/>
                      <a:pt x="180406" y="133544"/>
                    </a:cubicBezTo>
                    <a:lnTo>
                      <a:pt x="180406" y="580586"/>
                    </a:lnTo>
                    <a:cubicBezTo>
                      <a:pt x="180406" y="587431"/>
                      <a:pt x="185962" y="592976"/>
                      <a:pt x="192790" y="592976"/>
                    </a:cubicBezTo>
                    <a:cubicBezTo>
                      <a:pt x="199618" y="592976"/>
                      <a:pt x="205173" y="587431"/>
                      <a:pt x="205173" y="580586"/>
                    </a:cubicBezTo>
                    <a:lnTo>
                      <a:pt x="205173" y="133544"/>
                    </a:lnTo>
                    <a:cubicBezTo>
                      <a:pt x="205173" y="126699"/>
                      <a:pt x="199618" y="121154"/>
                      <a:pt x="192790" y="121154"/>
                    </a:cubicBezTo>
                    <a:close/>
                    <a:moveTo>
                      <a:pt x="96329" y="599673"/>
                    </a:moveTo>
                    <a:cubicBezTo>
                      <a:pt x="85753" y="599673"/>
                      <a:pt x="77184" y="591148"/>
                      <a:pt x="77117" y="580586"/>
                    </a:cubicBezTo>
                    <a:lnTo>
                      <a:pt x="77117" y="133544"/>
                    </a:lnTo>
                    <a:cubicBezTo>
                      <a:pt x="77117" y="122962"/>
                      <a:pt x="85686" y="114389"/>
                      <a:pt x="96262" y="114389"/>
                    </a:cubicBezTo>
                    <a:cubicBezTo>
                      <a:pt x="106838" y="114389"/>
                      <a:pt x="115407" y="122962"/>
                      <a:pt x="115407" y="133544"/>
                    </a:cubicBezTo>
                    <a:lnTo>
                      <a:pt x="115407" y="580586"/>
                    </a:lnTo>
                    <a:cubicBezTo>
                      <a:pt x="115407" y="591128"/>
                      <a:pt x="106838" y="599673"/>
                      <a:pt x="96329" y="599673"/>
                    </a:cubicBezTo>
                    <a:close/>
                    <a:moveTo>
                      <a:pt x="96329" y="121154"/>
                    </a:moveTo>
                    <a:cubicBezTo>
                      <a:pt x="89434" y="121113"/>
                      <a:pt x="83878" y="126665"/>
                      <a:pt x="83811" y="133544"/>
                    </a:cubicBezTo>
                    <a:cubicBezTo>
                      <a:pt x="83811" y="133544"/>
                      <a:pt x="83811" y="133544"/>
                      <a:pt x="83811" y="133544"/>
                    </a:cubicBezTo>
                    <a:lnTo>
                      <a:pt x="83811" y="580586"/>
                    </a:lnTo>
                    <a:cubicBezTo>
                      <a:pt x="83811" y="587464"/>
                      <a:pt x="89367" y="593043"/>
                      <a:pt x="96262" y="593043"/>
                    </a:cubicBezTo>
                    <a:cubicBezTo>
                      <a:pt x="103157" y="593043"/>
                      <a:pt x="108713" y="587464"/>
                      <a:pt x="108713" y="580586"/>
                    </a:cubicBezTo>
                    <a:lnTo>
                      <a:pt x="108713" y="133544"/>
                    </a:lnTo>
                    <a:cubicBezTo>
                      <a:pt x="108713" y="126699"/>
                      <a:pt x="103157" y="121154"/>
                      <a:pt x="96329" y="121154"/>
                    </a:cubicBezTo>
                    <a:close/>
                  </a:path>
                </a:pathLst>
              </a:custGeom>
              <a:solidFill>
                <a:srgbClr val="0B2750"/>
              </a:solidFill>
              <a:ln w="6694"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F545E0E3-74FD-1D31-992A-152C1CA92AC0}"/>
                  </a:ext>
                </a:extLst>
              </p:cNvPr>
              <p:cNvSpPr/>
              <p:nvPr/>
            </p:nvSpPr>
            <p:spPr>
              <a:xfrm>
                <a:off x="7316538" y="2503705"/>
                <a:ext cx="89097" cy="65164"/>
              </a:xfrm>
              <a:custGeom>
                <a:avLst/>
                <a:gdLst>
                  <a:gd name="connsiteX0" fmla="*/ 40164 w 89097"/>
                  <a:gd name="connsiteY0" fmla="*/ 65164 h 65164"/>
                  <a:gd name="connsiteX1" fmla="*/ 0 w 89097"/>
                  <a:gd name="connsiteY1" fmla="*/ 65164 h 65164"/>
                  <a:gd name="connsiteX2" fmla="*/ 1405 w 89097"/>
                  <a:gd name="connsiteY2" fmla="*/ 60744 h 65164"/>
                  <a:gd name="connsiteX3" fmla="*/ 84077 w 89097"/>
                  <a:gd name="connsiteY3" fmla="*/ 0 h 65164"/>
                  <a:gd name="connsiteX4" fmla="*/ 86687 w 89097"/>
                  <a:gd name="connsiteY4" fmla="*/ 0 h 65164"/>
                  <a:gd name="connsiteX5" fmla="*/ 87357 w 89097"/>
                  <a:gd name="connsiteY5" fmla="*/ 2545 h 65164"/>
                  <a:gd name="connsiteX6" fmla="*/ 89097 w 89097"/>
                  <a:gd name="connsiteY6" fmla="*/ 15940 h 65164"/>
                  <a:gd name="connsiteX7" fmla="*/ 74772 w 89097"/>
                  <a:gd name="connsiteY7" fmla="*/ 50765 h 65164"/>
                  <a:gd name="connsiteX8" fmla="*/ 40164 w 89097"/>
                  <a:gd name="connsiteY8" fmla="*/ 65164 h 65164"/>
                  <a:gd name="connsiteX9" fmla="*/ 9706 w 89097"/>
                  <a:gd name="connsiteY9" fmla="*/ 58467 h 65164"/>
                  <a:gd name="connsiteX10" fmla="*/ 40164 w 89097"/>
                  <a:gd name="connsiteY10" fmla="*/ 58467 h 65164"/>
                  <a:gd name="connsiteX11" fmla="*/ 82805 w 89097"/>
                  <a:gd name="connsiteY11" fmla="*/ 15806 h 65164"/>
                  <a:gd name="connsiteX12" fmla="*/ 82805 w 89097"/>
                  <a:gd name="connsiteY12" fmla="*/ 15739 h 65164"/>
                  <a:gd name="connsiteX13" fmla="*/ 81867 w 89097"/>
                  <a:gd name="connsiteY13" fmla="*/ 6764 h 65164"/>
                  <a:gd name="connsiteX14" fmla="*/ 9439 w 89097"/>
                  <a:gd name="connsiteY14" fmla="*/ 58467 h 65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097" h="65164">
                    <a:moveTo>
                      <a:pt x="40164" y="65164"/>
                    </a:moveTo>
                    <a:lnTo>
                      <a:pt x="0" y="65164"/>
                    </a:lnTo>
                    <a:lnTo>
                      <a:pt x="1405" y="60744"/>
                    </a:lnTo>
                    <a:cubicBezTo>
                      <a:pt x="12853" y="24673"/>
                      <a:pt x="46256" y="121"/>
                      <a:pt x="84077" y="0"/>
                    </a:cubicBezTo>
                    <a:lnTo>
                      <a:pt x="86687" y="0"/>
                    </a:lnTo>
                    <a:lnTo>
                      <a:pt x="87357" y="2545"/>
                    </a:lnTo>
                    <a:cubicBezTo>
                      <a:pt x="88494" y="6918"/>
                      <a:pt x="89097" y="11419"/>
                      <a:pt x="89097" y="15940"/>
                    </a:cubicBezTo>
                    <a:cubicBezTo>
                      <a:pt x="89097" y="28979"/>
                      <a:pt x="83943" y="41490"/>
                      <a:pt x="74772" y="50765"/>
                    </a:cubicBezTo>
                    <a:cubicBezTo>
                      <a:pt x="65602" y="59967"/>
                      <a:pt x="53150" y="65144"/>
                      <a:pt x="40164" y="65164"/>
                    </a:cubicBezTo>
                    <a:close/>
                    <a:moveTo>
                      <a:pt x="9706" y="58467"/>
                    </a:moveTo>
                    <a:lnTo>
                      <a:pt x="40164" y="58467"/>
                    </a:lnTo>
                    <a:cubicBezTo>
                      <a:pt x="63727" y="58467"/>
                      <a:pt x="82805" y="39366"/>
                      <a:pt x="82805" y="15806"/>
                    </a:cubicBezTo>
                    <a:cubicBezTo>
                      <a:pt x="82805" y="15785"/>
                      <a:pt x="82805" y="15759"/>
                      <a:pt x="82805" y="15739"/>
                    </a:cubicBezTo>
                    <a:cubicBezTo>
                      <a:pt x="82805" y="12725"/>
                      <a:pt x="82470" y="9718"/>
                      <a:pt x="81867" y="6764"/>
                    </a:cubicBezTo>
                    <a:cubicBezTo>
                      <a:pt x="49536" y="7929"/>
                      <a:pt x="21086" y="28276"/>
                      <a:pt x="9439" y="58467"/>
                    </a:cubicBezTo>
                    <a:close/>
                  </a:path>
                </a:pathLst>
              </a:custGeom>
              <a:solidFill>
                <a:srgbClr val="0B2750"/>
              </a:solidFill>
              <a:ln w="6694"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5B8CEBF8-D4A0-849A-6F6F-6EBEBA2B9B30}"/>
                  </a:ext>
                </a:extLst>
              </p:cNvPr>
              <p:cNvSpPr/>
              <p:nvPr/>
            </p:nvSpPr>
            <p:spPr>
              <a:xfrm>
                <a:off x="7391043" y="2618162"/>
                <a:ext cx="38289" cy="485284"/>
              </a:xfrm>
              <a:custGeom>
                <a:avLst/>
                <a:gdLst>
                  <a:gd name="connsiteX0" fmla="*/ 19212 w 38289"/>
                  <a:gd name="connsiteY0" fmla="*/ 485284 h 485284"/>
                  <a:gd name="connsiteX1" fmla="*/ 0 w 38289"/>
                  <a:gd name="connsiteY1" fmla="*/ 466197 h 485284"/>
                  <a:gd name="connsiteX2" fmla="*/ 0 w 38289"/>
                  <a:gd name="connsiteY2" fmla="*/ 19154 h 485284"/>
                  <a:gd name="connsiteX3" fmla="*/ 19145 w 38289"/>
                  <a:gd name="connsiteY3" fmla="*/ 0 h 485284"/>
                  <a:gd name="connsiteX4" fmla="*/ 38289 w 38289"/>
                  <a:gd name="connsiteY4" fmla="*/ 19154 h 485284"/>
                  <a:gd name="connsiteX5" fmla="*/ 38289 w 38289"/>
                  <a:gd name="connsiteY5" fmla="*/ 466197 h 485284"/>
                  <a:gd name="connsiteX6" fmla="*/ 19212 w 38289"/>
                  <a:gd name="connsiteY6" fmla="*/ 485284 h 485284"/>
                  <a:gd name="connsiteX7" fmla="*/ 19212 w 38289"/>
                  <a:gd name="connsiteY7" fmla="*/ 6764 h 485284"/>
                  <a:gd name="connsiteX8" fmla="*/ 6694 w 38289"/>
                  <a:gd name="connsiteY8" fmla="*/ 19154 h 485284"/>
                  <a:gd name="connsiteX9" fmla="*/ 6694 w 38289"/>
                  <a:gd name="connsiteY9" fmla="*/ 19154 h 485284"/>
                  <a:gd name="connsiteX10" fmla="*/ 6694 w 38289"/>
                  <a:gd name="connsiteY10" fmla="*/ 466197 h 485284"/>
                  <a:gd name="connsiteX11" fmla="*/ 19145 w 38289"/>
                  <a:gd name="connsiteY11" fmla="*/ 478654 h 485284"/>
                  <a:gd name="connsiteX12" fmla="*/ 31595 w 38289"/>
                  <a:gd name="connsiteY12" fmla="*/ 466197 h 485284"/>
                  <a:gd name="connsiteX13" fmla="*/ 31595 w 38289"/>
                  <a:gd name="connsiteY13" fmla="*/ 19154 h 485284"/>
                  <a:gd name="connsiteX14" fmla="*/ 19212 w 38289"/>
                  <a:gd name="connsiteY14" fmla="*/ 6764 h 48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289" h="485284">
                    <a:moveTo>
                      <a:pt x="19212" y="485284"/>
                    </a:moveTo>
                    <a:cubicBezTo>
                      <a:pt x="8636" y="485284"/>
                      <a:pt x="67" y="476758"/>
                      <a:pt x="0" y="466197"/>
                    </a:cubicBezTo>
                    <a:lnTo>
                      <a:pt x="0" y="19154"/>
                    </a:lnTo>
                    <a:cubicBezTo>
                      <a:pt x="0" y="8572"/>
                      <a:pt x="8569" y="0"/>
                      <a:pt x="19145" y="0"/>
                    </a:cubicBezTo>
                    <a:cubicBezTo>
                      <a:pt x="29721" y="0"/>
                      <a:pt x="38289" y="8572"/>
                      <a:pt x="38289" y="19154"/>
                    </a:cubicBezTo>
                    <a:lnTo>
                      <a:pt x="38289" y="466197"/>
                    </a:lnTo>
                    <a:cubicBezTo>
                      <a:pt x="38289" y="476738"/>
                      <a:pt x="29721" y="485284"/>
                      <a:pt x="19212" y="485284"/>
                    </a:cubicBezTo>
                    <a:close/>
                    <a:moveTo>
                      <a:pt x="19212" y="6764"/>
                    </a:moveTo>
                    <a:cubicBezTo>
                      <a:pt x="12317" y="6724"/>
                      <a:pt x="6761" y="12276"/>
                      <a:pt x="6694" y="19154"/>
                    </a:cubicBezTo>
                    <a:cubicBezTo>
                      <a:pt x="6694" y="19154"/>
                      <a:pt x="6694" y="19154"/>
                      <a:pt x="6694" y="19154"/>
                    </a:cubicBezTo>
                    <a:lnTo>
                      <a:pt x="6694" y="466197"/>
                    </a:lnTo>
                    <a:cubicBezTo>
                      <a:pt x="6694" y="473075"/>
                      <a:pt x="12250" y="478654"/>
                      <a:pt x="19145" y="478654"/>
                    </a:cubicBezTo>
                    <a:cubicBezTo>
                      <a:pt x="26040" y="478654"/>
                      <a:pt x="31595" y="473075"/>
                      <a:pt x="31595" y="466197"/>
                    </a:cubicBezTo>
                    <a:lnTo>
                      <a:pt x="31595" y="19154"/>
                    </a:lnTo>
                    <a:cubicBezTo>
                      <a:pt x="31595" y="12310"/>
                      <a:pt x="26040" y="6764"/>
                      <a:pt x="19212" y="6764"/>
                    </a:cubicBezTo>
                    <a:close/>
                  </a:path>
                </a:pathLst>
              </a:custGeom>
              <a:solidFill>
                <a:srgbClr val="0B2750"/>
              </a:solidFill>
              <a:ln w="6694"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DA829FB0-7434-97E1-5080-49F04651913E}"/>
                  </a:ext>
                </a:extLst>
              </p:cNvPr>
              <p:cNvSpPr/>
              <p:nvPr/>
            </p:nvSpPr>
            <p:spPr>
              <a:xfrm>
                <a:off x="7487637" y="2618229"/>
                <a:ext cx="38155" cy="485216"/>
              </a:xfrm>
              <a:custGeom>
                <a:avLst/>
                <a:gdLst>
                  <a:gd name="connsiteX0" fmla="*/ 19078 w 38155"/>
                  <a:gd name="connsiteY0" fmla="*/ 485217 h 485216"/>
                  <a:gd name="connsiteX1" fmla="*/ 0 w 38155"/>
                  <a:gd name="connsiteY1" fmla="*/ 466130 h 485216"/>
                  <a:gd name="connsiteX2" fmla="*/ 0 w 38155"/>
                  <a:gd name="connsiteY2" fmla="*/ 19087 h 485216"/>
                  <a:gd name="connsiteX3" fmla="*/ 19078 w 38155"/>
                  <a:gd name="connsiteY3" fmla="*/ 0 h 485216"/>
                  <a:gd name="connsiteX4" fmla="*/ 38155 w 38155"/>
                  <a:gd name="connsiteY4" fmla="*/ 19087 h 485216"/>
                  <a:gd name="connsiteX5" fmla="*/ 38155 w 38155"/>
                  <a:gd name="connsiteY5" fmla="*/ 466130 h 485216"/>
                  <a:gd name="connsiteX6" fmla="*/ 19078 w 38155"/>
                  <a:gd name="connsiteY6" fmla="*/ 485217 h 485216"/>
                  <a:gd name="connsiteX7" fmla="*/ 19078 w 38155"/>
                  <a:gd name="connsiteY7" fmla="*/ 6697 h 485216"/>
                  <a:gd name="connsiteX8" fmla="*/ 6694 w 38155"/>
                  <a:gd name="connsiteY8" fmla="*/ 19087 h 485216"/>
                  <a:gd name="connsiteX9" fmla="*/ 6694 w 38155"/>
                  <a:gd name="connsiteY9" fmla="*/ 466130 h 485216"/>
                  <a:gd name="connsiteX10" fmla="*/ 19078 w 38155"/>
                  <a:gd name="connsiteY10" fmla="*/ 478520 h 485216"/>
                  <a:gd name="connsiteX11" fmla="*/ 31461 w 38155"/>
                  <a:gd name="connsiteY11" fmla="*/ 466130 h 485216"/>
                  <a:gd name="connsiteX12" fmla="*/ 31461 w 38155"/>
                  <a:gd name="connsiteY12" fmla="*/ 19087 h 485216"/>
                  <a:gd name="connsiteX13" fmla="*/ 19078 w 38155"/>
                  <a:gd name="connsiteY13" fmla="*/ 6697 h 48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55" h="485216">
                    <a:moveTo>
                      <a:pt x="19078" y="485217"/>
                    </a:moveTo>
                    <a:cubicBezTo>
                      <a:pt x="8568" y="485183"/>
                      <a:pt x="66" y="476658"/>
                      <a:pt x="0" y="466130"/>
                    </a:cubicBezTo>
                    <a:lnTo>
                      <a:pt x="0" y="19087"/>
                    </a:lnTo>
                    <a:cubicBezTo>
                      <a:pt x="0" y="8546"/>
                      <a:pt x="8568" y="0"/>
                      <a:pt x="19078" y="0"/>
                    </a:cubicBezTo>
                    <a:cubicBezTo>
                      <a:pt x="29587" y="0"/>
                      <a:pt x="38155" y="8546"/>
                      <a:pt x="38155" y="19087"/>
                    </a:cubicBezTo>
                    <a:lnTo>
                      <a:pt x="38155" y="466130"/>
                    </a:lnTo>
                    <a:cubicBezTo>
                      <a:pt x="38088" y="476658"/>
                      <a:pt x="29587" y="485183"/>
                      <a:pt x="19078" y="485217"/>
                    </a:cubicBezTo>
                    <a:close/>
                    <a:moveTo>
                      <a:pt x="19078" y="6697"/>
                    </a:moveTo>
                    <a:cubicBezTo>
                      <a:pt x="12250" y="6697"/>
                      <a:pt x="6694" y="12243"/>
                      <a:pt x="6694" y="19087"/>
                    </a:cubicBezTo>
                    <a:lnTo>
                      <a:pt x="6694" y="466130"/>
                    </a:lnTo>
                    <a:cubicBezTo>
                      <a:pt x="6694" y="472974"/>
                      <a:pt x="12250" y="478520"/>
                      <a:pt x="19078" y="478520"/>
                    </a:cubicBezTo>
                    <a:cubicBezTo>
                      <a:pt x="25906" y="478520"/>
                      <a:pt x="31461" y="472974"/>
                      <a:pt x="31461" y="466130"/>
                    </a:cubicBezTo>
                    <a:lnTo>
                      <a:pt x="31461" y="19087"/>
                    </a:lnTo>
                    <a:cubicBezTo>
                      <a:pt x="31461" y="12243"/>
                      <a:pt x="25906" y="6697"/>
                      <a:pt x="19078" y="6697"/>
                    </a:cubicBezTo>
                    <a:close/>
                  </a:path>
                </a:pathLst>
              </a:custGeom>
              <a:solidFill>
                <a:srgbClr val="0B2750"/>
              </a:solidFill>
              <a:ln w="6694"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FD09726E-B33F-C9E1-5DAA-1DF02FC62FA3}"/>
                  </a:ext>
                </a:extLst>
              </p:cNvPr>
              <p:cNvSpPr/>
              <p:nvPr/>
            </p:nvSpPr>
            <p:spPr>
              <a:xfrm>
                <a:off x="7583830" y="2618229"/>
                <a:ext cx="38155" cy="485216"/>
              </a:xfrm>
              <a:custGeom>
                <a:avLst/>
                <a:gdLst>
                  <a:gd name="connsiteX0" fmla="*/ 19078 w 38155"/>
                  <a:gd name="connsiteY0" fmla="*/ 485217 h 485216"/>
                  <a:gd name="connsiteX1" fmla="*/ 0 w 38155"/>
                  <a:gd name="connsiteY1" fmla="*/ 466130 h 485216"/>
                  <a:gd name="connsiteX2" fmla="*/ 0 w 38155"/>
                  <a:gd name="connsiteY2" fmla="*/ 19087 h 485216"/>
                  <a:gd name="connsiteX3" fmla="*/ 19078 w 38155"/>
                  <a:gd name="connsiteY3" fmla="*/ 0 h 485216"/>
                  <a:gd name="connsiteX4" fmla="*/ 38155 w 38155"/>
                  <a:gd name="connsiteY4" fmla="*/ 19087 h 485216"/>
                  <a:gd name="connsiteX5" fmla="*/ 38155 w 38155"/>
                  <a:gd name="connsiteY5" fmla="*/ 466130 h 485216"/>
                  <a:gd name="connsiteX6" fmla="*/ 19078 w 38155"/>
                  <a:gd name="connsiteY6" fmla="*/ 485217 h 485216"/>
                  <a:gd name="connsiteX7" fmla="*/ 19078 w 38155"/>
                  <a:gd name="connsiteY7" fmla="*/ 6697 h 485216"/>
                  <a:gd name="connsiteX8" fmla="*/ 6694 w 38155"/>
                  <a:gd name="connsiteY8" fmla="*/ 19087 h 485216"/>
                  <a:gd name="connsiteX9" fmla="*/ 6694 w 38155"/>
                  <a:gd name="connsiteY9" fmla="*/ 466130 h 485216"/>
                  <a:gd name="connsiteX10" fmla="*/ 19078 w 38155"/>
                  <a:gd name="connsiteY10" fmla="*/ 478520 h 485216"/>
                  <a:gd name="connsiteX11" fmla="*/ 31461 w 38155"/>
                  <a:gd name="connsiteY11" fmla="*/ 466130 h 485216"/>
                  <a:gd name="connsiteX12" fmla="*/ 31461 w 38155"/>
                  <a:gd name="connsiteY12" fmla="*/ 19087 h 485216"/>
                  <a:gd name="connsiteX13" fmla="*/ 19078 w 38155"/>
                  <a:gd name="connsiteY13" fmla="*/ 6697 h 48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55" h="485216">
                    <a:moveTo>
                      <a:pt x="19078" y="485217"/>
                    </a:moveTo>
                    <a:cubicBezTo>
                      <a:pt x="8568" y="485183"/>
                      <a:pt x="66" y="476658"/>
                      <a:pt x="0" y="466130"/>
                    </a:cubicBezTo>
                    <a:lnTo>
                      <a:pt x="0" y="19087"/>
                    </a:lnTo>
                    <a:cubicBezTo>
                      <a:pt x="0" y="8546"/>
                      <a:pt x="8568" y="0"/>
                      <a:pt x="19078" y="0"/>
                    </a:cubicBezTo>
                    <a:cubicBezTo>
                      <a:pt x="29587" y="0"/>
                      <a:pt x="38155" y="8546"/>
                      <a:pt x="38155" y="19087"/>
                    </a:cubicBezTo>
                    <a:lnTo>
                      <a:pt x="38155" y="466130"/>
                    </a:lnTo>
                    <a:cubicBezTo>
                      <a:pt x="38155" y="476671"/>
                      <a:pt x="29587" y="485217"/>
                      <a:pt x="19078" y="485217"/>
                    </a:cubicBezTo>
                    <a:close/>
                    <a:moveTo>
                      <a:pt x="19078" y="6697"/>
                    </a:moveTo>
                    <a:cubicBezTo>
                      <a:pt x="12250" y="6697"/>
                      <a:pt x="6694" y="12243"/>
                      <a:pt x="6694" y="19087"/>
                    </a:cubicBezTo>
                    <a:lnTo>
                      <a:pt x="6694" y="466130"/>
                    </a:lnTo>
                    <a:cubicBezTo>
                      <a:pt x="6694" y="472974"/>
                      <a:pt x="12250" y="478520"/>
                      <a:pt x="19078" y="478520"/>
                    </a:cubicBezTo>
                    <a:cubicBezTo>
                      <a:pt x="25906" y="478520"/>
                      <a:pt x="31461" y="472974"/>
                      <a:pt x="31461" y="466130"/>
                    </a:cubicBezTo>
                    <a:lnTo>
                      <a:pt x="31461" y="19087"/>
                    </a:lnTo>
                    <a:cubicBezTo>
                      <a:pt x="31461" y="12243"/>
                      <a:pt x="25906" y="6697"/>
                      <a:pt x="19078" y="6697"/>
                    </a:cubicBezTo>
                    <a:close/>
                  </a:path>
                </a:pathLst>
              </a:custGeom>
              <a:solidFill>
                <a:srgbClr val="0B2750"/>
              </a:solidFill>
              <a:ln w="6694"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B7149A9E-BD78-22C6-D906-D68DAA59D09F}"/>
                  </a:ext>
                </a:extLst>
              </p:cNvPr>
              <p:cNvSpPr/>
              <p:nvPr/>
            </p:nvSpPr>
            <p:spPr>
              <a:xfrm>
                <a:off x="7443690" y="2347076"/>
                <a:ext cx="126266" cy="159978"/>
              </a:xfrm>
              <a:custGeom>
                <a:avLst/>
                <a:gdLst>
                  <a:gd name="connsiteX0" fmla="*/ 126082 w 126266"/>
                  <a:gd name="connsiteY0" fmla="*/ 65212 h 159978"/>
                  <a:gd name="connsiteX1" fmla="*/ 126082 w 126266"/>
                  <a:gd name="connsiteY1" fmla="*/ 159978 h 159978"/>
                  <a:gd name="connsiteX2" fmla="*/ 34 w 126266"/>
                  <a:gd name="connsiteY2" fmla="*/ 159978 h 159978"/>
                  <a:gd name="connsiteX3" fmla="*/ 34 w 126266"/>
                  <a:gd name="connsiteY3" fmla="*/ 65212 h 159978"/>
                  <a:gd name="connsiteX4" fmla="*/ 61084 w 126266"/>
                  <a:gd name="connsiteY4" fmla="*/ 34 h 159978"/>
                  <a:gd name="connsiteX5" fmla="*/ 126216 w 126266"/>
                  <a:gd name="connsiteY5" fmla="*/ 61100 h 159978"/>
                  <a:gd name="connsiteX6" fmla="*/ 126216 w 126266"/>
                  <a:gd name="connsiteY6" fmla="*/ 65212 h 15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266" h="159978">
                    <a:moveTo>
                      <a:pt x="126082" y="65212"/>
                    </a:moveTo>
                    <a:lnTo>
                      <a:pt x="126082" y="159978"/>
                    </a:lnTo>
                    <a:lnTo>
                      <a:pt x="34" y="159978"/>
                    </a:lnTo>
                    <a:lnTo>
                      <a:pt x="34" y="65212"/>
                    </a:lnTo>
                    <a:cubicBezTo>
                      <a:pt x="-1104" y="30353"/>
                      <a:pt x="26208" y="1173"/>
                      <a:pt x="61084" y="34"/>
                    </a:cubicBezTo>
                    <a:cubicBezTo>
                      <a:pt x="95892" y="-1104"/>
                      <a:pt x="125079" y="26241"/>
                      <a:pt x="126216" y="61100"/>
                    </a:cubicBezTo>
                    <a:cubicBezTo>
                      <a:pt x="126283" y="62473"/>
                      <a:pt x="126283" y="63839"/>
                      <a:pt x="126216" y="65212"/>
                    </a:cubicBezTo>
                    <a:close/>
                  </a:path>
                </a:pathLst>
              </a:custGeom>
              <a:solidFill>
                <a:srgbClr val="0B2750"/>
              </a:solidFill>
              <a:ln w="6694"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CD3BAD2A-3FC2-FE62-9E97-FD4E02070002}"/>
                  </a:ext>
                </a:extLst>
              </p:cNvPr>
              <p:cNvSpPr/>
              <p:nvPr/>
            </p:nvSpPr>
            <p:spPr>
              <a:xfrm>
                <a:off x="7440211" y="2343674"/>
                <a:ext cx="132958" cy="166728"/>
              </a:xfrm>
              <a:custGeom>
                <a:avLst/>
                <a:gdLst>
                  <a:gd name="connsiteX0" fmla="*/ 132908 w 132958"/>
                  <a:gd name="connsiteY0" fmla="*/ 166729 h 166728"/>
                  <a:gd name="connsiteX1" fmla="*/ 33 w 132958"/>
                  <a:gd name="connsiteY1" fmla="*/ 166729 h 166728"/>
                  <a:gd name="connsiteX2" fmla="*/ 33 w 132958"/>
                  <a:gd name="connsiteY2" fmla="*/ 68614 h 166728"/>
                  <a:gd name="connsiteX3" fmla="*/ 64362 w 132958"/>
                  <a:gd name="connsiteY3" fmla="*/ 34 h 166728"/>
                  <a:gd name="connsiteX4" fmla="*/ 132908 w 132958"/>
                  <a:gd name="connsiteY4" fmla="*/ 64395 h 166728"/>
                  <a:gd name="connsiteX5" fmla="*/ 132908 w 132958"/>
                  <a:gd name="connsiteY5" fmla="*/ 68614 h 166728"/>
                  <a:gd name="connsiteX6" fmla="*/ 6727 w 132958"/>
                  <a:gd name="connsiteY6" fmla="*/ 160032 h 166728"/>
                  <a:gd name="connsiteX7" fmla="*/ 126214 w 132958"/>
                  <a:gd name="connsiteY7" fmla="*/ 160032 h 166728"/>
                  <a:gd name="connsiteX8" fmla="*/ 126214 w 132958"/>
                  <a:gd name="connsiteY8" fmla="*/ 68614 h 166728"/>
                  <a:gd name="connsiteX9" fmla="*/ 66571 w 132958"/>
                  <a:gd name="connsiteY9" fmla="*/ 8673 h 166728"/>
                  <a:gd name="connsiteX10" fmla="*/ 66504 w 132958"/>
                  <a:gd name="connsiteY10" fmla="*/ 8673 h 166728"/>
                  <a:gd name="connsiteX11" fmla="*/ 6727 w 132958"/>
                  <a:gd name="connsiteY11" fmla="*/ 68614 h 16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958" h="166728">
                    <a:moveTo>
                      <a:pt x="132908" y="166729"/>
                    </a:moveTo>
                    <a:lnTo>
                      <a:pt x="33" y="166729"/>
                    </a:lnTo>
                    <a:lnTo>
                      <a:pt x="33" y="68614"/>
                    </a:lnTo>
                    <a:cubicBezTo>
                      <a:pt x="-1105" y="31906"/>
                      <a:pt x="27679" y="1199"/>
                      <a:pt x="64362" y="34"/>
                    </a:cubicBezTo>
                    <a:cubicBezTo>
                      <a:pt x="101045" y="-1131"/>
                      <a:pt x="131771" y="27680"/>
                      <a:pt x="132908" y="64395"/>
                    </a:cubicBezTo>
                    <a:cubicBezTo>
                      <a:pt x="132975" y="65801"/>
                      <a:pt x="132975" y="67208"/>
                      <a:pt x="132908" y="68614"/>
                    </a:cubicBezTo>
                    <a:close/>
                    <a:moveTo>
                      <a:pt x="6727" y="160032"/>
                    </a:moveTo>
                    <a:lnTo>
                      <a:pt x="126214" y="160032"/>
                    </a:lnTo>
                    <a:lnTo>
                      <a:pt x="126214" y="68614"/>
                    </a:lnTo>
                    <a:cubicBezTo>
                      <a:pt x="126281" y="35583"/>
                      <a:pt x="99572" y="8747"/>
                      <a:pt x="66571" y="8673"/>
                    </a:cubicBezTo>
                    <a:cubicBezTo>
                      <a:pt x="66571" y="8673"/>
                      <a:pt x="66504" y="8673"/>
                      <a:pt x="66504" y="8673"/>
                    </a:cubicBezTo>
                    <a:cubicBezTo>
                      <a:pt x="33570" y="8928"/>
                      <a:pt x="6928" y="35637"/>
                      <a:pt x="6727" y="68614"/>
                    </a:cubicBezTo>
                    <a:close/>
                  </a:path>
                </a:pathLst>
              </a:custGeom>
              <a:solidFill>
                <a:srgbClr val="0B2750"/>
              </a:solidFill>
              <a:ln w="6694"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E50DAAC3-4EB0-5D94-78E8-BE502C4A3844}"/>
                  </a:ext>
                </a:extLst>
              </p:cNvPr>
              <p:cNvSpPr/>
              <p:nvPr/>
            </p:nvSpPr>
            <p:spPr>
              <a:xfrm>
                <a:off x="7503301" y="1993749"/>
                <a:ext cx="302183" cy="302341"/>
              </a:xfrm>
              <a:custGeom>
                <a:avLst/>
                <a:gdLst>
                  <a:gd name="connsiteX0" fmla="*/ 3347 w 302183"/>
                  <a:gd name="connsiteY0" fmla="*/ 302341 h 302341"/>
                  <a:gd name="connsiteX1" fmla="*/ 1004 w 302183"/>
                  <a:gd name="connsiteY1" fmla="*/ 301404 h 302341"/>
                  <a:gd name="connsiteX2" fmla="*/ 0 w 302183"/>
                  <a:gd name="connsiteY2" fmla="*/ 298993 h 302341"/>
                  <a:gd name="connsiteX3" fmla="*/ 1004 w 302183"/>
                  <a:gd name="connsiteY3" fmla="*/ 296649 h 302341"/>
                  <a:gd name="connsiteX4" fmla="*/ 296477 w 302183"/>
                  <a:gd name="connsiteY4" fmla="*/ 964 h 302341"/>
                  <a:gd name="connsiteX5" fmla="*/ 301230 w 302183"/>
                  <a:gd name="connsiteY5" fmla="*/ 964 h 302341"/>
                  <a:gd name="connsiteX6" fmla="*/ 301230 w 302183"/>
                  <a:gd name="connsiteY6" fmla="*/ 5719 h 302341"/>
                  <a:gd name="connsiteX7" fmla="*/ 5690 w 302183"/>
                  <a:gd name="connsiteY7" fmla="*/ 301404 h 302341"/>
                  <a:gd name="connsiteX8" fmla="*/ 3347 w 302183"/>
                  <a:gd name="connsiteY8" fmla="*/ 302341 h 30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183" h="302341">
                    <a:moveTo>
                      <a:pt x="3347" y="302341"/>
                    </a:moveTo>
                    <a:cubicBezTo>
                      <a:pt x="2477" y="302335"/>
                      <a:pt x="1673" y="302000"/>
                      <a:pt x="1004" y="301404"/>
                    </a:cubicBezTo>
                    <a:cubicBezTo>
                      <a:pt x="334" y="300768"/>
                      <a:pt x="0" y="299897"/>
                      <a:pt x="0" y="298993"/>
                    </a:cubicBezTo>
                    <a:cubicBezTo>
                      <a:pt x="0" y="298109"/>
                      <a:pt x="401" y="297265"/>
                      <a:pt x="1004" y="296649"/>
                    </a:cubicBezTo>
                    <a:lnTo>
                      <a:pt x="296477" y="964"/>
                    </a:lnTo>
                    <a:cubicBezTo>
                      <a:pt x="297816" y="-321"/>
                      <a:pt x="299891" y="-321"/>
                      <a:pt x="301230" y="964"/>
                    </a:cubicBezTo>
                    <a:cubicBezTo>
                      <a:pt x="302501" y="2304"/>
                      <a:pt x="302501" y="4380"/>
                      <a:pt x="301230" y="5719"/>
                    </a:cubicBezTo>
                    <a:lnTo>
                      <a:pt x="5690" y="301404"/>
                    </a:lnTo>
                    <a:cubicBezTo>
                      <a:pt x="5088" y="302013"/>
                      <a:pt x="4217" y="302348"/>
                      <a:pt x="3347" y="302341"/>
                    </a:cubicBezTo>
                    <a:close/>
                  </a:path>
                </a:pathLst>
              </a:custGeom>
              <a:solidFill>
                <a:srgbClr val="0B2750"/>
              </a:solidFill>
              <a:ln w="6694"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750AB2AB-D4BE-F9CF-11E6-5E5863CBB039}"/>
                  </a:ext>
                </a:extLst>
              </p:cNvPr>
              <p:cNvSpPr/>
              <p:nvPr/>
            </p:nvSpPr>
            <p:spPr>
              <a:xfrm>
                <a:off x="7503368" y="2033155"/>
                <a:ext cx="6693" cy="315910"/>
              </a:xfrm>
              <a:custGeom>
                <a:avLst/>
                <a:gdLst>
                  <a:gd name="connsiteX0" fmla="*/ 0 w 6693"/>
                  <a:gd name="connsiteY0" fmla="*/ 0 h 315910"/>
                  <a:gd name="connsiteX1" fmla="*/ 6694 w 6693"/>
                  <a:gd name="connsiteY1" fmla="*/ 0 h 315910"/>
                  <a:gd name="connsiteX2" fmla="*/ 6694 w 6693"/>
                  <a:gd name="connsiteY2" fmla="*/ 315910 h 315910"/>
                  <a:gd name="connsiteX3" fmla="*/ 0 w 6693"/>
                  <a:gd name="connsiteY3" fmla="*/ 315910 h 315910"/>
                </a:gdLst>
                <a:ahLst/>
                <a:cxnLst>
                  <a:cxn ang="0">
                    <a:pos x="connsiteX0" y="connsiteY0"/>
                  </a:cxn>
                  <a:cxn ang="0">
                    <a:pos x="connsiteX1" y="connsiteY1"/>
                  </a:cxn>
                  <a:cxn ang="0">
                    <a:pos x="connsiteX2" y="connsiteY2"/>
                  </a:cxn>
                  <a:cxn ang="0">
                    <a:pos x="connsiteX3" y="connsiteY3"/>
                  </a:cxn>
                </a:cxnLst>
                <a:rect l="l" t="t" r="r" b="b"/>
                <a:pathLst>
                  <a:path w="6693" h="315910">
                    <a:moveTo>
                      <a:pt x="0" y="0"/>
                    </a:moveTo>
                    <a:lnTo>
                      <a:pt x="6694" y="0"/>
                    </a:lnTo>
                    <a:lnTo>
                      <a:pt x="6694" y="315910"/>
                    </a:lnTo>
                    <a:lnTo>
                      <a:pt x="0" y="315910"/>
                    </a:lnTo>
                    <a:close/>
                  </a:path>
                </a:pathLst>
              </a:custGeom>
              <a:solidFill>
                <a:srgbClr val="0B2750"/>
              </a:solidFill>
              <a:ln w="6694"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DC397A22-BD6A-E4A4-5FB8-B6EA8EA86B27}"/>
                  </a:ext>
                </a:extLst>
              </p:cNvPr>
              <p:cNvSpPr/>
              <p:nvPr/>
            </p:nvSpPr>
            <p:spPr>
              <a:xfrm>
                <a:off x="7587177" y="2621577"/>
                <a:ext cx="31461" cy="478519"/>
              </a:xfrm>
              <a:custGeom>
                <a:avLst/>
                <a:gdLst>
                  <a:gd name="connsiteX0" fmla="*/ 31461 w 31461"/>
                  <a:gd name="connsiteY0" fmla="*/ 15739 h 478519"/>
                  <a:gd name="connsiteX1" fmla="*/ 31461 w 31461"/>
                  <a:gd name="connsiteY1" fmla="*/ 462781 h 478519"/>
                  <a:gd name="connsiteX2" fmla="*/ 15731 w 31461"/>
                  <a:gd name="connsiteY2" fmla="*/ 478520 h 478519"/>
                  <a:gd name="connsiteX3" fmla="*/ 0 w 31461"/>
                  <a:gd name="connsiteY3" fmla="*/ 462781 h 478519"/>
                  <a:gd name="connsiteX4" fmla="*/ 0 w 31461"/>
                  <a:gd name="connsiteY4" fmla="*/ 15739 h 478519"/>
                  <a:gd name="connsiteX5" fmla="*/ 15731 w 31461"/>
                  <a:gd name="connsiteY5" fmla="*/ 0 h 478519"/>
                  <a:gd name="connsiteX6" fmla="*/ 31461 w 31461"/>
                  <a:gd name="connsiteY6" fmla="*/ 15739 h 478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461" h="478519">
                    <a:moveTo>
                      <a:pt x="31461" y="15739"/>
                    </a:moveTo>
                    <a:lnTo>
                      <a:pt x="31461" y="462781"/>
                    </a:lnTo>
                    <a:cubicBezTo>
                      <a:pt x="31461" y="471474"/>
                      <a:pt x="24432" y="478520"/>
                      <a:pt x="15731" y="478520"/>
                    </a:cubicBezTo>
                    <a:cubicBezTo>
                      <a:pt x="7028" y="478520"/>
                      <a:pt x="0" y="471474"/>
                      <a:pt x="0" y="462781"/>
                    </a:cubicBezTo>
                    <a:lnTo>
                      <a:pt x="0" y="15739"/>
                    </a:lnTo>
                    <a:cubicBezTo>
                      <a:pt x="0" y="7046"/>
                      <a:pt x="7028" y="0"/>
                      <a:pt x="15731" y="0"/>
                    </a:cubicBezTo>
                    <a:cubicBezTo>
                      <a:pt x="24432" y="0"/>
                      <a:pt x="31461" y="7046"/>
                      <a:pt x="31461" y="15739"/>
                    </a:cubicBezTo>
                    <a:close/>
                  </a:path>
                </a:pathLst>
              </a:custGeom>
              <a:solidFill>
                <a:srgbClr val="0B2750"/>
              </a:solidFill>
              <a:ln w="6694"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87250161-B8B1-9BDC-8816-9AFCFFE07971}"/>
                  </a:ext>
                </a:extLst>
              </p:cNvPr>
              <p:cNvSpPr/>
              <p:nvPr/>
            </p:nvSpPr>
            <p:spPr>
              <a:xfrm>
                <a:off x="7583830" y="2618229"/>
                <a:ext cx="38155" cy="485216"/>
              </a:xfrm>
              <a:custGeom>
                <a:avLst/>
                <a:gdLst>
                  <a:gd name="connsiteX0" fmla="*/ 19078 w 38155"/>
                  <a:gd name="connsiteY0" fmla="*/ 485217 h 485216"/>
                  <a:gd name="connsiteX1" fmla="*/ 0 w 38155"/>
                  <a:gd name="connsiteY1" fmla="*/ 466130 h 485216"/>
                  <a:gd name="connsiteX2" fmla="*/ 0 w 38155"/>
                  <a:gd name="connsiteY2" fmla="*/ 19087 h 485216"/>
                  <a:gd name="connsiteX3" fmla="*/ 19078 w 38155"/>
                  <a:gd name="connsiteY3" fmla="*/ 0 h 485216"/>
                  <a:gd name="connsiteX4" fmla="*/ 38155 w 38155"/>
                  <a:gd name="connsiteY4" fmla="*/ 19087 h 485216"/>
                  <a:gd name="connsiteX5" fmla="*/ 38155 w 38155"/>
                  <a:gd name="connsiteY5" fmla="*/ 466130 h 485216"/>
                  <a:gd name="connsiteX6" fmla="*/ 19078 w 38155"/>
                  <a:gd name="connsiteY6" fmla="*/ 485217 h 485216"/>
                  <a:gd name="connsiteX7" fmla="*/ 19078 w 38155"/>
                  <a:gd name="connsiteY7" fmla="*/ 6697 h 485216"/>
                  <a:gd name="connsiteX8" fmla="*/ 6694 w 38155"/>
                  <a:gd name="connsiteY8" fmla="*/ 19087 h 485216"/>
                  <a:gd name="connsiteX9" fmla="*/ 6694 w 38155"/>
                  <a:gd name="connsiteY9" fmla="*/ 466130 h 485216"/>
                  <a:gd name="connsiteX10" fmla="*/ 19078 w 38155"/>
                  <a:gd name="connsiteY10" fmla="*/ 478520 h 485216"/>
                  <a:gd name="connsiteX11" fmla="*/ 31461 w 38155"/>
                  <a:gd name="connsiteY11" fmla="*/ 466130 h 485216"/>
                  <a:gd name="connsiteX12" fmla="*/ 31461 w 38155"/>
                  <a:gd name="connsiteY12" fmla="*/ 19087 h 485216"/>
                  <a:gd name="connsiteX13" fmla="*/ 19078 w 38155"/>
                  <a:gd name="connsiteY13" fmla="*/ 6697 h 48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55" h="485216">
                    <a:moveTo>
                      <a:pt x="19078" y="485217"/>
                    </a:moveTo>
                    <a:cubicBezTo>
                      <a:pt x="8568" y="485183"/>
                      <a:pt x="66" y="476658"/>
                      <a:pt x="0" y="466130"/>
                    </a:cubicBezTo>
                    <a:lnTo>
                      <a:pt x="0" y="19087"/>
                    </a:lnTo>
                    <a:cubicBezTo>
                      <a:pt x="0" y="8546"/>
                      <a:pt x="8568" y="0"/>
                      <a:pt x="19078" y="0"/>
                    </a:cubicBezTo>
                    <a:cubicBezTo>
                      <a:pt x="29587" y="0"/>
                      <a:pt x="38155" y="8546"/>
                      <a:pt x="38155" y="19087"/>
                    </a:cubicBezTo>
                    <a:lnTo>
                      <a:pt x="38155" y="466130"/>
                    </a:lnTo>
                    <a:cubicBezTo>
                      <a:pt x="38155" y="476671"/>
                      <a:pt x="29587" y="485217"/>
                      <a:pt x="19078" y="485217"/>
                    </a:cubicBezTo>
                    <a:close/>
                    <a:moveTo>
                      <a:pt x="19078" y="6697"/>
                    </a:moveTo>
                    <a:cubicBezTo>
                      <a:pt x="12250" y="6697"/>
                      <a:pt x="6694" y="12243"/>
                      <a:pt x="6694" y="19087"/>
                    </a:cubicBezTo>
                    <a:lnTo>
                      <a:pt x="6694" y="466130"/>
                    </a:lnTo>
                    <a:cubicBezTo>
                      <a:pt x="6694" y="472974"/>
                      <a:pt x="12250" y="478520"/>
                      <a:pt x="19078" y="478520"/>
                    </a:cubicBezTo>
                    <a:cubicBezTo>
                      <a:pt x="25906" y="478520"/>
                      <a:pt x="31461" y="472974"/>
                      <a:pt x="31461" y="466130"/>
                    </a:cubicBezTo>
                    <a:lnTo>
                      <a:pt x="31461" y="19087"/>
                    </a:lnTo>
                    <a:cubicBezTo>
                      <a:pt x="31461" y="12243"/>
                      <a:pt x="25906" y="6697"/>
                      <a:pt x="19078" y="6697"/>
                    </a:cubicBezTo>
                    <a:close/>
                  </a:path>
                </a:pathLst>
              </a:custGeom>
              <a:solidFill>
                <a:srgbClr val="0B2750"/>
              </a:solidFill>
              <a:ln w="6694"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8EB67349-84C5-BBB9-0B41-54557368B48B}"/>
                  </a:ext>
                </a:extLst>
              </p:cNvPr>
              <p:cNvSpPr/>
              <p:nvPr/>
            </p:nvSpPr>
            <p:spPr>
              <a:xfrm>
                <a:off x="7394591" y="2621510"/>
                <a:ext cx="31595" cy="478653"/>
              </a:xfrm>
              <a:custGeom>
                <a:avLst/>
                <a:gdLst>
                  <a:gd name="connsiteX0" fmla="*/ 31595 w 31595"/>
                  <a:gd name="connsiteY0" fmla="*/ 15806 h 478653"/>
                  <a:gd name="connsiteX1" fmla="*/ 31595 w 31595"/>
                  <a:gd name="connsiteY1" fmla="*/ 462848 h 478653"/>
                  <a:gd name="connsiteX2" fmla="*/ 15798 w 31595"/>
                  <a:gd name="connsiteY2" fmla="*/ 478654 h 478653"/>
                  <a:gd name="connsiteX3" fmla="*/ 0 w 31595"/>
                  <a:gd name="connsiteY3" fmla="*/ 462848 h 478653"/>
                  <a:gd name="connsiteX4" fmla="*/ 0 w 31595"/>
                  <a:gd name="connsiteY4" fmla="*/ 15806 h 478653"/>
                  <a:gd name="connsiteX5" fmla="*/ 15798 w 31595"/>
                  <a:gd name="connsiteY5" fmla="*/ 0 h 478653"/>
                  <a:gd name="connsiteX6" fmla="*/ 31595 w 31595"/>
                  <a:gd name="connsiteY6" fmla="*/ 15806 h 478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95" h="478653">
                    <a:moveTo>
                      <a:pt x="31595" y="15806"/>
                    </a:moveTo>
                    <a:lnTo>
                      <a:pt x="31595" y="462848"/>
                    </a:lnTo>
                    <a:cubicBezTo>
                      <a:pt x="31595" y="471575"/>
                      <a:pt x="24499" y="478654"/>
                      <a:pt x="15798" y="478654"/>
                    </a:cubicBezTo>
                    <a:cubicBezTo>
                      <a:pt x="7095" y="478654"/>
                      <a:pt x="0" y="471575"/>
                      <a:pt x="0" y="462848"/>
                    </a:cubicBezTo>
                    <a:lnTo>
                      <a:pt x="0" y="15806"/>
                    </a:lnTo>
                    <a:cubicBezTo>
                      <a:pt x="0" y="7079"/>
                      <a:pt x="7095" y="0"/>
                      <a:pt x="15798" y="0"/>
                    </a:cubicBezTo>
                    <a:cubicBezTo>
                      <a:pt x="24499" y="0"/>
                      <a:pt x="31595" y="7079"/>
                      <a:pt x="31595" y="15806"/>
                    </a:cubicBezTo>
                    <a:close/>
                  </a:path>
                </a:pathLst>
              </a:custGeom>
              <a:solidFill>
                <a:srgbClr val="74BF4B"/>
              </a:solidFill>
              <a:ln w="6694"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885713E8-6DCB-E60B-D07E-198F3BDC7F38}"/>
                  </a:ext>
                </a:extLst>
              </p:cNvPr>
              <p:cNvSpPr/>
              <p:nvPr/>
            </p:nvSpPr>
            <p:spPr>
              <a:xfrm>
                <a:off x="7391043" y="2618162"/>
                <a:ext cx="38289" cy="485284"/>
              </a:xfrm>
              <a:custGeom>
                <a:avLst/>
                <a:gdLst>
                  <a:gd name="connsiteX0" fmla="*/ 19212 w 38289"/>
                  <a:gd name="connsiteY0" fmla="*/ 485284 h 485284"/>
                  <a:gd name="connsiteX1" fmla="*/ 0 w 38289"/>
                  <a:gd name="connsiteY1" fmla="*/ 466197 h 485284"/>
                  <a:gd name="connsiteX2" fmla="*/ 0 w 38289"/>
                  <a:gd name="connsiteY2" fmla="*/ 19154 h 485284"/>
                  <a:gd name="connsiteX3" fmla="*/ 19145 w 38289"/>
                  <a:gd name="connsiteY3" fmla="*/ 0 h 485284"/>
                  <a:gd name="connsiteX4" fmla="*/ 38289 w 38289"/>
                  <a:gd name="connsiteY4" fmla="*/ 19154 h 485284"/>
                  <a:gd name="connsiteX5" fmla="*/ 38289 w 38289"/>
                  <a:gd name="connsiteY5" fmla="*/ 466197 h 485284"/>
                  <a:gd name="connsiteX6" fmla="*/ 19212 w 38289"/>
                  <a:gd name="connsiteY6" fmla="*/ 485284 h 485284"/>
                  <a:gd name="connsiteX7" fmla="*/ 19212 w 38289"/>
                  <a:gd name="connsiteY7" fmla="*/ 6764 h 485284"/>
                  <a:gd name="connsiteX8" fmla="*/ 6694 w 38289"/>
                  <a:gd name="connsiteY8" fmla="*/ 19154 h 485284"/>
                  <a:gd name="connsiteX9" fmla="*/ 6694 w 38289"/>
                  <a:gd name="connsiteY9" fmla="*/ 19154 h 485284"/>
                  <a:gd name="connsiteX10" fmla="*/ 6694 w 38289"/>
                  <a:gd name="connsiteY10" fmla="*/ 466197 h 485284"/>
                  <a:gd name="connsiteX11" fmla="*/ 19145 w 38289"/>
                  <a:gd name="connsiteY11" fmla="*/ 478654 h 485284"/>
                  <a:gd name="connsiteX12" fmla="*/ 31595 w 38289"/>
                  <a:gd name="connsiteY12" fmla="*/ 466197 h 485284"/>
                  <a:gd name="connsiteX13" fmla="*/ 31595 w 38289"/>
                  <a:gd name="connsiteY13" fmla="*/ 19154 h 485284"/>
                  <a:gd name="connsiteX14" fmla="*/ 19212 w 38289"/>
                  <a:gd name="connsiteY14" fmla="*/ 6764 h 48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289" h="485284">
                    <a:moveTo>
                      <a:pt x="19212" y="485284"/>
                    </a:moveTo>
                    <a:cubicBezTo>
                      <a:pt x="8636" y="485284"/>
                      <a:pt x="67" y="476758"/>
                      <a:pt x="0" y="466197"/>
                    </a:cubicBezTo>
                    <a:lnTo>
                      <a:pt x="0" y="19154"/>
                    </a:lnTo>
                    <a:cubicBezTo>
                      <a:pt x="0" y="8572"/>
                      <a:pt x="8569" y="0"/>
                      <a:pt x="19145" y="0"/>
                    </a:cubicBezTo>
                    <a:cubicBezTo>
                      <a:pt x="29721" y="0"/>
                      <a:pt x="38289" y="8572"/>
                      <a:pt x="38289" y="19154"/>
                    </a:cubicBezTo>
                    <a:lnTo>
                      <a:pt x="38289" y="466197"/>
                    </a:lnTo>
                    <a:cubicBezTo>
                      <a:pt x="38289" y="476738"/>
                      <a:pt x="29721" y="485284"/>
                      <a:pt x="19212" y="485284"/>
                    </a:cubicBezTo>
                    <a:close/>
                    <a:moveTo>
                      <a:pt x="19212" y="6764"/>
                    </a:moveTo>
                    <a:cubicBezTo>
                      <a:pt x="12317" y="6724"/>
                      <a:pt x="6761" y="12276"/>
                      <a:pt x="6694" y="19154"/>
                    </a:cubicBezTo>
                    <a:cubicBezTo>
                      <a:pt x="6694" y="19154"/>
                      <a:pt x="6694" y="19154"/>
                      <a:pt x="6694" y="19154"/>
                    </a:cubicBezTo>
                    <a:lnTo>
                      <a:pt x="6694" y="466197"/>
                    </a:lnTo>
                    <a:cubicBezTo>
                      <a:pt x="6694" y="473075"/>
                      <a:pt x="12250" y="478654"/>
                      <a:pt x="19145" y="478654"/>
                    </a:cubicBezTo>
                    <a:cubicBezTo>
                      <a:pt x="26040" y="478654"/>
                      <a:pt x="31595" y="473075"/>
                      <a:pt x="31595" y="466197"/>
                    </a:cubicBezTo>
                    <a:lnTo>
                      <a:pt x="31595" y="19154"/>
                    </a:lnTo>
                    <a:cubicBezTo>
                      <a:pt x="31595" y="12310"/>
                      <a:pt x="26040" y="6764"/>
                      <a:pt x="19212" y="6764"/>
                    </a:cubicBezTo>
                    <a:close/>
                  </a:path>
                </a:pathLst>
              </a:custGeom>
              <a:solidFill>
                <a:srgbClr val="0B2750"/>
              </a:solidFill>
              <a:ln w="6694"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9DC6124F-0C38-0B5F-B360-6000AD145DE9}"/>
                  </a:ext>
                </a:extLst>
              </p:cNvPr>
              <p:cNvSpPr/>
              <p:nvPr/>
            </p:nvSpPr>
            <p:spPr>
              <a:xfrm>
                <a:off x="7078299" y="2473434"/>
                <a:ext cx="324129" cy="92087"/>
              </a:xfrm>
              <a:custGeom>
                <a:avLst/>
                <a:gdLst>
                  <a:gd name="connsiteX0" fmla="*/ 324123 w 324129"/>
                  <a:gd name="connsiteY0" fmla="*/ 46010 h 92087"/>
                  <a:gd name="connsiteX1" fmla="*/ 278135 w 324129"/>
                  <a:gd name="connsiteY1" fmla="*/ 92087 h 92087"/>
                  <a:gd name="connsiteX2" fmla="*/ 45988 w 324129"/>
                  <a:gd name="connsiteY2" fmla="*/ 92087 h 92087"/>
                  <a:gd name="connsiteX3" fmla="*/ 0 w 324129"/>
                  <a:gd name="connsiteY3" fmla="*/ 46010 h 92087"/>
                  <a:gd name="connsiteX4" fmla="*/ 45988 w 324129"/>
                  <a:gd name="connsiteY4" fmla="*/ 0 h 92087"/>
                  <a:gd name="connsiteX5" fmla="*/ 278403 w 324129"/>
                  <a:gd name="connsiteY5" fmla="*/ 0 h 92087"/>
                  <a:gd name="connsiteX6" fmla="*/ 322717 w 324129"/>
                  <a:gd name="connsiteY6" fmla="*/ 33486 h 92087"/>
                  <a:gd name="connsiteX7" fmla="*/ 324123 w 324129"/>
                  <a:gd name="connsiteY7" fmla="*/ 46010 h 92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4129" h="92087">
                    <a:moveTo>
                      <a:pt x="324123" y="46010"/>
                    </a:moveTo>
                    <a:cubicBezTo>
                      <a:pt x="324123" y="71433"/>
                      <a:pt x="303573" y="92047"/>
                      <a:pt x="278135" y="92087"/>
                    </a:cubicBezTo>
                    <a:lnTo>
                      <a:pt x="45988" y="92087"/>
                    </a:lnTo>
                    <a:cubicBezTo>
                      <a:pt x="20617" y="91980"/>
                      <a:pt x="67" y="71399"/>
                      <a:pt x="0" y="46010"/>
                    </a:cubicBezTo>
                    <a:cubicBezTo>
                      <a:pt x="134" y="20648"/>
                      <a:pt x="20617" y="107"/>
                      <a:pt x="45988" y="0"/>
                    </a:cubicBezTo>
                    <a:lnTo>
                      <a:pt x="278403" y="0"/>
                    </a:lnTo>
                    <a:cubicBezTo>
                      <a:pt x="298953" y="40"/>
                      <a:pt x="317028" y="13696"/>
                      <a:pt x="322717" y="33486"/>
                    </a:cubicBezTo>
                    <a:cubicBezTo>
                      <a:pt x="323722" y="37585"/>
                      <a:pt x="324190" y="41791"/>
                      <a:pt x="324123" y="46010"/>
                    </a:cubicBezTo>
                    <a:close/>
                  </a:path>
                </a:pathLst>
              </a:custGeom>
              <a:solidFill>
                <a:srgbClr val="FFFFFF"/>
              </a:solidFill>
              <a:ln w="6694"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5E4BCC38-1E7F-AE84-6A07-77D931CD3AF2}"/>
                  </a:ext>
                </a:extLst>
              </p:cNvPr>
              <p:cNvSpPr/>
              <p:nvPr/>
            </p:nvSpPr>
            <p:spPr>
              <a:xfrm>
                <a:off x="7076993" y="2470085"/>
                <a:ext cx="329044" cy="98785"/>
              </a:xfrm>
              <a:custGeom>
                <a:avLst/>
                <a:gdLst>
                  <a:gd name="connsiteX0" fmla="*/ 279710 w 329044"/>
                  <a:gd name="connsiteY0" fmla="*/ 98785 h 98785"/>
                  <a:gd name="connsiteX1" fmla="*/ 47561 w 329044"/>
                  <a:gd name="connsiteY1" fmla="*/ 98785 h 98785"/>
                  <a:gd name="connsiteX2" fmla="*/ 34 w 329044"/>
                  <a:gd name="connsiteY2" fmla="*/ 47571 h 98785"/>
                  <a:gd name="connsiteX3" fmla="*/ 47561 w 329044"/>
                  <a:gd name="connsiteY3" fmla="*/ 0 h 98785"/>
                  <a:gd name="connsiteX4" fmla="*/ 279710 w 329044"/>
                  <a:gd name="connsiteY4" fmla="*/ 0 h 98785"/>
                  <a:gd name="connsiteX5" fmla="*/ 327237 w 329044"/>
                  <a:gd name="connsiteY5" fmla="*/ 36098 h 98785"/>
                  <a:gd name="connsiteX6" fmla="*/ 329044 w 329044"/>
                  <a:gd name="connsiteY6" fmla="*/ 49493 h 98785"/>
                  <a:gd name="connsiteX7" fmla="*/ 314719 w 329044"/>
                  <a:gd name="connsiteY7" fmla="*/ 84319 h 98785"/>
                  <a:gd name="connsiteX8" fmla="*/ 279710 w 329044"/>
                  <a:gd name="connsiteY8" fmla="*/ 98785 h 98785"/>
                  <a:gd name="connsiteX9" fmla="*/ 47561 w 329044"/>
                  <a:gd name="connsiteY9" fmla="*/ 6697 h 98785"/>
                  <a:gd name="connsiteX10" fmla="*/ 4921 w 329044"/>
                  <a:gd name="connsiteY10" fmla="*/ 49359 h 98785"/>
                  <a:gd name="connsiteX11" fmla="*/ 47561 w 329044"/>
                  <a:gd name="connsiteY11" fmla="*/ 92087 h 98785"/>
                  <a:gd name="connsiteX12" fmla="*/ 279710 w 329044"/>
                  <a:gd name="connsiteY12" fmla="*/ 92087 h 98785"/>
                  <a:gd name="connsiteX13" fmla="*/ 322350 w 329044"/>
                  <a:gd name="connsiteY13" fmla="*/ 49426 h 98785"/>
                  <a:gd name="connsiteX14" fmla="*/ 322350 w 329044"/>
                  <a:gd name="connsiteY14" fmla="*/ 49359 h 98785"/>
                  <a:gd name="connsiteX15" fmla="*/ 320811 w 329044"/>
                  <a:gd name="connsiteY15" fmla="*/ 37772 h 98785"/>
                  <a:gd name="connsiteX16" fmla="*/ 279710 w 329044"/>
                  <a:gd name="connsiteY16" fmla="*/ 6697 h 9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9044" h="98785">
                    <a:moveTo>
                      <a:pt x="279710" y="98785"/>
                    </a:moveTo>
                    <a:lnTo>
                      <a:pt x="47561" y="98785"/>
                    </a:lnTo>
                    <a:cubicBezTo>
                      <a:pt x="20317" y="97780"/>
                      <a:pt x="-970" y="74849"/>
                      <a:pt x="34" y="47571"/>
                    </a:cubicBezTo>
                    <a:cubicBezTo>
                      <a:pt x="971" y="21706"/>
                      <a:pt x="21723" y="951"/>
                      <a:pt x="47561" y="0"/>
                    </a:cubicBezTo>
                    <a:lnTo>
                      <a:pt x="279710" y="0"/>
                    </a:lnTo>
                    <a:cubicBezTo>
                      <a:pt x="301867" y="20"/>
                      <a:pt x="321279" y="14774"/>
                      <a:pt x="327237" y="36098"/>
                    </a:cubicBezTo>
                    <a:cubicBezTo>
                      <a:pt x="328442" y="40465"/>
                      <a:pt x="329044" y="44965"/>
                      <a:pt x="329044" y="49493"/>
                    </a:cubicBezTo>
                    <a:cubicBezTo>
                      <a:pt x="329044" y="62532"/>
                      <a:pt x="323890" y="75043"/>
                      <a:pt x="314719" y="84319"/>
                    </a:cubicBezTo>
                    <a:cubicBezTo>
                      <a:pt x="305481" y="93641"/>
                      <a:pt x="292830" y="98852"/>
                      <a:pt x="279710" y="98785"/>
                    </a:cubicBezTo>
                    <a:close/>
                    <a:moveTo>
                      <a:pt x="47561" y="6697"/>
                    </a:moveTo>
                    <a:cubicBezTo>
                      <a:pt x="24066" y="6878"/>
                      <a:pt x="5122" y="25872"/>
                      <a:pt x="4921" y="49359"/>
                    </a:cubicBezTo>
                    <a:cubicBezTo>
                      <a:pt x="4921" y="72933"/>
                      <a:pt x="23999" y="92047"/>
                      <a:pt x="47561" y="92087"/>
                    </a:cubicBezTo>
                    <a:lnTo>
                      <a:pt x="279710" y="92087"/>
                    </a:lnTo>
                    <a:cubicBezTo>
                      <a:pt x="303273" y="92087"/>
                      <a:pt x="322350" y="72987"/>
                      <a:pt x="322350" y="49426"/>
                    </a:cubicBezTo>
                    <a:cubicBezTo>
                      <a:pt x="322350" y="49406"/>
                      <a:pt x="322350" y="49379"/>
                      <a:pt x="322350" y="49359"/>
                    </a:cubicBezTo>
                    <a:cubicBezTo>
                      <a:pt x="322350" y="45448"/>
                      <a:pt x="321815" y="41556"/>
                      <a:pt x="320811" y="37772"/>
                    </a:cubicBezTo>
                    <a:cubicBezTo>
                      <a:pt x="315589" y="19395"/>
                      <a:pt x="298787" y="6717"/>
                      <a:pt x="279710" y="6697"/>
                    </a:cubicBezTo>
                    <a:close/>
                  </a:path>
                </a:pathLst>
              </a:custGeom>
              <a:solidFill>
                <a:srgbClr val="0B2750"/>
              </a:solidFill>
              <a:ln w="6694" cap="flat">
                <a:noFill/>
                <a:prstDash val="solid"/>
                <a:miter/>
              </a:ln>
            </p:spPr>
            <p:txBody>
              <a:bodyPr rtlCol="0" anchor="ctr"/>
              <a:lstStyle/>
              <a:p>
                <a:endParaRPr lang="en-US"/>
              </a:p>
            </p:txBody>
          </p:sp>
        </p:grpSp>
      </p:grpSp>
      <p:grpSp>
        <p:nvGrpSpPr>
          <p:cNvPr id="125" name="Group 124">
            <a:extLst>
              <a:ext uri="{FF2B5EF4-FFF2-40B4-BE49-F238E27FC236}">
                <a16:creationId xmlns:a16="http://schemas.microsoft.com/office/drawing/2014/main" id="{84EDEF61-1FD3-CBC7-D24B-BBD9A8CE7C91}"/>
              </a:ext>
            </a:extLst>
          </p:cNvPr>
          <p:cNvGrpSpPr/>
          <p:nvPr/>
        </p:nvGrpSpPr>
        <p:grpSpPr>
          <a:xfrm flipH="1">
            <a:off x="9335562" y="3504613"/>
            <a:ext cx="746142" cy="1673925"/>
            <a:chOff x="8127418" y="3229014"/>
            <a:chExt cx="720586" cy="1616591"/>
          </a:xfrm>
        </p:grpSpPr>
        <p:sp>
          <p:nvSpPr>
            <p:cNvPr id="126" name="Freeform 125">
              <a:extLst>
                <a:ext uri="{FF2B5EF4-FFF2-40B4-BE49-F238E27FC236}">
                  <a16:creationId xmlns:a16="http://schemas.microsoft.com/office/drawing/2014/main" id="{9FD5987E-3B34-B1BE-8CAF-329FD40FCD8B}"/>
                </a:ext>
              </a:extLst>
            </p:cNvPr>
            <p:cNvSpPr/>
            <p:nvPr/>
          </p:nvSpPr>
          <p:spPr>
            <a:xfrm>
              <a:off x="8454945" y="3369729"/>
              <a:ext cx="79967" cy="91350"/>
            </a:xfrm>
            <a:custGeom>
              <a:avLst/>
              <a:gdLst>
                <a:gd name="connsiteX0" fmla="*/ 978 w 79967"/>
                <a:gd name="connsiteY0" fmla="*/ 76550 h 91350"/>
                <a:gd name="connsiteX1" fmla="*/ 24876 w 79967"/>
                <a:gd name="connsiteY1" fmla="*/ 0 h 91350"/>
                <a:gd name="connsiteX2" fmla="*/ 50246 w 79967"/>
                <a:gd name="connsiteY2" fmla="*/ 5224 h 91350"/>
                <a:gd name="connsiteX3" fmla="*/ 79968 w 79967"/>
                <a:gd name="connsiteY3" fmla="*/ 43465 h 91350"/>
                <a:gd name="connsiteX4" fmla="*/ 64371 w 79967"/>
                <a:gd name="connsiteY4" fmla="*/ 91351 h 9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67" h="91350">
                  <a:moveTo>
                    <a:pt x="978" y="76550"/>
                  </a:moveTo>
                  <a:cubicBezTo>
                    <a:pt x="-3105" y="48729"/>
                    <a:pt x="5732" y="20561"/>
                    <a:pt x="24876" y="0"/>
                  </a:cubicBezTo>
                  <a:lnTo>
                    <a:pt x="50246" y="5224"/>
                  </a:lnTo>
                  <a:lnTo>
                    <a:pt x="79968" y="43465"/>
                  </a:lnTo>
                  <a:lnTo>
                    <a:pt x="64371" y="91351"/>
                  </a:lnTo>
                  <a:close/>
                </a:path>
              </a:pathLst>
            </a:custGeom>
            <a:solidFill>
              <a:srgbClr val="0D274D"/>
            </a:solidFill>
            <a:ln w="6694"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1A06647A-2D14-3E82-6659-009D1535F099}"/>
                </a:ext>
              </a:extLst>
            </p:cNvPr>
            <p:cNvSpPr/>
            <p:nvPr/>
          </p:nvSpPr>
          <p:spPr>
            <a:xfrm>
              <a:off x="8451636" y="3366423"/>
              <a:ext cx="86648" cy="98005"/>
            </a:xfrm>
            <a:custGeom>
              <a:avLst/>
              <a:gdLst>
                <a:gd name="connsiteX0" fmla="*/ 67680 w 86648"/>
                <a:gd name="connsiteY0" fmla="*/ 98005 h 98005"/>
                <a:gd name="connsiteX1" fmla="*/ 66943 w 86648"/>
                <a:gd name="connsiteY1" fmla="*/ 98005 h 98005"/>
                <a:gd name="connsiteX2" fmla="*/ 3551 w 86648"/>
                <a:gd name="connsiteY2" fmla="*/ 83204 h 98005"/>
                <a:gd name="connsiteX3" fmla="*/ 1007 w 86648"/>
                <a:gd name="connsiteY3" fmla="*/ 80525 h 98005"/>
                <a:gd name="connsiteX4" fmla="*/ 25842 w 86648"/>
                <a:gd name="connsiteY4" fmla="*/ 961 h 98005"/>
                <a:gd name="connsiteX5" fmla="*/ 28854 w 86648"/>
                <a:gd name="connsiteY5" fmla="*/ 91 h 98005"/>
                <a:gd name="connsiteX6" fmla="*/ 54225 w 86648"/>
                <a:gd name="connsiteY6" fmla="*/ 5315 h 98005"/>
                <a:gd name="connsiteX7" fmla="*/ 56166 w 86648"/>
                <a:gd name="connsiteY7" fmla="*/ 6520 h 98005"/>
                <a:gd name="connsiteX8" fmla="*/ 85954 w 86648"/>
                <a:gd name="connsiteY8" fmla="*/ 44829 h 98005"/>
                <a:gd name="connsiteX9" fmla="*/ 86490 w 86648"/>
                <a:gd name="connsiteY9" fmla="*/ 47909 h 98005"/>
                <a:gd name="connsiteX10" fmla="*/ 70893 w 86648"/>
                <a:gd name="connsiteY10" fmla="*/ 95795 h 98005"/>
                <a:gd name="connsiteX11" fmla="*/ 67680 w 86648"/>
                <a:gd name="connsiteY11" fmla="*/ 98005 h 98005"/>
                <a:gd name="connsiteX12" fmla="*/ 7434 w 86648"/>
                <a:gd name="connsiteY12" fmla="*/ 77109 h 98005"/>
                <a:gd name="connsiteX13" fmla="*/ 65671 w 86648"/>
                <a:gd name="connsiteY13" fmla="*/ 90504 h 98005"/>
                <a:gd name="connsiteX14" fmla="*/ 79796 w 86648"/>
                <a:gd name="connsiteY14" fmla="*/ 47239 h 98005"/>
                <a:gd name="connsiteX15" fmla="*/ 51881 w 86648"/>
                <a:gd name="connsiteY15" fmla="*/ 11342 h 98005"/>
                <a:gd name="connsiteX16" fmla="*/ 29524 w 86648"/>
                <a:gd name="connsiteY16" fmla="*/ 6721 h 98005"/>
                <a:gd name="connsiteX17" fmla="*/ 7233 w 86648"/>
                <a:gd name="connsiteY17" fmla="*/ 77109 h 9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648" h="98005">
                  <a:moveTo>
                    <a:pt x="67680" y="98005"/>
                  </a:moveTo>
                  <a:lnTo>
                    <a:pt x="66943" y="98005"/>
                  </a:lnTo>
                  <a:lnTo>
                    <a:pt x="3551" y="83204"/>
                  </a:lnTo>
                  <a:cubicBezTo>
                    <a:pt x="2279" y="82869"/>
                    <a:pt x="1275" y="81831"/>
                    <a:pt x="1007" y="80525"/>
                  </a:cubicBezTo>
                  <a:cubicBezTo>
                    <a:pt x="-3210" y="51606"/>
                    <a:pt x="5961" y="22346"/>
                    <a:pt x="25842" y="961"/>
                  </a:cubicBezTo>
                  <a:cubicBezTo>
                    <a:pt x="26646" y="158"/>
                    <a:pt x="27783" y="-177"/>
                    <a:pt x="28854" y="91"/>
                  </a:cubicBezTo>
                  <a:lnTo>
                    <a:pt x="54225" y="5315"/>
                  </a:lnTo>
                  <a:cubicBezTo>
                    <a:pt x="55028" y="5462"/>
                    <a:pt x="55697" y="5891"/>
                    <a:pt x="56166" y="6520"/>
                  </a:cubicBezTo>
                  <a:lnTo>
                    <a:pt x="85954" y="44829"/>
                  </a:lnTo>
                  <a:cubicBezTo>
                    <a:pt x="86624" y="45706"/>
                    <a:pt x="86825" y="46858"/>
                    <a:pt x="86490" y="47909"/>
                  </a:cubicBezTo>
                  <a:lnTo>
                    <a:pt x="70893" y="95795"/>
                  </a:lnTo>
                  <a:cubicBezTo>
                    <a:pt x="70424" y="97141"/>
                    <a:pt x="69085" y="98032"/>
                    <a:pt x="67680" y="98005"/>
                  </a:cubicBezTo>
                  <a:close/>
                  <a:moveTo>
                    <a:pt x="7434" y="77109"/>
                  </a:moveTo>
                  <a:lnTo>
                    <a:pt x="65671" y="90504"/>
                  </a:lnTo>
                  <a:lnTo>
                    <a:pt x="79796" y="47239"/>
                  </a:lnTo>
                  <a:lnTo>
                    <a:pt x="51881" y="11342"/>
                  </a:lnTo>
                  <a:lnTo>
                    <a:pt x="29524" y="6721"/>
                  </a:lnTo>
                  <a:cubicBezTo>
                    <a:pt x="12320" y="25889"/>
                    <a:pt x="4220" y="51533"/>
                    <a:pt x="7233" y="77109"/>
                  </a:cubicBezTo>
                  <a:close/>
                </a:path>
              </a:pathLst>
            </a:custGeom>
            <a:solidFill>
              <a:srgbClr val="0D274D"/>
            </a:solidFill>
            <a:ln w="6694"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AE7CD499-74F4-8611-FE58-AC1842FEAF97}"/>
                </a:ext>
              </a:extLst>
            </p:cNvPr>
            <p:cNvSpPr/>
            <p:nvPr/>
          </p:nvSpPr>
          <p:spPr>
            <a:xfrm>
              <a:off x="8496321" y="3232325"/>
              <a:ext cx="51912" cy="67417"/>
            </a:xfrm>
            <a:custGeom>
              <a:avLst/>
              <a:gdLst>
                <a:gd name="connsiteX0" fmla="*/ 38524 w 51912"/>
                <a:gd name="connsiteY0" fmla="*/ 43 h 67417"/>
                <a:gd name="connsiteX1" fmla="*/ 1640 w 51912"/>
                <a:gd name="connsiteY1" fmla="*/ 24555 h 67417"/>
                <a:gd name="connsiteX2" fmla="*/ 1640 w 51912"/>
                <a:gd name="connsiteY2" fmla="*/ 24555 h 67417"/>
                <a:gd name="connsiteX3" fmla="*/ 7799 w 51912"/>
                <a:gd name="connsiteY3" fmla="*/ 57104 h 67417"/>
                <a:gd name="connsiteX4" fmla="*/ 16100 w 51912"/>
                <a:gd name="connsiteY4" fmla="*/ 67418 h 67417"/>
                <a:gd name="connsiteX5" fmla="*/ 51912 w 51912"/>
                <a:gd name="connsiteY5" fmla="*/ 11094 h 67417"/>
                <a:gd name="connsiteX6" fmla="*/ 36717 w 51912"/>
                <a:gd name="connsiteY6" fmla="*/ 110 h 6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12" h="67417">
                  <a:moveTo>
                    <a:pt x="38524" y="43"/>
                  </a:moveTo>
                  <a:cubicBezTo>
                    <a:pt x="22191" y="-740"/>
                    <a:pt x="7263" y="9192"/>
                    <a:pt x="1640" y="24555"/>
                  </a:cubicBezTo>
                  <a:lnTo>
                    <a:pt x="1640" y="24555"/>
                  </a:lnTo>
                  <a:cubicBezTo>
                    <a:pt x="-1908" y="35746"/>
                    <a:pt x="369" y="47989"/>
                    <a:pt x="7799" y="57104"/>
                  </a:cubicBezTo>
                  <a:lnTo>
                    <a:pt x="16100" y="67418"/>
                  </a:lnTo>
                  <a:lnTo>
                    <a:pt x="51912" y="11094"/>
                  </a:lnTo>
                  <a:lnTo>
                    <a:pt x="36717" y="110"/>
                  </a:lnTo>
                </a:path>
              </a:pathLst>
            </a:custGeom>
            <a:solidFill>
              <a:srgbClr val="0D274D"/>
            </a:solidFill>
            <a:ln w="6694"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29366744-699C-2524-2CFA-DF6C4A2BD643}"/>
                </a:ext>
              </a:extLst>
            </p:cNvPr>
            <p:cNvSpPr/>
            <p:nvPr/>
          </p:nvSpPr>
          <p:spPr>
            <a:xfrm>
              <a:off x="8492950" y="3229041"/>
              <a:ext cx="58583" cy="74116"/>
            </a:xfrm>
            <a:custGeom>
              <a:avLst/>
              <a:gdLst>
                <a:gd name="connsiteX0" fmla="*/ 19404 w 58583"/>
                <a:gd name="connsiteY0" fmla="*/ 74050 h 74116"/>
                <a:gd name="connsiteX1" fmla="*/ 16794 w 58583"/>
                <a:gd name="connsiteY1" fmla="*/ 72778 h 74116"/>
                <a:gd name="connsiteX2" fmla="*/ 8493 w 58583"/>
                <a:gd name="connsiteY2" fmla="*/ 62531 h 74116"/>
                <a:gd name="connsiteX3" fmla="*/ 1799 w 58583"/>
                <a:gd name="connsiteY3" fmla="*/ 26834 h 74116"/>
                <a:gd name="connsiteX4" fmla="*/ 41963 w 58583"/>
                <a:gd name="connsiteY4" fmla="*/ 45 h 74116"/>
                <a:gd name="connsiteX5" fmla="*/ 45176 w 58583"/>
                <a:gd name="connsiteY5" fmla="*/ 3059 h 74116"/>
                <a:gd name="connsiteX6" fmla="*/ 57159 w 58583"/>
                <a:gd name="connsiteY6" fmla="*/ 11699 h 74116"/>
                <a:gd name="connsiteX7" fmla="*/ 58029 w 58583"/>
                <a:gd name="connsiteY7" fmla="*/ 16253 h 74116"/>
                <a:gd name="connsiteX8" fmla="*/ 22216 w 58583"/>
                <a:gd name="connsiteY8" fmla="*/ 72577 h 74116"/>
                <a:gd name="connsiteX9" fmla="*/ 19538 w 58583"/>
                <a:gd name="connsiteY9" fmla="*/ 74117 h 74116"/>
                <a:gd name="connsiteX10" fmla="*/ 38817 w 58583"/>
                <a:gd name="connsiteY10" fmla="*/ 6676 h 74116"/>
                <a:gd name="connsiteX11" fmla="*/ 8091 w 58583"/>
                <a:gd name="connsiteY11" fmla="*/ 28844 h 74116"/>
                <a:gd name="connsiteX12" fmla="*/ 13715 w 58583"/>
                <a:gd name="connsiteY12" fmla="*/ 58311 h 74116"/>
                <a:gd name="connsiteX13" fmla="*/ 19069 w 58583"/>
                <a:gd name="connsiteY13" fmla="*/ 65009 h 74116"/>
                <a:gd name="connsiteX14" fmla="*/ 50666 w 58583"/>
                <a:gd name="connsiteY14" fmla="*/ 15315 h 7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583" h="74116">
                  <a:moveTo>
                    <a:pt x="19404" y="74050"/>
                  </a:moveTo>
                  <a:cubicBezTo>
                    <a:pt x="18400" y="74057"/>
                    <a:pt x="17396" y="73588"/>
                    <a:pt x="16794" y="72778"/>
                  </a:cubicBezTo>
                  <a:lnTo>
                    <a:pt x="8493" y="62531"/>
                  </a:lnTo>
                  <a:cubicBezTo>
                    <a:pt x="394" y="52512"/>
                    <a:pt x="-2083" y="39104"/>
                    <a:pt x="1799" y="26834"/>
                  </a:cubicBezTo>
                  <a:cubicBezTo>
                    <a:pt x="7891" y="10071"/>
                    <a:pt x="24157" y="-792"/>
                    <a:pt x="41963" y="45"/>
                  </a:cubicBezTo>
                  <a:cubicBezTo>
                    <a:pt x="43637" y="132"/>
                    <a:pt x="44975" y="1405"/>
                    <a:pt x="45176" y="3059"/>
                  </a:cubicBezTo>
                  <a:lnTo>
                    <a:pt x="57159" y="11699"/>
                  </a:lnTo>
                  <a:cubicBezTo>
                    <a:pt x="58631" y="12737"/>
                    <a:pt x="59033" y="14746"/>
                    <a:pt x="58029" y="16253"/>
                  </a:cubicBezTo>
                  <a:lnTo>
                    <a:pt x="22216" y="72577"/>
                  </a:lnTo>
                  <a:cubicBezTo>
                    <a:pt x="21613" y="73467"/>
                    <a:pt x="20609" y="74030"/>
                    <a:pt x="19538" y="74117"/>
                  </a:cubicBezTo>
                  <a:close/>
                  <a:moveTo>
                    <a:pt x="38817" y="6676"/>
                  </a:moveTo>
                  <a:cubicBezTo>
                    <a:pt x="24960" y="6997"/>
                    <a:pt x="12777" y="15811"/>
                    <a:pt x="8091" y="28844"/>
                  </a:cubicBezTo>
                  <a:cubicBezTo>
                    <a:pt x="4945" y="38990"/>
                    <a:pt x="7021" y="50047"/>
                    <a:pt x="13715" y="58311"/>
                  </a:cubicBezTo>
                  <a:lnTo>
                    <a:pt x="19069" y="65009"/>
                  </a:lnTo>
                  <a:lnTo>
                    <a:pt x="50666" y="15315"/>
                  </a:lnTo>
                  <a:close/>
                </a:path>
              </a:pathLst>
            </a:custGeom>
            <a:solidFill>
              <a:srgbClr val="0D274D"/>
            </a:solidFill>
            <a:ln w="6694"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ADABB138-12EA-EF08-8AF9-3E9742697C83}"/>
                </a:ext>
              </a:extLst>
            </p:cNvPr>
            <p:cNvSpPr/>
            <p:nvPr/>
          </p:nvSpPr>
          <p:spPr>
            <a:xfrm>
              <a:off x="8478380" y="3254871"/>
              <a:ext cx="167318" cy="193015"/>
            </a:xfrm>
            <a:custGeom>
              <a:avLst/>
              <a:gdLst>
                <a:gd name="connsiteX0" fmla="*/ 108076 w 167318"/>
                <a:gd name="connsiteY0" fmla="*/ 175803 h 193015"/>
                <a:gd name="connsiteX1" fmla="*/ 167319 w 167318"/>
                <a:gd name="connsiteY1" fmla="*/ 84452 h 193015"/>
                <a:gd name="connsiteX2" fmla="*/ 60884 w 167318"/>
                <a:gd name="connsiteY2" fmla="*/ 0 h 193015"/>
                <a:gd name="connsiteX3" fmla="*/ 23531 w 167318"/>
                <a:gd name="connsiteY3" fmla="*/ 32750 h 193015"/>
                <a:gd name="connsiteX4" fmla="*/ 3985 w 167318"/>
                <a:gd name="connsiteY4" fmla="*/ 81372 h 193015"/>
                <a:gd name="connsiteX5" fmla="*/ 34442 w 167318"/>
                <a:gd name="connsiteY5" fmla="*/ 152818 h 193015"/>
                <a:gd name="connsiteX6" fmla="*/ 34442 w 167318"/>
                <a:gd name="connsiteY6" fmla="*/ 152832 h 193015"/>
                <a:gd name="connsiteX7" fmla="*/ 26811 w 167318"/>
                <a:gd name="connsiteY7" fmla="*/ 193015 h 193015"/>
                <a:gd name="connsiteX8" fmla="*/ 110018 w 167318"/>
                <a:gd name="connsiteY8" fmla="*/ 193015 h 193015"/>
                <a:gd name="connsiteX9" fmla="*/ 108009 w 167318"/>
                <a:gd name="connsiteY9" fmla="*/ 176473 h 19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7318" h="193015">
                  <a:moveTo>
                    <a:pt x="108076" y="175803"/>
                  </a:moveTo>
                  <a:lnTo>
                    <a:pt x="167319" y="84452"/>
                  </a:lnTo>
                  <a:lnTo>
                    <a:pt x="60884" y="0"/>
                  </a:lnTo>
                  <a:cubicBezTo>
                    <a:pt x="43948" y="4313"/>
                    <a:pt x="30025" y="16489"/>
                    <a:pt x="23531" y="32750"/>
                  </a:cubicBezTo>
                  <a:lnTo>
                    <a:pt x="3985" y="81372"/>
                  </a:lnTo>
                  <a:cubicBezTo>
                    <a:pt x="-7328" y="109507"/>
                    <a:pt x="6261" y="141500"/>
                    <a:pt x="34442" y="152818"/>
                  </a:cubicBezTo>
                  <a:cubicBezTo>
                    <a:pt x="34442" y="152825"/>
                    <a:pt x="34442" y="152825"/>
                    <a:pt x="34442" y="152832"/>
                  </a:cubicBezTo>
                  <a:lnTo>
                    <a:pt x="26811" y="193015"/>
                  </a:lnTo>
                  <a:lnTo>
                    <a:pt x="110018" y="193015"/>
                  </a:lnTo>
                  <a:lnTo>
                    <a:pt x="108009" y="176473"/>
                  </a:lnTo>
                </a:path>
              </a:pathLst>
            </a:custGeom>
            <a:solidFill>
              <a:srgbClr val="A8B2C0"/>
            </a:solidFill>
            <a:ln w="6694"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E41CDB37-2E41-16BF-A6A8-FBFDD354E0DC}"/>
                </a:ext>
              </a:extLst>
            </p:cNvPr>
            <p:cNvSpPr/>
            <p:nvPr/>
          </p:nvSpPr>
          <p:spPr>
            <a:xfrm>
              <a:off x="8475282" y="3250852"/>
              <a:ext cx="175102" cy="199712"/>
            </a:xfrm>
            <a:custGeom>
              <a:avLst/>
              <a:gdLst>
                <a:gd name="connsiteX0" fmla="*/ 26094 w 175102"/>
                <a:gd name="connsiteY0" fmla="*/ 199712 h 199712"/>
                <a:gd name="connsiteX1" fmla="*/ 33993 w 175102"/>
                <a:gd name="connsiteY1" fmla="*/ 158524 h 199712"/>
                <a:gd name="connsiteX2" fmla="*/ 4205 w 175102"/>
                <a:gd name="connsiteY2" fmla="*/ 83850 h 199712"/>
                <a:gd name="connsiteX3" fmla="*/ 23818 w 175102"/>
                <a:gd name="connsiteY3" fmla="*/ 35161 h 199712"/>
                <a:gd name="connsiteX4" fmla="*/ 63379 w 175102"/>
                <a:gd name="connsiteY4" fmla="*/ 402 h 199712"/>
                <a:gd name="connsiteX5" fmla="*/ 64987 w 175102"/>
                <a:gd name="connsiteY5" fmla="*/ 0 h 199712"/>
                <a:gd name="connsiteX6" fmla="*/ 175103 w 175102"/>
                <a:gd name="connsiteY6" fmla="*/ 87801 h 199712"/>
                <a:gd name="connsiteX7" fmla="*/ 114857 w 175102"/>
                <a:gd name="connsiteY7" fmla="*/ 180625 h 199712"/>
                <a:gd name="connsiteX8" fmla="*/ 117199 w 175102"/>
                <a:gd name="connsiteY8" fmla="*/ 199712 h 199712"/>
                <a:gd name="connsiteX9" fmla="*/ 63446 w 175102"/>
                <a:gd name="connsiteY9" fmla="*/ 7367 h 199712"/>
                <a:gd name="connsiteX10" fmla="*/ 29976 w 175102"/>
                <a:gd name="connsiteY10" fmla="*/ 37639 h 199712"/>
                <a:gd name="connsiteX11" fmla="*/ 10430 w 175102"/>
                <a:gd name="connsiteY11" fmla="*/ 86328 h 199712"/>
                <a:gd name="connsiteX12" fmla="*/ 39014 w 175102"/>
                <a:gd name="connsiteY12" fmla="*/ 153301 h 199712"/>
                <a:gd name="connsiteX13" fmla="*/ 41624 w 175102"/>
                <a:gd name="connsiteY13" fmla="*/ 154372 h 199712"/>
                <a:gd name="connsiteX14" fmla="*/ 34194 w 175102"/>
                <a:gd name="connsiteY14" fmla="*/ 192948 h 199712"/>
                <a:gd name="connsiteX15" fmla="*/ 109702 w 175102"/>
                <a:gd name="connsiteY15" fmla="*/ 192948 h 199712"/>
                <a:gd name="connsiteX16" fmla="*/ 107962 w 175102"/>
                <a:gd name="connsiteY16" fmla="*/ 178951 h 199712"/>
                <a:gd name="connsiteX17" fmla="*/ 108631 w 175102"/>
                <a:gd name="connsiteY17" fmla="*/ 177946 h 199712"/>
                <a:gd name="connsiteX18" fmla="*/ 166200 w 175102"/>
                <a:gd name="connsiteY18" fmla="*/ 89141 h 19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5102" h="199712">
                  <a:moveTo>
                    <a:pt x="26094" y="199712"/>
                  </a:moveTo>
                  <a:lnTo>
                    <a:pt x="33993" y="158524"/>
                  </a:lnTo>
                  <a:cubicBezTo>
                    <a:pt x="5744" y="145572"/>
                    <a:pt x="-7376" y="112708"/>
                    <a:pt x="4205" y="83850"/>
                  </a:cubicBezTo>
                  <a:lnTo>
                    <a:pt x="23818" y="35161"/>
                  </a:lnTo>
                  <a:cubicBezTo>
                    <a:pt x="30780" y="17955"/>
                    <a:pt x="45440" y="5063"/>
                    <a:pt x="63379" y="402"/>
                  </a:cubicBezTo>
                  <a:lnTo>
                    <a:pt x="64987" y="0"/>
                  </a:lnTo>
                  <a:lnTo>
                    <a:pt x="175103" y="87801"/>
                  </a:lnTo>
                  <a:lnTo>
                    <a:pt x="114857" y="180625"/>
                  </a:lnTo>
                  <a:lnTo>
                    <a:pt x="117199" y="199712"/>
                  </a:lnTo>
                  <a:close/>
                  <a:moveTo>
                    <a:pt x="63446" y="7367"/>
                  </a:moveTo>
                  <a:cubicBezTo>
                    <a:pt x="48252" y="11814"/>
                    <a:pt x="35934" y="22965"/>
                    <a:pt x="29976" y="37639"/>
                  </a:cubicBezTo>
                  <a:lnTo>
                    <a:pt x="10430" y="86328"/>
                  </a:lnTo>
                  <a:cubicBezTo>
                    <a:pt x="-147" y="112722"/>
                    <a:pt x="12639" y="142699"/>
                    <a:pt x="39014" y="153301"/>
                  </a:cubicBezTo>
                  <a:lnTo>
                    <a:pt x="41624" y="154372"/>
                  </a:lnTo>
                  <a:lnTo>
                    <a:pt x="34194" y="192948"/>
                  </a:lnTo>
                  <a:lnTo>
                    <a:pt x="109702" y="192948"/>
                  </a:lnTo>
                  <a:lnTo>
                    <a:pt x="107962" y="178951"/>
                  </a:lnTo>
                  <a:lnTo>
                    <a:pt x="108631" y="177946"/>
                  </a:lnTo>
                  <a:lnTo>
                    <a:pt x="166200" y="89141"/>
                  </a:lnTo>
                  <a:close/>
                </a:path>
              </a:pathLst>
            </a:custGeom>
            <a:solidFill>
              <a:srgbClr val="0D274D"/>
            </a:solidFill>
            <a:ln w="6694"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52D63360-8F78-66BF-9C12-138688FABBEF}"/>
                </a:ext>
              </a:extLst>
            </p:cNvPr>
            <p:cNvSpPr/>
            <p:nvPr/>
          </p:nvSpPr>
          <p:spPr>
            <a:xfrm>
              <a:off x="8534779" y="3232368"/>
              <a:ext cx="154927" cy="281312"/>
            </a:xfrm>
            <a:custGeom>
              <a:avLst/>
              <a:gdLst>
                <a:gd name="connsiteX0" fmla="*/ 59108 w 154927"/>
                <a:gd name="connsiteY0" fmla="*/ 98249 h 281312"/>
                <a:gd name="connsiteX1" fmla="*/ 0 w 154927"/>
                <a:gd name="connsiteY1" fmla="*/ 0 h 281312"/>
                <a:gd name="connsiteX2" fmla="*/ 0 w 154927"/>
                <a:gd name="connsiteY2" fmla="*/ 0 h 281312"/>
                <a:gd name="connsiteX3" fmla="*/ 41101 w 154927"/>
                <a:gd name="connsiteY3" fmla="*/ 9711 h 281312"/>
                <a:gd name="connsiteX4" fmla="*/ 87089 w 154927"/>
                <a:gd name="connsiteY4" fmla="*/ 22503 h 281312"/>
                <a:gd name="connsiteX5" fmla="*/ 99741 w 154927"/>
                <a:gd name="connsiteY5" fmla="*/ 27860 h 281312"/>
                <a:gd name="connsiteX6" fmla="*/ 131671 w 154927"/>
                <a:gd name="connsiteY6" fmla="*/ 80166 h 281312"/>
                <a:gd name="connsiteX7" fmla="*/ 132072 w 154927"/>
                <a:gd name="connsiteY7" fmla="*/ 113652 h 281312"/>
                <a:gd name="connsiteX8" fmla="*/ 127855 w 154927"/>
                <a:gd name="connsiteY8" fmla="*/ 151425 h 281312"/>
                <a:gd name="connsiteX9" fmla="*/ 149477 w 154927"/>
                <a:gd name="connsiteY9" fmla="*/ 202458 h 281312"/>
                <a:gd name="connsiteX10" fmla="*/ 149477 w 154927"/>
                <a:gd name="connsiteY10" fmla="*/ 203329 h 281312"/>
                <a:gd name="connsiteX11" fmla="*/ 72898 w 154927"/>
                <a:gd name="connsiteY11" fmla="*/ 275927 h 281312"/>
                <a:gd name="connsiteX12" fmla="*/ 72898 w 154927"/>
                <a:gd name="connsiteY12" fmla="*/ 275927 h 281312"/>
                <a:gd name="connsiteX13" fmla="*/ 29989 w 154927"/>
                <a:gd name="connsiteY13" fmla="*/ 209490 h 281312"/>
                <a:gd name="connsiteX14" fmla="*/ 29989 w 154927"/>
                <a:gd name="connsiteY14" fmla="*/ 207012 h 281312"/>
                <a:gd name="connsiteX15" fmla="*/ 57970 w 154927"/>
                <a:gd name="connsiteY15" fmla="*/ 132740 h 281312"/>
                <a:gd name="connsiteX16" fmla="*/ 58706 w 154927"/>
                <a:gd name="connsiteY16" fmla="*/ 98517 h 281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4927" h="281312">
                  <a:moveTo>
                    <a:pt x="59108" y="98249"/>
                  </a:moveTo>
                  <a:cubicBezTo>
                    <a:pt x="59108" y="98249"/>
                    <a:pt x="7163" y="61749"/>
                    <a:pt x="0" y="0"/>
                  </a:cubicBezTo>
                  <a:lnTo>
                    <a:pt x="0" y="0"/>
                  </a:lnTo>
                  <a:cubicBezTo>
                    <a:pt x="0" y="0"/>
                    <a:pt x="30458" y="6697"/>
                    <a:pt x="41101" y="9711"/>
                  </a:cubicBezTo>
                  <a:lnTo>
                    <a:pt x="87089" y="22503"/>
                  </a:lnTo>
                  <a:cubicBezTo>
                    <a:pt x="91507" y="23701"/>
                    <a:pt x="95791" y="25503"/>
                    <a:pt x="99741" y="27860"/>
                  </a:cubicBezTo>
                  <a:cubicBezTo>
                    <a:pt x="118015" y="38844"/>
                    <a:pt x="127922" y="59873"/>
                    <a:pt x="131671" y="80166"/>
                  </a:cubicBezTo>
                  <a:cubicBezTo>
                    <a:pt x="133746" y="91223"/>
                    <a:pt x="133880" y="102548"/>
                    <a:pt x="132072" y="113652"/>
                  </a:cubicBezTo>
                  <a:cubicBezTo>
                    <a:pt x="129998" y="126109"/>
                    <a:pt x="125981" y="138633"/>
                    <a:pt x="127855" y="151425"/>
                  </a:cubicBezTo>
                  <a:cubicBezTo>
                    <a:pt x="130466" y="168838"/>
                    <a:pt x="141645" y="185715"/>
                    <a:pt x="149477" y="202458"/>
                  </a:cubicBezTo>
                  <a:cubicBezTo>
                    <a:pt x="149477" y="202746"/>
                    <a:pt x="149477" y="203041"/>
                    <a:pt x="149477" y="203329"/>
                  </a:cubicBezTo>
                  <a:cubicBezTo>
                    <a:pt x="168688" y="245790"/>
                    <a:pt x="135687" y="298430"/>
                    <a:pt x="72898" y="275927"/>
                  </a:cubicBezTo>
                  <a:lnTo>
                    <a:pt x="72898" y="275927"/>
                  </a:lnTo>
                  <a:cubicBezTo>
                    <a:pt x="47527" y="269230"/>
                    <a:pt x="30658" y="235744"/>
                    <a:pt x="29989" y="209490"/>
                  </a:cubicBezTo>
                  <a:lnTo>
                    <a:pt x="29989" y="207012"/>
                  </a:lnTo>
                  <a:cubicBezTo>
                    <a:pt x="29989" y="179286"/>
                    <a:pt x="49134" y="158993"/>
                    <a:pt x="57970" y="132740"/>
                  </a:cubicBezTo>
                  <a:lnTo>
                    <a:pt x="58706" y="98517"/>
                  </a:lnTo>
                  <a:close/>
                </a:path>
              </a:pathLst>
            </a:custGeom>
            <a:solidFill>
              <a:srgbClr val="0D274D"/>
            </a:solidFill>
            <a:ln w="6694"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EBCE0C2E-A297-F22C-55F0-62474E67B2C8}"/>
                </a:ext>
              </a:extLst>
            </p:cNvPr>
            <p:cNvSpPr/>
            <p:nvPr/>
          </p:nvSpPr>
          <p:spPr>
            <a:xfrm>
              <a:off x="8531406" y="3229014"/>
              <a:ext cx="161679" cy="287665"/>
            </a:xfrm>
            <a:custGeom>
              <a:avLst/>
              <a:gdLst>
                <a:gd name="connsiteX0" fmla="*/ 105255 w 161679"/>
                <a:gd name="connsiteY0" fmla="*/ 287653 h 287665"/>
                <a:gd name="connsiteX1" fmla="*/ 75467 w 161679"/>
                <a:gd name="connsiteY1" fmla="*/ 282094 h 287665"/>
                <a:gd name="connsiteX2" fmla="*/ 30349 w 161679"/>
                <a:gd name="connsiteY2" fmla="*/ 212576 h 287665"/>
                <a:gd name="connsiteX3" fmla="*/ 30349 w 161679"/>
                <a:gd name="connsiteY3" fmla="*/ 209964 h 287665"/>
                <a:gd name="connsiteX4" fmla="*/ 46281 w 161679"/>
                <a:gd name="connsiteY4" fmla="*/ 161476 h 287665"/>
                <a:gd name="connsiteX5" fmla="*/ 58397 w 161679"/>
                <a:gd name="connsiteY5" fmla="*/ 135156 h 287665"/>
                <a:gd name="connsiteX6" fmla="*/ 59000 w 161679"/>
                <a:gd name="connsiteY6" fmla="*/ 103210 h 287665"/>
                <a:gd name="connsiteX7" fmla="*/ 25 w 161679"/>
                <a:gd name="connsiteY7" fmla="*/ 3755 h 287665"/>
                <a:gd name="connsiteX8" fmla="*/ 1097 w 161679"/>
                <a:gd name="connsiteY8" fmla="*/ 875 h 287665"/>
                <a:gd name="connsiteX9" fmla="*/ 4109 w 161679"/>
                <a:gd name="connsiteY9" fmla="*/ 72 h 287665"/>
                <a:gd name="connsiteX10" fmla="*/ 45344 w 161679"/>
                <a:gd name="connsiteY10" fmla="*/ 9850 h 287665"/>
                <a:gd name="connsiteX11" fmla="*/ 91332 w 161679"/>
                <a:gd name="connsiteY11" fmla="*/ 22441 h 287665"/>
                <a:gd name="connsiteX12" fmla="*/ 104720 w 161679"/>
                <a:gd name="connsiteY12" fmla="*/ 28200 h 287665"/>
                <a:gd name="connsiteX13" fmla="*/ 138190 w 161679"/>
                <a:gd name="connsiteY13" fmla="*/ 82649 h 287665"/>
                <a:gd name="connsiteX14" fmla="*/ 138591 w 161679"/>
                <a:gd name="connsiteY14" fmla="*/ 117207 h 287665"/>
                <a:gd name="connsiteX15" fmla="*/ 136784 w 161679"/>
                <a:gd name="connsiteY15" fmla="*/ 126583 h 287665"/>
                <a:gd name="connsiteX16" fmla="*/ 134441 w 161679"/>
                <a:gd name="connsiteY16" fmla="*/ 153975 h 287665"/>
                <a:gd name="connsiteX17" fmla="*/ 148699 w 161679"/>
                <a:gd name="connsiteY17" fmla="*/ 190073 h 287665"/>
                <a:gd name="connsiteX18" fmla="*/ 155393 w 161679"/>
                <a:gd name="connsiteY18" fmla="*/ 204070 h 287665"/>
                <a:gd name="connsiteX19" fmla="*/ 155795 w 161679"/>
                <a:gd name="connsiteY19" fmla="*/ 205008 h 287665"/>
                <a:gd name="connsiteX20" fmla="*/ 146758 w 161679"/>
                <a:gd name="connsiteY20" fmla="*/ 270239 h 287665"/>
                <a:gd name="connsiteX21" fmla="*/ 105255 w 161679"/>
                <a:gd name="connsiteY21" fmla="*/ 287653 h 287665"/>
                <a:gd name="connsiteX22" fmla="*/ 65761 w 161679"/>
                <a:gd name="connsiteY22" fmla="*/ 102406 h 287665"/>
                <a:gd name="connsiteX23" fmla="*/ 65024 w 161679"/>
                <a:gd name="connsiteY23" fmla="*/ 135892 h 287665"/>
                <a:gd name="connsiteX24" fmla="*/ 65024 w 161679"/>
                <a:gd name="connsiteY24" fmla="*/ 136897 h 287665"/>
                <a:gd name="connsiteX25" fmla="*/ 52373 w 161679"/>
                <a:gd name="connsiteY25" fmla="*/ 164624 h 287665"/>
                <a:gd name="connsiteX26" fmla="*/ 37177 w 161679"/>
                <a:gd name="connsiteY26" fmla="*/ 210098 h 287665"/>
                <a:gd name="connsiteX27" fmla="*/ 37177 w 161679"/>
                <a:gd name="connsiteY27" fmla="*/ 212442 h 287665"/>
                <a:gd name="connsiteX28" fmla="*/ 77341 w 161679"/>
                <a:gd name="connsiteY28" fmla="*/ 275798 h 287665"/>
                <a:gd name="connsiteX29" fmla="*/ 142206 w 161679"/>
                <a:gd name="connsiteY29" fmla="*/ 265752 h 287665"/>
                <a:gd name="connsiteX30" fmla="*/ 150038 w 161679"/>
                <a:gd name="connsiteY30" fmla="*/ 207821 h 287665"/>
                <a:gd name="connsiteX31" fmla="*/ 149703 w 161679"/>
                <a:gd name="connsiteY31" fmla="*/ 207017 h 287665"/>
                <a:gd name="connsiteX32" fmla="*/ 143009 w 161679"/>
                <a:gd name="connsiteY32" fmla="*/ 193221 h 287665"/>
                <a:gd name="connsiteX33" fmla="*/ 128082 w 161679"/>
                <a:gd name="connsiteY33" fmla="*/ 154980 h 287665"/>
                <a:gd name="connsiteX34" fmla="*/ 130491 w 161679"/>
                <a:gd name="connsiteY34" fmla="*/ 125311 h 287665"/>
                <a:gd name="connsiteX35" fmla="*/ 132232 w 161679"/>
                <a:gd name="connsiteY35" fmla="*/ 116202 h 287665"/>
                <a:gd name="connsiteX36" fmla="*/ 132232 w 161679"/>
                <a:gd name="connsiteY36" fmla="*/ 83922 h 287665"/>
                <a:gd name="connsiteX37" fmla="*/ 101908 w 161679"/>
                <a:gd name="connsiteY37" fmla="*/ 33960 h 287665"/>
                <a:gd name="connsiteX38" fmla="*/ 90059 w 161679"/>
                <a:gd name="connsiteY38" fmla="*/ 28937 h 287665"/>
                <a:gd name="connsiteX39" fmla="*/ 44072 w 161679"/>
                <a:gd name="connsiteY39" fmla="*/ 16413 h 287665"/>
                <a:gd name="connsiteX40" fmla="*/ 7791 w 161679"/>
                <a:gd name="connsiteY40" fmla="*/ 7774 h 287665"/>
                <a:gd name="connsiteX41" fmla="*/ 64891 w 161679"/>
                <a:gd name="connsiteY41" fmla="*/ 98924 h 287665"/>
                <a:gd name="connsiteX42" fmla="*/ 65761 w 161679"/>
                <a:gd name="connsiteY42" fmla="*/ 102406 h 287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1679" h="287665">
                  <a:moveTo>
                    <a:pt x="105255" y="287653"/>
                  </a:moveTo>
                  <a:cubicBezTo>
                    <a:pt x="95080" y="287532"/>
                    <a:pt x="84973" y="285650"/>
                    <a:pt x="75467" y="282094"/>
                  </a:cubicBezTo>
                  <a:cubicBezTo>
                    <a:pt x="48691" y="274794"/>
                    <a:pt x="31086" y="240303"/>
                    <a:pt x="30349" y="212576"/>
                  </a:cubicBezTo>
                  <a:lnTo>
                    <a:pt x="30349" y="209964"/>
                  </a:lnTo>
                  <a:cubicBezTo>
                    <a:pt x="30349" y="191681"/>
                    <a:pt x="38583" y="176478"/>
                    <a:pt x="46281" y="161476"/>
                  </a:cubicBezTo>
                  <a:cubicBezTo>
                    <a:pt x="50967" y="153017"/>
                    <a:pt x="55050" y="144224"/>
                    <a:pt x="58397" y="135156"/>
                  </a:cubicBezTo>
                  <a:lnTo>
                    <a:pt x="59000" y="103210"/>
                  </a:lnTo>
                  <a:cubicBezTo>
                    <a:pt x="50096" y="96512"/>
                    <a:pt x="6652" y="60950"/>
                    <a:pt x="25" y="3755"/>
                  </a:cubicBezTo>
                  <a:cubicBezTo>
                    <a:pt x="-109" y="2677"/>
                    <a:pt x="293" y="1606"/>
                    <a:pt x="1097" y="875"/>
                  </a:cubicBezTo>
                  <a:cubicBezTo>
                    <a:pt x="1900" y="146"/>
                    <a:pt x="3037" y="-149"/>
                    <a:pt x="4109" y="72"/>
                  </a:cubicBezTo>
                  <a:cubicBezTo>
                    <a:pt x="5381" y="72"/>
                    <a:pt x="34701" y="6769"/>
                    <a:pt x="45344" y="9850"/>
                  </a:cubicBezTo>
                  <a:lnTo>
                    <a:pt x="91332" y="22441"/>
                  </a:lnTo>
                  <a:cubicBezTo>
                    <a:pt x="96017" y="23727"/>
                    <a:pt x="100569" y="25669"/>
                    <a:pt x="104720" y="28200"/>
                  </a:cubicBezTo>
                  <a:cubicBezTo>
                    <a:pt x="127680" y="41595"/>
                    <a:pt x="135512" y="68384"/>
                    <a:pt x="138190" y="82649"/>
                  </a:cubicBezTo>
                  <a:cubicBezTo>
                    <a:pt x="140331" y="94055"/>
                    <a:pt x="140465" y="105755"/>
                    <a:pt x="138591" y="117207"/>
                  </a:cubicBezTo>
                  <a:cubicBezTo>
                    <a:pt x="138056" y="120288"/>
                    <a:pt x="137453" y="123436"/>
                    <a:pt x="136784" y="126583"/>
                  </a:cubicBezTo>
                  <a:cubicBezTo>
                    <a:pt x="134374" y="135504"/>
                    <a:pt x="133570" y="144780"/>
                    <a:pt x="134441" y="153975"/>
                  </a:cubicBezTo>
                  <a:cubicBezTo>
                    <a:pt x="137185" y="166700"/>
                    <a:pt x="142005" y="178889"/>
                    <a:pt x="148699" y="190073"/>
                  </a:cubicBezTo>
                  <a:cubicBezTo>
                    <a:pt x="151176" y="194761"/>
                    <a:pt x="153586" y="199450"/>
                    <a:pt x="155393" y="204070"/>
                  </a:cubicBezTo>
                  <a:lnTo>
                    <a:pt x="155795" y="205008"/>
                  </a:lnTo>
                  <a:cubicBezTo>
                    <a:pt x="166171" y="226587"/>
                    <a:pt x="162623" y="252304"/>
                    <a:pt x="146758" y="270239"/>
                  </a:cubicBezTo>
                  <a:cubicBezTo>
                    <a:pt x="135981" y="281658"/>
                    <a:pt x="120919" y="287987"/>
                    <a:pt x="105255" y="287653"/>
                  </a:cubicBezTo>
                  <a:close/>
                  <a:moveTo>
                    <a:pt x="65761" y="102406"/>
                  </a:moveTo>
                  <a:lnTo>
                    <a:pt x="65024" y="135892"/>
                  </a:lnTo>
                  <a:cubicBezTo>
                    <a:pt x="65024" y="136227"/>
                    <a:pt x="65024" y="136562"/>
                    <a:pt x="65024" y="136897"/>
                  </a:cubicBezTo>
                  <a:cubicBezTo>
                    <a:pt x="61544" y="146454"/>
                    <a:pt x="57326" y="155723"/>
                    <a:pt x="52373" y="164624"/>
                  </a:cubicBezTo>
                  <a:cubicBezTo>
                    <a:pt x="44675" y="179425"/>
                    <a:pt x="37378" y="193422"/>
                    <a:pt x="37177" y="210098"/>
                  </a:cubicBezTo>
                  <a:lnTo>
                    <a:pt x="37177" y="212442"/>
                  </a:lnTo>
                  <a:cubicBezTo>
                    <a:pt x="37847" y="237892"/>
                    <a:pt x="54247" y="269369"/>
                    <a:pt x="77341" y="275798"/>
                  </a:cubicBezTo>
                  <a:cubicBezTo>
                    <a:pt x="104117" y="285308"/>
                    <a:pt x="127546" y="281625"/>
                    <a:pt x="142206" y="265752"/>
                  </a:cubicBezTo>
                  <a:cubicBezTo>
                    <a:pt x="156196" y="249759"/>
                    <a:pt x="159276" y="226955"/>
                    <a:pt x="150038" y="207821"/>
                  </a:cubicBezTo>
                  <a:lnTo>
                    <a:pt x="149703" y="207017"/>
                  </a:lnTo>
                  <a:cubicBezTo>
                    <a:pt x="147561" y="202396"/>
                    <a:pt x="145152" y="197842"/>
                    <a:pt x="143009" y="193221"/>
                  </a:cubicBezTo>
                  <a:cubicBezTo>
                    <a:pt x="135981" y="181367"/>
                    <a:pt x="130960" y="168448"/>
                    <a:pt x="128082" y="154980"/>
                  </a:cubicBezTo>
                  <a:cubicBezTo>
                    <a:pt x="127144" y="145028"/>
                    <a:pt x="127948" y="134982"/>
                    <a:pt x="130491" y="125311"/>
                  </a:cubicBezTo>
                  <a:cubicBezTo>
                    <a:pt x="131094" y="122230"/>
                    <a:pt x="131764" y="119216"/>
                    <a:pt x="132232" y="116202"/>
                  </a:cubicBezTo>
                  <a:cubicBezTo>
                    <a:pt x="134039" y="105520"/>
                    <a:pt x="134039" y="94604"/>
                    <a:pt x="132232" y="83922"/>
                  </a:cubicBezTo>
                  <a:cubicBezTo>
                    <a:pt x="128015" y="61218"/>
                    <a:pt x="116969" y="43001"/>
                    <a:pt x="101908" y="33960"/>
                  </a:cubicBezTo>
                  <a:cubicBezTo>
                    <a:pt x="98227" y="31757"/>
                    <a:pt x="94210" y="30062"/>
                    <a:pt x="90059" y="28937"/>
                  </a:cubicBezTo>
                  <a:lnTo>
                    <a:pt x="44072" y="16413"/>
                  </a:lnTo>
                  <a:cubicBezTo>
                    <a:pt x="36106" y="14203"/>
                    <a:pt x="16760" y="9716"/>
                    <a:pt x="7791" y="7774"/>
                  </a:cubicBezTo>
                  <a:cubicBezTo>
                    <a:pt x="16693" y="64366"/>
                    <a:pt x="64422" y="98589"/>
                    <a:pt x="64891" y="98924"/>
                  </a:cubicBezTo>
                  <a:cubicBezTo>
                    <a:pt x="65827" y="99821"/>
                    <a:pt x="66162" y="101174"/>
                    <a:pt x="65761" y="102406"/>
                  </a:cubicBezTo>
                  <a:close/>
                </a:path>
              </a:pathLst>
            </a:custGeom>
            <a:solidFill>
              <a:srgbClr val="0D274D"/>
            </a:solidFill>
            <a:ln w="6694"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5C96E42-B4B0-E103-9E66-190C1B6E70CF}"/>
                </a:ext>
              </a:extLst>
            </p:cNvPr>
            <p:cNvSpPr/>
            <p:nvPr/>
          </p:nvSpPr>
          <p:spPr>
            <a:xfrm>
              <a:off x="8645966" y="3917833"/>
              <a:ext cx="78016" cy="132873"/>
            </a:xfrm>
            <a:custGeom>
              <a:avLst/>
              <a:gdLst>
                <a:gd name="connsiteX0" fmla="*/ 60112 w 78016"/>
                <a:gd name="connsiteY0" fmla="*/ 132874 h 132873"/>
                <a:gd name="connsiteX1" fmla="*/ 76446 w 78016"/>
                <a:gd name="connsiteY1" fmla="*/ 73335 h 132873"/>
                <a:gd name="connsiteX2" fmla="*/ 77717 w 78016"/>
                <a:gd name="connsiteY2" fmla="*/ 56860 h 132873"/>
                <a:gd name="connsiteX3" fmla="*/ 71023 w 78016"/>
                <a:gd name="connsiteY3" fmla="*/ 0 h 132873"/>
                <a:gd name="connsiteX4" fmla="*/ 0 w 78016"/>
                <a:gd name="connsiteY4" fmla="*/ 17011 h 132873"/>
                <a:gd name="connsiteX5" fmla="*/ 39093 w 78016"/>
                <a:gd name="connsiteY5" fmla="*/ 123565 h 13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16" h="132873">
                  <a:moveTo>
                    <a:pt x="60112" y="132874"/>
                  </a:moveTo>
                  <a:lnTo>
                    <a:pt x="76446" y="73335"/>
                  </a:lnTo>
                  <a:cubicBezTo>
                    <a:pt x="77918" y="67977"/>
                    <a:pt x="78387" y="62385"/>
                    <a:pt x="77717" y="56860"/>
                  </a:cubicBezTo>
                  <a:lnTo>
                    <a:pt x="71023" y="0"/>
                  </a:lnTo>
                  <a:lnTo>
                    <a:pt x="0" y="17011"/>
                  </a:lnTo>
                  <a:lnTo>
                    <a:pt x="39093" y="123565"/>
                  </a:lnTo>
                  <a:close/>
                </a:path>
              </a:pathLst>
            </a:custGeom>
            <a:solidFill>
              <a:srgbClr val="A8B2C0"/>
            </a:solidFill>
            <a:ln w="6694"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EAF2C41A-3289-34D8-35D2-739A0F94CD3F}"/>
                </a:ext>
              </a:extLst>
            </p:cNvPr>
            <p:cNvSpPr/>
            <p:nvPr/>
          </p:nvSpPr>
          <p:spPr>
            <a:xfrm>
              <a:off x="8641481" y="3913748"/>
              <a:ext cx="86104" cy="141580"/>
            </a:xfrm>
            <a:custGeom>
              <a:avLst/>
              <a:gdLst>
                <a:gd name="connsiteX0" fmla="*/ 66806 w 86104"/>
                <a:gd name="connsiteY0" fmla="*/ 141580 h 141580"/>
                <a:gd name="connsiteX1" fmla="*/ 40699 w 86104"/>
                <a:gd name="connsiteY1" fmla="*/ 130128 h 141580"/>
                <a:gd name="connsiteX2" fmla="*/ 40164 w 86104"/>
                <a:gd name="connsiteY2" fmla="*/ 128788 h 141580"/>
                <a:gd name="connsiteX3" fmla="*/ 0 w 86104"/>
                <a:gd name="connsiteY3" fmla="*/ 18752 h 141580"/>
                <a:gd name="connsiteX4" fmla="*/ 78386 w 86104"/>
                <a:gd name="connsiteY4" fmla="*/ 0 h 141580"/>
                <a:gd name="connsiteX5" fmla="*/ 85750 w 86104"/>
                <a:gd name="connsiteY5" fmla="*/ 60275 h 141580"/>
                <a:gd name="connsiteX6" fmla="*/ 84478 w 86104"/>
                <a:gd name="connsiteY6" fmla="*/ 78023 h 141580"/>
                <a:gd name="connsiteX7" fmla="*/ 45988 w 86104"/>
                <a:gd name="connsiteY7" fmla="*/ 125172 h 141580"/>
                <a:gd name="connsiteX8" fmla="*/ 62388 w 86104"/>
                <a:gd name="connsiteY8" fmla="*/ 132338 h 141580"/>
                <a:gd name="connsiteX9" fmla="*/ 77717 w 86104"/>
                <a:gd name="connsiteY9" fmla="*/ 76550 h 141580"/>
                <a:gd name="connsiteX10" fmla="*/ 78855 w 86104"/>
                <a:gd name="connsiteY10" fmla="*/ 61347 h 141580"/>
                <a:gd name="connsiteX11" fmla="*/ 72161 w 86104"/>
                <a:gd name="connsiteY11" fmla="*/ 8238 h 141580"/>
                <a:gd name="connsiteX12" fmla="*/ 8367 w 86104"/>
                <a:gd name="connsiteY12" fmla="*/ 23507 h 141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104" h="141580">
                  <a:moveTo>
                    <a:pt x="66806" y="141580"/>
                  </a:moveTo>
                  <a:lnTo>
                    <a:pt x="40699" y="130128"/>
                  </a:lnTo>
                  <a:lnTo>
                    <a:pt x="40164" y="128788"/>
                  </a:lnTo>
                  <a:lnTo>
                    <a:pt x="0" y="18752"/>
                  </a:lnTo>
                  <a:lnTo>
                    <a:pt x="78386" y="0"/>
                  </a:lnTo>
                  <a:lnTo>
                    <a:pt x="85750" y="60275"/>
                  </a:lnTo>
                  <a:cubicBezTo>
                    <a:pt x="86486" y="66216"/>
                    <a:pt x="86085" y="72250"/>
                    <a:pt x="84478" y="78023"/>
                  </a:cubicBezTo>
                  <a:close/>
                  <a:moveTo>
                    <a:pt x="45988" y="125172"/>
                  </a:moveTo>
                  <a:lnTo>
                    <a:pt x="62388" y="132338"/>
                  </a:lnTo>
                  <a:lnTo>
                    <a:pt x="77717" y="76550"/>
                  </a:lnTo>
                  <a:cubicBezTo>
                    <a:pt x="79123" y="71607"/>
                    <a:pt x="79458" y="66437"/>
                    <a:pt x="78855" y="61347"/>
                  </a:cubicBezTo>
                  <a:lnTo>
                    <a:pt x="72161" y="8238"/>
                  </a:lnTo>
                  <a:lnTo>
                    <a:pt x="8367" y="23507"/>
                  </a:lnTo>
                  <a:close/>
                </a:path>
              </a:pathLst>
            </a:custGeom>
            <a:solidFill>
              <a:srgbClr val="0D274D"/>
            </a:solidFill>
            <a:ln w="6694"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5D1D9858-24B6-B525-39B6-A73E35499B0D}"/>
                </a:ext>
              </a:extLst>
            </p:cNvPr>
            <p:cNvSpPr/>
            <p:nvPr/>
          </p:nvSpPr>
          <p:spPr>
            <a:xfrm>
              <a:off x="8308405" y="3837265"/>
              <a:ext cx="119337" cy="240158"/>
            </a:xfrm>
            <a:custGeom>
              <a:avLst/>
              <a:gdLst>
                <a:gd name="connsiteX0" fmla="*/ 119337 w 119337"/>
                <a:gd name="connsiteY0" fmla="*/ 23239 h 240158"/>
                <a:gd name="connsiteX1" fmla="*/ 48314 w 119337"/>
                <a:gd name="connsiteY1" fmla="*/ 190671 h 240158"/>
                <a:gd name="connsiteX2" fmla="*/ 42356 w 119337"/>
                <a:gd name="connsiteY2" fmla="*/ 193417 h 240158"/>
                <a:gd name="connsiteX3" fmla="*/ 42356 w 119337"/>
                <a:gd name="connsiteY3" fmla="*/ 193417 h 240158"/>
                <a:gd name="connsiteX4" fmla="*/ 39277 w 119337"/>
                <a:gd name="connsiteY4" fmla="*/ 187858 h 240158"/>
                <a:gd name="connsiteX5" fmla="*/ 48314 w 119337"/>
                <a:gd name="connsiteY5" fmla="*/ 148612 h 240158"/>
                <a:gd name="connsiteX6" fmla="*/ 18191 w 119337"/>
                <a:gd name="connsiteY6" fmla="*/ 187456 h 240158"/>
                <a:gd name="connsiteX7" fmla="*/ 22676 w 119337"/>
                <a:gd name="connsiteY7" fmla="*/ 233265 h 240158"/>
                <a:gd name="connsiteX8" fmla="*/ 17923 w 119337"/>
                <a:gd name="connsiteY8" fmla="*/ 239963 h 240158"/>
                <a:gd name="connsiteX9" fmla="*/ 17923 w 119337"/>
                <a:gd name="connsiteY9" fmla="*/ 239963 h 240158"/>
                <a:gd name="connsiteX10" fmla="*/ 9823 w 119337"/>
                <a:gd name="connsiteY10" fmla="*/ 235074 h 240158"/>
                <a:gd name="connsiteX11" fmla="*/ 385 w 119337"/>
                <a:gd name="connsiteY11" fmla="*/ 190403 h 240158"/>
                <a:gd name="connsiteX12" fmla="*/ 1657 w 119337"/>
                <a:gd name="connsiteY12" fmla="*/ 178951 h 240158"/>
                <a:gd name="connsiteX13" fmla="*/ 30307 w 119337"/>
                <a:gd name="connsiteY13" fmla="*/ 104142 h 240158"/>
                <a:gd name="connsiteX14" fmla="*/ 51192 w 119337"/>
                <a:gd name="connsiteY14" fmla="*/ 0 h 24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337" h="240158">
                  <a:moveTo>
                    <a:pt x="119337" y="23239"/>
                  </a:moveTo>
                  <a:lnTo>
                    <a:pt x="48314" y="190671"/>
                  </a:lnTo>
                  <a:cubicBezTo>
                    <a:pt x="47377" y="193028"/>
                    <a:pt x="44766" y="194241"/>
                    <a:pt x="42356" y="193417"/>
                  </a:cubicBezTo>
                  <a:lnTo>
                    <a:pt x="42356" y="193417"/>
                  </a:lnTo>
                  <a:cubicBezTo>
                    <a:pt x="40080" y="192600"/>
                    <a:pt x="38741" y="190222"/>
                    <a:pt x="39277" y="187858"/>
                  </a:cubicBezTo>
                  <a:lnTo>
                    <a:pt x="48314" y="148612"/>
                  </a:lnTo>
                  <a:lnTo>
                    <a:pt x="18191" y="187456"/>
                  </a:lnTo>
                  <a:lnTo>
                    <a:pt x="22676" y="233265"/>
                  </a:lnTo>
                  <a:cubicBezTo>
                    <a:pt x="22809" y="236319"/>
                    <a:pt x="20869" y="239079"/>
                    <a:pt x="17923" y="239963"/>
                  </a:cubicBezTo>
                  <a:lnTo>
                    <a:pt x="17923" y="239963"/>
                  </a:lnTo>
                  <a:cubicBezTo>
                    <a:pt x="14309" y="240847"/>
                    <a:pt x="10694" y="238657"/>
                    <a:pt x="9823" y="235074"/>
                  </a:cubicBezTo>
                  <a:lnTo>
                    <a:pt x="385" y="190403"/>
                  </a:lnTo>
                  <a:cubicBezTo>
                    <a:pt x="-419" y="186546"/>
                    <a:pt x="50" y="182541"/>
                    <a:pt x="1657" y="178951"/>
                  </a:cubicBezTo>
                  <a:lnTo>
                    <a:pt x="30307" y="104142"/>
                  </a:lnTo>
                  <a:lnTo>
                    <a:pt x="51192" y="0"/>
                  </a:lnTo>
                  <a:close/>
                </a:path>
              </a:pathLst>
            </a:custGeom>
            <a:solidFill>
              <a:srgbClr val="A8B2C0"/>
            </a:solidFill>
            <a:ln w="6694"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319CB715-2BE9-6D83-00E0-87F7633D1887}"/>
                </a:ext>
              </a:extLst>
            </p:cNvPr>
            <p:cNvSpPr/>
            <p:nvPr/>
          </p:nvSpPr>
          <p:spPr>
            <a:xfrm>
              <a:off x="8305108" y="3833380"/>
              <a:ext cx="127186" cy="247932"/>
            </a:xfrm>
            <a:custGeom>
              <a:avLst/>
              <a:gdLst>
                <a:gd name="connsiteX0" fmla="*/ 19479 w 127186"/>
                <a:gd name="connsiteY0" fmla="*/ 247933 h 247932"/>
                <a:gd name="connsiteX1" fmla="*/ 14392 w 127186"/>
                <a:gd name="connsiteY1" fmla="*/ 246526 h 247932"/>
                <a:gd name="connsiteX2" fmla="*/ 9840 w 127186"/>
                <a:gd name="connsiteY2" fmla="*/ 239829 h 247932"/>
                <a:gd name="connsiteX3" fmla="*/ 469 w 127186"/>
                <a:gd name="connsiteY3" fmla="*/ 195158 h 247932"/>
                <a:gd name="connsiteX4" fmla="*/ 1874 w 127186"/>
                <a:gd name="connsiteY4" fmla="*/ 181764 h 247932"/>
                <a:gd name="connsiteX5" fmla="*/ 30525 w 127186"/>
                <a:gd name="connsiteY5" fmla="*/ 107156 h 247932"/>
                <a:gd name="connsiteX6" fmla="*/ 51945 w 127186"/>
                <a:gd name="connsiteY6" fmla="*/ 0 h 247932"/>
                <a:gd name="connsiteX7" fmla="*/ 127186 w 127186"/>
                <a:gd name="connsiteY7" fmla="*/ 25048 h 247932"/>
                <a:gd name="connsiteX8" fmla="*/ 54690 w 127186"/>
                <a:gd name="connsiteY8" fmla="*/ 196096 h 247932"/>
                <a:gd name="connsiteX9" fmla="*/ 44114 w 127186"/>
                <a:gd name="connsiteY9" fmla="*/ 200469 h 247932"/>
                <a:gd name="connsiteX10" fmla="*/ 39294 w 127186"/>
                <a:gd name="connsiteY10" fmla="*/ 191274 h 247932"/>
                <a:gd name="connsiteX11" fmla="*/ 44917 w 127186"/>
                <a:gd name="connsiteY11" fmla="*/ 166829 h 247932"/>
                <a:gd name="connsiteX12" fmla="*/ 24835 w 127186"/>
                <a:gd name="connsiteY12" fmla="*/ 192613 h 247932"/>
                <a:gd name="connsiteX13" fmla="*/ 29253 w 127186"/>
                <a:gd name="connsiteY13" fmla="*/ 237150 h 247932"/>
                <a:gd name="connsiteX14" fmla="*/ 22090 w 127186"/>
                <a:gd name="connsiteY14" fmla="*/ 247598 h 247932"/>
                <a:gd name="connsiteX15" fmla="*/ 19479 w 127186"/>
                <a:gd name="connsiteY15" fmla="*/ 247933 h 247932"/>
                <a:gd name="connsiteX16" fmla="*/ 57033 w 127186"/>
                <a:gd name="connsiteY16" fmla="*/ 8706 h 247932"/>
                <a:gd name="connsiteX17" fmla="*/ 36951 w 127186"/>
                <a:gd name="connsiteY17" fmla="*/ 109165 h 247932"/>
                <a:gd name="connsiteX18" fmla="*/ 8100 w 127186"/>
                <a:gd name="connsiteY18" fmla="*/ 184510 h 247932"/>
                <a:gd name="connsiteX19" fmla="*/ 7029 w 127186"/>
                <a:gd name="connsiteY19" fmla="*/ 194087 h 247932"/>
                <a:gd name="connsiteX20" fmla="*/ 16467 w 127186"/>
                <a:gd name="connsiteY20" fmla="*/ 238758 h 247932"/>
                <a:gd name="connsiteX21" fmla="*/ 17940 w 127186"/>
                <a:gd name="connsiteY21" fmla="*/ 240767 h 247932"/>
                <a:gd name="connsiteX22" fmla="*/ 20417 w 127186"/>
                <a:gd name="connsiteY22" fmla="*/ 240767 h 247932"/>
                <a:gd name="connsiteX23" fmla="*/ 22692 w 127186"/>
                <a:gd name="connsiteY23" fmla="*/ 237418 h 247932"/>
                <a:gd name="connsiteX24" fmla="*/ 18074 w 127186"/>
                <a:gd name="connsiteY24" fmla="*/ 190537 h 247932"/>
                <a:gd name="connsiteX25" fmla="*/ 58238 w 127186"/>
                <a:gd name="connsiteY25" fmla="*/ 138633 h 247932"/>
                <a:gd name="connsiteX26" fmla="*/ 45854 w 127186"/>
                <a:gd name="connsiteY26" fmla="*/ 192680 h 247932"/>
                <a:gd name="connsiteX27" fmla="*/ 46791 w 127186"/>
                <a:gd name="connsiteY27" fmla="*/ 194388 h 247932"/>
                <a:gd name="connsiteX28" fmla="*/ 48465 w 127186"/>
                <a:gd name="connsiteY28" fmla="*/ 193484 h 247932"/>
                <a:gd name="connsiteX29" fmla="*/ 118149 w 127186"/>
                <a:gd name="connsiteY29" fmla="*/ 29066 h 247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7186" h="247932">
                  <a:moveTo>
                    <a:pt x="19479" y="247933"/>
                  </a:moveTo>
                  <a:cubicBezTo>
                    <a:pt x="17672" y="247933"/>
                    <a:pt x="15932" y="247444"/>
                    <a:pt x="14392" y="246526"/>
                  </a:cubicBezTo>
                  <a:cubicBezTo>
                    <a:pt x="11982" y="245040"/>
                    <a:pt x="10376" y="242602"/>
                    <a:pt x="9840" y="239829"/>
                  </a:cubicBezTo>
                  <a:lnTo>
                    <a:pt x="469" y="195158"/>
                  </a:lnTo>
                  <a:cubicBezTo>
                    <a:pt x="-469" y="190658"/>
                    <a:pt x="0" y="185970"/>
                    <a:pt x="1874" y="181764"/>
                  </a:cubicBezTo>
                  <a:lnTo>
                    <a:pt x="30525" y="107156"/>
                  </a:lnTo>
                  <a:lnTo>
                    <a:pt x="51945" y="0"/>
                  </a:lnTo>
                  <a:lnTo>
                    <a:pt x="127186" y="25048"/>
                  </a:lnTo>
                  <a:lnTo>
                    <a:pt x="54690" y="196096"/>
                  </a:lnTo>
                  <a:cubicBezTo>
                    <a:pt x="52949" y="200228"/>
                    <a:pt x="48264" y="202184"/>
                    <a:pt x="44114" y="200469"/>
                  </a:cubicBezTo>
                  <a:cubicBezTo>
                    <a:pt x="40499" y="198962"/>
                    <a:pt x="38491" y="195098"/>
                    <a:pt x="39294" y="191274"/>
                  </a:cubicBezTo>
                  <a:lnTo>
                    <a:pt x="44917" y="166829"/>
                  </a:lnTo>
                  <a:lnTo>
                    <a:pt x="24835" y="192613"/>
                  </a:lnTo>
                  <a:lnTo>
                    <a:pt x="29253" y="237150"/>
                  </a:lnTo>
                  <a:cubicBezTo>
                    <a:pt x="29721" y="241912"/>
                    <a:pt x="26709" y="246319"/>
                    <a:pt x="22090" y="247598"/>
                  </a:cubicBezTo>
                  <a:cubicBezTo>
                    <a:pt x="21220" y="247805"/>
                    <a:pt x="20350" y="247919"/>
                    <a:pt x="19479" y="247933"/>
                  </a:cubicBezTo>
                  <a:close/>
                  <a:moveTo>
                    <a:pt x="57033" y="8706"/>
                  </a:moveTo>
                  <a:lnTo>
                    <a:pt x="36951" y="109165"/>
                  </a:lnTo>
                  <a:lnTo>
                    <a:pt x="8100" y="184510"/>
                  </a:lnTo>
                  <a:cubicBezTo>
                    <a:pt x="6694" y="187503"/>
                    <a:pt x="6359" y="190866"/>
                    <a:pt x="7029" y="194087"/>
                  </a:cubicBezTo>
                  <a:lnTo>
                    <a:pt x="16467" y="238758"/>
                  </a:lnTo>
                  <a:cubicBezTo>
                    <a:pt x="16668" y="239601"/>
                    <a:pt x="17204" y="240325"/>
                    <a:pt x="17940" y="240767"/>
                  </a:cubicBezTo>
                  <a:cubicBezTo>
                    <a:pt x="18743" y="241128"/>
                    <a:pt x="19613" y="241128"/>
                    <a:pt x="20417" y="240767"/>
                  </a:cubicBezTo>
                  <a:cubicBezTo>
                    <a:pt x="21889" y="240351"/>
                    <a:pt x="22826" y="238938"/>
                    <a:pt x="22692" y="237418"/>
                  </a:cubicBezTo>
                  <a:lnTo>
                    <a:pt x="18074" y="190537"/>
                  </a:lnTo>
                  <a:lnTo>
                    <a:pt x="58238" y="138633"/>
                  </a:lnTo>
                  <a:lnTo>
                    <a:pt x="45854" y="192680"/>
                  </a:lnTo>
                  <a:cubicBezTo>
                    <a:pt x="45653" y="193404"/>
                    <a:pt x="46055" y="194167"/>
                    <a:pt x="46791" y="194388"/>
                  </a:cubicBezTo>
                  <a:cubicBezTo>
                    <a:pt x="47461" y="194609"/>
                    <a:pt x="48264" y="194207"/>
                    <a:pt x="48465" y="193484"/>
                  </a:cubicBezTo>
                  <a:lnTo>
                    <a:pt x="118149" y="29066"/>
                  </a:lnTo>
                  <a:close/>
                </a:path>
              </a:pathLst>
            </a:custGeom>
            <a:solidFill>
              <a:srgbClr val="0D274D"/>
            </a:solidFill>
            <a:ln w="6694"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0058B611-54BD-4ACD-5125-6F4D5D33C811}"/>
                </a:ext>
              </a:extLst>
            </p:cNvPr>
            <p:cNvSpPr/>
            <p:nvPr/>
          </p:nvSpPr>
          <p:spPr>
            <a:xfrm>
              <a:off x="8258517" y="3796880"/>
              <a:ext cx="447226" cy="892343"/>
            </a:xfrm>
            <a:custGeom>
              <a:avLst/>
              <a:gdLst>
                <a:gd name="connsiteX0" fmla="*/ 271375 w 447226"/>
                <a:gd name="connsiteY0" fmla="*/ 137227 h 892343"/>
                <a:gd name="connsiteX1" fmla="*/ 285164 w 447226"/>
                <a:gd name="connsiteY1" fmla="*/ 889464 h 892343"/>
                <a:gd name="connsiteX2" fmla="*/ 447226 w 447226"/>
                <a:gd name="connsiteY2" fmla="*/ 892344 h 892343"/>
                <a:gd name="connsiteX3" fmla="*/ 447226 w 447226"/>
                <a:gd name="connsiteY3" fmla="*/ 299435 h 892343"/>
                <a:gd name="connsiteX4" fmla="*/ 399364 w 447226"/>
                <a:gd name="connsiteY4" fmla="*/ 3014 h 892343"/>
                <a:gd name="connsiteX5" fmla="*/ 399364 w 447226"/>
                <a:gd name="connsiteY5" fmla="*/ 3014 h 892343"/>
                <a:gd name="connsiteX6" fmla="*/ 162664 w 447226"/>
                <a:gd name="connsiteY6" fmla="*/ 0 h 892343"/>
                <a:gd name="connsiteX7" fmla="*/ 0 w 447226"/>
                <a:gd name="connsiteY7" fmla="*/ 890736 h 892343"/>
                <a:gd name="connsiteX8" fmla="*/ 157778 w 447226"/>
                <a:gd name="connsiteY8" fmla="*/ 890736 h 892343"/>
                <a:gd name="connsiteX9" fmla="*/ 274521 w 447226"/>
                <a:gd name="connsiteY9" fmla="*/ 308543 h 89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26" h="892343">
                  <a:moveTo>
                    <a:pt x="271375" y="137227"/>
                  </a:moveTo>
                  <a:lnTo>
                    <a:pt x="285164" y="889464"/>
                  </a:lnTo>
                  <a:lnTo>
                    <a:pt x="447226" y="892344"/>
                  </a:lnTo>
                  <a:lnTo>
                    <a:pt x="447226" y="299435"/>
                  </a:lnTo>
                  <a:cubicBezTo>
                    <a:pt x="447293" y="198701"/>
                    <a:pt x="431094" y="98611"/>
                    <a:pt x="399364" y="3014"/>
                  </a:cubicBezTo>
                  <a:lnTo>
                    <a:pt x="399364" y="3014"/>
                  </a:lnTo>
                  <a:lnTo>
                    <a:pt x="162664" y="0"/>
                  </a:lnTo>
                  <a:lnTo>
                    <a:pt x="0" y="890736"/>
                  </a:lnTo>
                  <a:lnTo>
                    <a:pt x="157778" y="890736"/>
                  </a:lnTo>
                  <a:lnTo>
                    <a:pt x="274521" y="308543"/>
                  </a:lnTo>
                </a:path>
              </a:pathLst>
            </a:custGeom>
            <a:solidFill>
              <a:srgbClr val="FFFFFF"/>
            </a:solidFill>
            <a:ln w="6694"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A1FCBC30-5DA3-9AB6-FB16-9E188029CF07}"/>
                </a:ext>
              </a:extLst>
            </p:cNvPr>
            <p:cNvSpPr/>
            <p:nvPr/>
          </p:nvSpPr>
          <p:spPr>
            <a:xfrm>
              <a:off x="8255506" y="3793331"/>
              <a:ext cx="453851" cy="899241"/>
            </a:xfrm>
            <a:custGeom>
              <a:avLst/>
              <a:gdLst>
                <a:gd name="connsiteX0" fmla="*/ 450237 w 453851"/>
                <a:gd name="connsiteY0" fmla="*/ 899242 h 899241"/>
                <a:gd name="connsiteX1" fmla="*/ 450237 w 453851"/>
                <a:gd name="connsiteY1" fmla="*/ 899242 h 899241"/>
                <a:gd name="connsiteX2" fmla="*/ 288175 w 453851"/>
                <a:gd name="connsiteY2" fmla="*/ 896362 h 899241"/>
                <a:gd name="connsiteX3" fmla="*/ 284895 w 453851"/>
                <a:gd name="connsiteY3" fmla="*/ 893081 h 899241"/>
                <a:gd name="connsiteX4" fmla="*/ 274787 w 453851"/>
                <a:gd name="connsiteY4" fmla="*/ 342967 h 899241"/>
                <a:gd name="connsiteX5" fmla="*/ 164403 w 453851"/>
                <a:gd name="connsiteY5" fmla="*/ 894755 h 899241"/>
                <a:gd name="connsiteX6" fmla="*/ 161123 w 453851"/>
                <a:gd name="connsiteY6" fmla="*/ 897434 h 899241"/>
                <a:gd name="connsiteX7" fmla="*/ 3346 w 453851"/>
                <a:gd name="connsiteY7" fmla="*/ 897434 h 899241"/>
                <a:gd name="connsiteX8" fmla="*/ 735 w 453851"/>
                <a:gd name="connsiteY8" fmla="*/ 896228 h 899241"/>
                <a:gd name="connsiteX9" fmla="*/ 66 w 453851"/>
                <a:gd name="connsiteY9" fmla="*/ 893482 h 899241"/>
                <a:gd name="connsiteX10" fmla="*/ 162730 w 453851"/>
                <a:gd name="connsiteY10" fmla="*/ 2746 h 899241"/>
                <a:gd name="connsiteX11" fmla="*/ 166010 w 453851"/>
                <a:gd name="connsiteY11" fmla="*/ 0 h 899241"/>
                <a:gd name="connsiteX12" fmla="*/ 166010 w 453851"/>
                <a:gd name="connsiteY12" fmla="*/ 0 h 899241"/>
                <a:gd name="connsiteX13" fmla="*/ 402710 w 453851"/>
                <a:gd name="connsiteY13" fmla="*/ 3014 h 899241"/>
                <a:gd name="connsiteX14" fmla="*/ 405856 w 453851"/>
                <a:gd name="connsiteY14" fmla="*/ 5291 h 899241"/>
                <a:gd name="connsiteX15" fmla="*/ 453852 w 453851"/>
                <a:gd name="connsiteY15" fmla="*/ 302783 h 899241"/>
                <a:gd name="connsiteX16" fmla="*/ 453852 w 453851"/>
                <a:gd name="connsiteY16" fmla="*/ 895693 h 899241"/>
                <a:gd name="connsiteX17" fmla="*/ 452848 w 453851"/>
                <a:gd name="connsiteY17" fmla="*/ 898036 h 899241"/>
                <a:gd name="connsiteX18" fmla="*/ 450237 w 453851"/>
                <a:gd name="connsiteY18" fmla="*/ 899242 h 899241"/>
                <a:gd name="connsiteX19" fmla="*/ 291456 w 453851"/>
                <a:gd name="connsiteY19" fmla="*/ 889732 h 899241"/>
                <a:gd name="connsiteX20" fmla="*/ 446890 w 453851"/>
                <a:gd name="connsiteY20" fmla="*/ 892478 h 899241"/>
                <a:gd name="connsiteX21" fmla="*/ 446890 w 453851"/>
                <a:gd name="connsiteY21" fmla="*/ 303118 h 899241"/>
                <a:gd name="connsiteX22" fmla="*/ 400032 w 453851"/>
                <a:gd name="connsiteY22" fmla="*/ 9979 h 899241"/>
                <a:gd name="connsiteX23" fmla="*/ 168486 w 453851"/>
                <a:gd name="connsiteY23" fmla="*/ 7032 h 899241"/>
                <a:gd name="connsiteX24" fmla="*/ 7094 w 453851"/>
                <a:gd name="connsiteY24" fmla="*/ 891071 h 899241"/>
                <a:gd name="connsiteX25" fmla="*/ 158111 w 453851"/>
                <a:gd name="connsiteY25" fmla="*/ 891071 h 899241"/>
                <a:gd name="connsiteX26" fmla="*/ 273917 w 453851"/>
                <a:gd name="connsiteY26" fmla="*/ 311892 h 899241"/>
                <a:gd name="connsiteX27" fmla="*/ 270771 w 453851"/>
                <a:gd name="connsiteY27" fmla="*/ 141045 h 899241"/>
                <a:gd name="connsiteX28" fmla="*/ 273917 w 453851"/>
                <a:gd name="connsiteY28" fmla="*/ 137629 h 899241"/>
                <a:gd name="connsiteX29" fmla="*/ 274051 w 453851"/>
                <a:gd name="connsiteY29" fmla="*/ 137629 h 899241"/>
                <a:gd name="connsiteX30" fmla="*/ 277465 w 453851"/>
                <a:gd name="connsiteY30" fmla="*/ 140911 h 899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53851" h="899241">
                  <a:moveTo>
                    <a:pt x="450237" y="899242"/>
                  </a:moveTo>
                  <a:lnTo>
                    <a:pt x="450237" y="899242"/>
                  </a:lnTo>
                  <a:lnTo>
                    <a:pt x="288175" y="896362"/>
                  </a:lnTo>
                  <a:cubicBezTo>
                    <a:pt x="286368" y="896329"/>
                    <a:pt x="284962" y="894875"/>
                    <a:pt x="284895" y="893081"/>
                  </a:cubicBezTo>
                  <a:lnTo>
                    <a:pt x="274787" y="342967"/>
                  </a:lnTo>
                  <a:lnTo>
                    <a:pt x="164403" y="894755"/>
                  </a:lnTo>
                  <a:cubicBezTo>
                    <a:pt x="164069" y="896315"/>
                    <a:pt x="162730" y="897434"/>
                    <a:pt x="161123" y="897434"/>
                  </a:cubicBezTo>
                  <a:lnTo>
                    <a:pt x="3346" y="897434"/>
                  </a:lnTo>
                  <a:cubicBezTo>
                    <a:pt x="2342" y="897420"/>
                    <a:pt x="1404" y="896978"/>
                    <a:pt x="735" y="896228"/>
                  </a:cubicBezTo>
                  <a:cubicBezTo>
                    <a:pt x="133" y="895458"/>
                    <a:pt x="-135" y="894454"/>
                    <a:pt x="66" y="893482"/>
                  </a:cubicBezTo>
                  <a:lnTo>
                    <a:pt x="162730" y="2746"/>
                  </a:lnTo>
                  <a:cubicBezTo>
                    <a:pt x="162998" y="1145"/>
                    <a:pt x="164403" y="-20"/>
                    <a:pt x="166010" y="0"/>
                  </a:cubicBezTo>
                  <a:lnTo>
                    <a:pt x="166010" y="0"/>
                  </a:lnTo>
                  <a:lnTo>
                    <a:pt x="402710" y="3014"/>
                  </a:lnTo>
                  <a:cubicBezTo>
                    <a:pt x="404116" y="3041"/>
                    <a:pt x="405387" y="3951"/>
                    <a:pt x="405856" y="5291"/>
                  </a:cubicBezTo>
                  <a:cubicBezTo>
                    <a:pt x="437720" y="101229"/>
                    <a:pt x="453919" y="201681"/>
                    <a:pt x="453852" y="302783"/>
                  </a:cubicBezTo>
                  <a:lnTo>
                    <a:pt x="453852" y="895693"/>
                  </a:lnTo>
                  <a:cubicBezTo>
                    <a:pt x="453852" y="896583"/>
                    <a:pt x="453517" y="897434"/>
                    <a:pt x="452848" y="898036"/>
                  </a:cubicBezTo>
                  <a:cubicBezTo>
                    <a:pt x="452178" y="898800"/>
                    <a:pt x="451242" y="899242"/>
                    <a:pt x="450237" y="899242"/>
                  </a:cubicBezTo>
                  <a:close/>
                  <a:moveTo>
                    <a:pt x="291456" y="889732"/>
                  </a:moveTo>
                  <a:lnTo>
                    <a:pt x="446890" y="892478"/>
                  </a:lnTo>
                  <a:lnTo>
                    <a:pt x="446890" y="303118"/>
                  </a:lnTo>
                  <a:cubicBezTo>
                    <a:pt x="447024" y="203530"/>
                    <a:pt x="431160" y="104565"/>
                    <a:pt x="400032" y="9979"/>
                  </a:cubicBezTo>
                  <a:lnTo>
                    <a:pt x="168486" y="7032"/>
                  </a:lnTo>
                  <a:lnTo>
                    <a:pt x="7094" y="891071"/>
                  </a:lnTo>
                  <a:lnTo>
                    <a:pt x="158111" y="891071"/>
                  </a:lnTo>
                  <a:lnTo>
                    <a:pt x="273917" y="311892"/>
                  </a:lnTo>
                  <a:lnTo>
                    <a:pt x="270771" y="141045"/>
                  </a:lnTo>
                  <a:cubicBezTo>
                    <a:pt x="270704" y="139236"/>
                    <a:pt x="272110" y="137703"/>
                    <a:pt x="273917" y="137629"/>
                  </a:cubicBezTo>
                  <a:cubicBezTo>
                    <a:pt x="273984" y="137629"/>
                    <a:pt x="273984" y="137629"/>
                    <a:pt x="274051" y="137629"/>
                  </a:cubicBezTo>
                  <a:cubicBezTo>
                    <a:pt x="275858" y="137723"/>
                    <a:pt x="277331" y="139122"/>
                    <a:pt x="277465" y="140911"/>
                  </a:cubicBezTo>
                  <a:close/>
                </a:path>
              </a:pathLst>
            </a:custGeom>
            <a:solidFill>
              <a:srgbClr val="0D274D"/>
            </a:solidFill>
            <a:ln w="6694"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9D4CC03C-9DBA-D48E-5473-BD1E34E9BCA6}"/>
                </a:ext>
              </a:extLst>
            </p:cNvPr>
            <p:cNvSpPr/>
            <p:nvPr/>
          </p:nvSpPr>
          <p:spPr>
            <a:xfrm>
              <a:off x="8291586" y="3446277"/>
              <a:ext cx="465634" cy="500956"/>
            </a:xfrm>
            <a:custGeom>
              <a:avLst/>
              <a:gdLst>
                <a:gd name="connsiteX0" fmla="*/ 402644 w 465634"/>
                <a:gd name="connsiteY0" fmla="*/ 500957 h 500956"/>
                <a:gd name="connsiteX1" fmla="*/ 465634 w 465634"/>
                <a:gd name="connsiteY1" fmla="*/ 490978 h 500956"/>
                <a:gd name="connsiteX2" fmla="*/ 426943 w 465634"/>
                <a:gd name="connsiteY2" fmla="*/ 71126 h 500956"/>
                <a:gd name="connsiteX3" fmla="*/ 343268 w 465634"/>
                <a:gd name="connsiteY3" fmla="*/ 939 h 500956"/>
                <a:gd name="connsiteX4" fmla="*/ 333897 w 465634"/>
                <a:gd name="connsiteY4" fmla="*/ 939 h 500956"/>
                <a:gd name="connsiteX5" fmla="*/ 175583 w 465634"/>
                <a:gd name="connsiteY5" fmla="*/ 1 h 500956"/>
                <a:gd name="connsiteX6" fmla="*/ 104158 w 465634"/>
                <a:gd name="connsiteY6" fmla="*/ 51235 h 500956"/>
                <a:gd name="connsiteX7" fmla="*/ 0 w 465634"/>
                <a:gd name="connsiteY7" fmla="*/ 477115 h 500956"/>
                <a:gd name="connsiteX8" fmla="*/ 104694 w 465634"/>
                <a:gd name="connsiteY8" fmla="*/ 490978 h 500956"/>
                <a:gd name="connsiteX9" fmla="*/ 129930 w 465634"/>
                <a:gd name="connsiteY9" fmla="*/ 350335 h 500956"/>
                <a:gd name="connsiteX10" fmla="*/ 366630 w 465634"/>
                <a:gd name="connsiteY10" fmla="*/ 353349 h 500956"/>
                <a:gd name="connsiteX11" fmla="*/ 402644 w 465634"/>
                <a:gd name="connsiteY11" fmla="*/ 500689 h 5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5634" h="500956">
                  <a:moveTo>
                    <a:pt x="402644" y="500957"/>
                  </a:moveTo>
                  <a:lnTo>
                    <a:pt x="465634" y="490978"/>
                  </a:lnTo>
                  <a:lnTo>
                    <a:pt x="426943" y="71126"/>
                  </a:lnTo>
                  <a:cubicBezTo>
                    <a:pt x="419713" y="30534"/>
                    <a:pt x="384503" y="952"/>
                    <a:pt x="343268" y="939"/>
                  </a:cubicBezTo>
                  <a:lnTo>
                    <a:pt x="333897" y="939"/>
                  </a:lnTo>
                  <a:lnTo>
                    <a:pt x="175583" y="1"/>
                  </a:lnTo>
                  <a:cubicBezTo>
                    <a:pt x="143185" y="-200"/>
                    <a:pt x="114333" y="20482"/>
                    <a:pt x="104158" y="51235"/>
                  </a:cubicBezTo>
                  <a:lnTo>
                    <a:pt x="0" y="477115"/>
                  </a:lnTo>
                  <a:lnTo>
                    <a:pt x="104694" y="490978"/>
                  </a:lnTo>
                  <a:lnTo>
                    <a:pt x="129930" y="350335"/>
                  </a:lnTo>
                  <a:lnTo>
                    <a:pt x="366630" y="353349"/>
                  </a:lnTo>
                  <a:cubicBezTo>
                    <a:pt x="366630" y="353349"/>
                    <a:pt x="400502" y="462983"/>
                    <a:pt x="402644" y="500689"/>
                  </a:cubicBezTo>
                </a:path>
              </a:pathLst>
            </a:custGeom>
            <a:solidFill>
              <a:srgbClr val="FFFFFF"/>
            </a:solidFill>
            <a:ln w="6694"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897ACD53-3277-CCA0-D32D-A27C0822F9B9}"/>
                </a:ext>
              </a:extLst>
            </p:cNvPr>
            <p:cNvSpPr/>
            <p:nvPr/>
          </p:nvSpPr>
          <p:spPr>
            <a:xfrm>
              <a:off x="8288284" y="3443130"/>
              <a:ext cx="472025" cy="507652"/>
            </a:xfrm>
            <a:custGeom>
              <a:avLst/>
              <a:gdLst>
                <a:gd name="connsiteX0" fmla="*/ 405946 w 472025"/>
                <a:gd name="connsiteY0" fmla="*/ 507452 h 507652"/>
                <a:gd name="connsiteX1" fmla="*/ 402665 w 472025"/>
                <a:gd name="connsiteY1" fmla="*/ 504304 h 507652"/>
                <a:gd name="connsiteX2" fmla="*/ 367455 w 472025"/>
                <a:gd name="connsiteY2" fmla="*/ 360045 h 507652"/>
                <a:gd name="connsiteX3" fmla="*/ 136043 w 472025"/>
                <a:gd name="connsiteY3" fmla="*/ 357099 h 507652"/>
                <a:gd name="connsiteX4" fmla="*/ 111276 w 472025"/>
                <a:gd name="connsiteY4" fmla="*/ 494660 h 507652"/>
                <a:gd name="connsiteX5" fmla="*/ 107527 w 472025"/>
                <a:gd name="connsiteY5" fmla="*/ 497406 h 507652"/>
                <a:gd name="connsiteX6" fmla="*/ 2900 w 472025"/>
                <a:gd name="connsiteY6" fmla="*/ 483610 h 507652"/>
                <a:gd name="connsiteX7" fmla="*/ 557 w 472025"/>
                <a:gd name="connsiteY7" fmla="*/ 482203 h 507652"/>
                <a:gd name="connsiteX8" fmla="*/ 89 w 472025"/>
                <a:gd name="connsiteY8" fmla="*/ 479525 h 507652"/>
                <a:gd name="connsiteX9" fmla="*/ 104247 w 472025"/>
                <a:gd name="connsiteY9" fmla="*/ 53578 h 507652"/>
                <a:gd name="connsiteX10" fmla="*/ 178416 w 472025"/>
                <a:gd name="connsiteY10" fmla="*/ 0 h 507652"/>
                <a:gd name="connsiteX11" fmla="*/ 178885 w 472025"/>
                <a:gd name="connsiteY11" fmla="*/ 0 h 507652"/>
                <a:gd name="connsiteX12" fmla="*/ 346235 w 472025"/>
                <a:gd name="connsiteY12" fmla="*/ 938 h 507652"/>
                <a:gd name="connsiteX13" fmla="*/ 433257 w 472025"/>
                <a:gd name="connsiteY13" fmla="*/ 73871 h 507652"/>
                <a:gd name="connsiteX14" fmla="*/ 472016 w 472025"/>
                <a:gd name="connsiteY14" fmla="*/ 493991 h 507652"/>
                <a:gd name="connsiteX15" fmla="*/ 469204 w 472025"/>
                <a:gd name="connsiteY15" fmla="*/ 497607 h 507652"/>
                <a:gd name="connsiteX16" fmla="*/ 406213 w 472025"/>
                <a:gd name="connsiteY16" fmla="*/ 507653 h 507652"/>
                <a:gd name="connsiteX17" fmla="*/ 133232 w 472025"/>
                <a:gd name="connsiteY17" fmla="*/ 350401 h 507652"/>
                <a:gd name="connsiteX18" fmla="*/ 133232 w 472025"/>
                <a:gd name="connsiteY18" fmla="*/ 350401 h 507652"/>
                <a:gd name="connsiteX19" fmla="*/ 369932 w 472025"/>
                <a:gd name="connsiteY19" fmla="*/ 353415 h 507652"/>
                <a:gd name="connsiteX20" fmla="*/ 373078 w 472025"/>
                <a:gd name="connsiteY20" fmla="*/ 355759 h 507652"/>
                <a:gd name="connsiteX21" fmla="*/ 408958 w 472025"/>
                <a:gd name="connsiteY21" fmla="*/ 500286 h 507652"/>
                <a:gd name="connsiteX22" fmla="*/ 465255 w 472025"/>
                <a:gd name="connsiteY22" fmla="*/ 491312 h 507652"/>
                <a:gd name="connsiteX23" fmla="*/ 426831 w 472025"/>
                <a:gd name="connsiteY23" fmla="*/ 74541 h 507652"/>
                <a:gd name="connsiteX24" fmla="*/ 346503 w 472025"/>
                <a:gd name="connsiteY24" fmla="*/ 7568 h 507652"/>
                <a:gd name="connsiteX25" fmla="*/ 337131 w 472025"/>
                <a:gd name="connsiteY25" fmla="*/ 7568 h 507652"/>
                <a:gd name="connsiteX26" fmla="*/ 178751 w 472025"/>
                <a:gd name="connsiteY26" fmla="*/ 6630 h 507652"/>
                <a:gd name="connsiteX27" fmla="*/ 178350 w 472025"/>
                <a:gd name="connsiteY27" fmla="*/ 6630 h 507652"/>
                <a:gd name="connsiteX28" fmla="*/ 110606 w 472025"/>
                <a:gd name="connsiteY28" fmla="*/ 55587 h 507652"/>
                <a:gd name="connsiteX29" fmla="*/ 7385 w 472025"/>
                <a:gd name="connsiteY29" fmla="*/ 477515 h 507652"/>
                <a:gd name="connsiteX30" fmla="*/ 105184 w 472025"/>
                <a:gd name="connsiteY30" fmla="*/ 490441 h 507652"/>
                <a:gd name="connsiteX31" fmla="*/ 129885 w 472025"/>
                <a:gd name="connsiteY31" fmla="*/ 353214 h 507652"/>
                <a:gd name="connsiteX32" fmla="*/ 133232 w 472025"/>
                <a:gd name="connsiteY32" fmla="*/ 350401 h 507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72025" h="507652">
                  <a:moveTo>
                    <a:pt x="405946" y="507452"/>
                  </a:moveTo>
                  <a:cubicBezTo>
                    <a:pt x="404205" y="507452"/>
                    <a:pt x="402732" y="506066"/>
                    <a:pt x="402665" y="504304"/>
                  </a:cubicBezTo>
                  <a:cubicBezTo>
                    <a:pt x="400657" y="470416"/>
                    <a:pt x="372342" y="376119"/>
                    <a:pt x="367455" y="360045"/>
                  </a:cubicBezTo>
                  <a:lnTo>
                    <a:pt x="136043" y="357099"/>
                  </a:lnTo>
                  <a:lnTo>
                    <a:pt x="111276" y="494660"/>
                  </a:lnTo>
                  <a:cubicBezTo>
                    <a:pt x="110941" y="496415"/>
                    <a:pt x="109334" y="497614"/>
                    <a:pt x="107527" y="497406"/>
                  </a:cubicBezTo>
                  <a:lnTo>
                    <a:pt x="2900" y="483610"/>
                  </a:lnTo>
                  <a:cubicBezTo>
                    <a:pt x="1962" y="483476"/>
                    <a:pt x="1092" y="482967"/>
                    <a:pt x="557" y="482203"/>
                  </a:cubicBezTo>
                  <a:cubicBezTo>
                    <a:pt x="22" y="481413"/>
                    <a:pt x="-112" y="480442"/>
                    <a:pt x="89" y="479525"/>
                  </a:cubicBezTo>
                  <a:lnTo>
                    <a:pt x="104247" y="53578"/>
                  </a:lnTo>
                  <a:cubicBezTo>
                    <a:pt x="114757" y="21539"/>
                    <a:pt x="144679" y="-87"/>
                    <a:pt x="178416" y="0"/>
                  </a:cubicBezTo>
                  <a:lnTo>
                    <a:pt x="178885" y="0"/>
                  </a:lnTo>
                  <a:lnTo>
                    <a:pt x="346235" y="938"/>
                  </a:lnTo>
                  <a:cubicBezTo>
                    <a:pt x="389077" y="871"/>
                    <a:pt x="425827" y="31638"/>
                    <a:pt x="433257" y="73871"/>
                  </a:cubicBezTo>
                  <a:lnTo>
                    <a:pt x="472016" y="493991"/>
                  </a:lnTo>
                  <a:cubicBezTo>
                    <a:pt x="472149" y="495752"/>
                    <a:pt x="470944" y="497333"/>
                    <a:pt x="469204" y="497607"/>
                  </a:cubicBezTo>
                  <a:lnTo>
                    <a:pt x="406213" y="507653"/>
                  </a:lnTo>
                  <a:close/>
                  <a:moveTo>
                    <a:pt x="133232" y="350401"/>
                  </a:moveTo>
                  <a:lnTo>
                    <a:pt x="133232" y="350401"/>
                  </a:lnTo>
                  <a:lnTo>
                    <a:pt x="369932" y="353415"/>
                  </a:lnTo>
                  <a:cubicBezTo>
                    <a:pt x="371405" y="353388"/>
                    <a:pt x="372676" y="354353"/>
                    <a:pt x="373078" y="355759"/>
                  </a:cubicBezTo>
                  <a:cubicBezTo>
                    <a:pt x="374417" y="360112"/>
                    <a:pt x="405076" y="459768"/>
                    <a:pt x="408958" y="500286"/>
                  </a:cubicBezTo>
                  <a:lnTo>
                    <a:pt x="465255" y="491312"/>
                  </a:lnTo>
                  <a:lnTo>
                    <a:pt x="426831" y="74541"/>
                  </a:lnTo>
                  <a:cubicBezTo>
                    <a:pt x="419802" y="35717"/>
                    <a:pt x="385930" y="7515"/>
                    <a:pt x="346503" y="7568"/>
                  </a:cubicBezTo>
                  <a:lnTo>
                    <a:pt x="337131" y="7568"/>
                  </a:lnTo>
                  <a:lnTo>
                    <a:pt x="178751" y="6630"/>
                  </a:lnTo>
                  <a:lnTo>
                    <a:pt x="178350" y="6630"/>
                  </a:lnTo>
                  <a:cubicBezTo>
                    <a:pt x="147557" y="6570"/>
                    <a:pt x="120246" y="26320"/>
                    <a:pt x="110606" y="55587"/>
                  </a:cubicBezTo>
                  <a:lnTo>
                    <a:pt x="7385" y="477515"/>
                  </a:lnTo>
                  <a:lnTo>
                    <a:pt x="105184" y="490441"/>
                  </a:lnTo>
                  <a:lnTo>
                    <a:pt x="129885" y="353214"/>
                  </a:lnTo>
                  <a:cubicBezTo>
                    <a:pt x="130153" y="351560"/>
                    <a:pt x="131558" y="350348"/>
                    <a:pt x="133232" y="350401"/>
                  </a:cubicBezTo>
                  <a:close/>
                </a:path>
              </a:pathLst>
            </a:custGeom>
            <a:solidFill>
              <a:srgbClr val="0D274D"/>
            </a:solidFill>
            <a:ln w="6694"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5CBBF687-E3FD-5EB6-7564-497A42A0FAB3}"/>
                </a:ext>
              </a:extLst>
            </p:cNvPr>
            <p:cNvSpPr/>
            <p:nvPr/>
          </p:nvSpPr>
          <p:spPr>
            <a:xfrm>
              <a:off x="8379846" y="3501962"/>
              <a:ext cx="64634" cy="298302"/>
            </a:xfrm>
            <a:custGeom>
              <a:avLst/>
              <a:gdLst>
                <a:gd name="connsiteX0" fmla="*/ 41670 w 64634"/>
                <a:gd name="connsiteY0" fmla="*/ 298267 h 298302"/>
                <a:gd name="connsiteX1" fmla="*/ 3381 w 64634"/>
                <a:gd name="connsiteY1" fmla="*/ 298267 h 298302"/>
                <a:gd name="connsiteX2" fmla="*/ 837 w 64634"/>
                <a:gd name="connsiteY2" fmla="*/ 297062 h 298302"/>
                <a:gd name="connsiteX3" fmla="*/ 34 w 64634"/>
                <a:gd name="connsiteY3" fmla="*/ 294383 h 298302"/>
                <a:gd name="connsiteX4" fmla="*/ 20852 w 64634"/>
                <a:gd name="connsiteY4" fmla="*/ 153740 h 298302"/>
                <a:gd name="connsiteX5" fmla="*/ 45954 w 64634"/>
                <a:gd name="connsiteY5" fmla="*/ 41561 h 298302"/>
                <a:gd name="connsiteX6" fmla="*/ 57803 w 64634"/>
                <a:gd name="connsiteY6" fmla="*/ 2516 h 298302"/>
                <a:gd name="connsiteX7" fmla="*/ 62087 w 64634"/>
                <a:gd name="connsiteY7" fmla="*/ 138 h 298302"/>
                <a:gd name="connsiteX8" fmla="*/ 64497 w 64634"/>
                <a:gd name="connsiteY8" fmla="*/ 4458 h 298302"/>
                <a:gd name="connsiteX9" fmla="*/ 52715 w 64634"/>
                <a:gd name="connsiteY9" fmla="*/ 43504 h 298302"/>
                <a:gd name="connsiteX10" fmla="*/ 27814 w 64634"/>
                <a:gd name="connsiteY10" fmla="*/ 154745 h 298302"/>
                <a:gd name="connsiteX11" fmla="*/ 7732 w 64634"/>
                <a:gd name="connsiteY11" fmla="*/ 291235 h 298302"/>
                <a:gd name="connsiteX12" fmla="*/ 42139 w 64634"/>
                <a:gd name="connsiteY12" fmla="*/ 291235 h 298302"/>
                <a:gd name="connsiteX13" fmla="*/ 45486 w 64634"/>
                <a:gd name="connsiteY13" fmla="*/ 294584 h 298302"/>
                <a:gd name="connsiteX14" fmla="*/ 42540 w 64634"/>
                <a:gd name="connsiteY14" fmla="*/ 298281 h 298302"/>
                <a:gd name="connsiteX15" fmla="*/ 41670 w 64634"/>
                <a:gd name="connsiteY15" fmla="*/ 298267 h 298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634" h="298302">
                  <a:moveTo>
                    <a:pt x="41670" y="298267"/>
                  </a:moveTo>
                  <a:lnTo>
                    <a:pt x="3381" y="298267"/>
                  </a:lnTo>
                  <a:cubicBezTo>
                    <a:pt x="2376" y="298267"/>
                    <a:pt x="1440" y="297825"/>
                    <a:pt x="837" y="297062"/>
                  </a:cubicBezTo>
                  <a:cubicBezTo>
                    <a:pt x="168" y="296339"/>
                    <a:pt x="-101" y="295354"/>
                    <a:pt x="34" y="294383"/>
                  </a:cubicBezTo>
                  <a:lnTo>
                    <a:pt x="20852" y="153740"/>
                  </a:lnTo>
                  <a:cubicBezTo>
                    <a:pt x="26475" y="115787"/>
                    <a:pt x="34910" y="78296"/>
                    <a:pt x="45954" y="41561"/>
                  </a:cubicBezTo>
                  <a:lnTo>
                    <a:pt x="57803" y="2516"/>
                  </a:lnTo>
                  <a:cubicBezTo>
                    <a:pt x="58339" y="668"/>
                    <a:pt x="60279" y="-397"/>
                    <a:pt x="62087" y="138"/>
                  </a:cubicBezTo>
                  <a:cubicBezTo>
                    <a:pt x="63962" y="674"/>
                    <a:pt x="65033" y="2610"/>
                    <a:pt x="64497" y="4458"/>
                  </a:cubicBezTo>
                  <a:lnTo>
                    <a:pt x="52715" y="43504"/>
                  </a:lnTo>
                  <a:cubicBezTo>
                    <a:pt x="41670" y="79923"/>
                    <a:pt x="33369" y="117106"/>
                    <a:pt x="27814" y="154745"/>
                  </a:cubicBezTo>
                  <a:lnTo>
                    <a:pt x="7732" y="291235"/>
                  </a:lnTo>
                  <a:lnTo>
                    <a:pt x="42139" y="291235"/>
                  </a:lnTo>
                  <a:cubicBezTo>
                    <a:pt x="44014" y="291235"/>
                    <a:pt x="45486" y="292736"/>
                    <a:pt x="45486" y="294584"/>
                  </a:cubicBezTo>
                  <a:cubicBezTo>
                    <a:pt x="45687" y="296419"/>
                    <a:pt x="44348" y="298080"/>
                    <a:pt x="42540" y="298281"/>
                  </a:cubicBezTo>
                  <a:cubicBezTo>
                    <a:pt x="42273" y="298314"/>
                    <a:pt x="41938" y="298307"/>
                    <a:pt x="41670" y="298267"/>
                  </a:cubicBezTo>
                  <a:close/>
                </a:path>
              </a:pathLst>
            </a:custGeom>
            <a:solidFill>
              <a:srgbClr val="0D274D"/>
            </a:solidFill>
            <a:ln w="6694"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8DF20AA9-17D3-F7E6-2854-26F3C87E8E28}"/>
                </a:ext>
              </a:extLst>
            </p:cNvPr>
            <p:cNvSpPr/>
            <p:nvPr/>
          </p:nvSpPr>
          <p:spPr>
            <a:xfrm>
              <a:off x="8649445" y="3539504"/>
              <a:ext cx="12054" cy="263738"/>
            </a:xfrm>
            <a:custGeom>
              <a:avLst/>
              <a:gdLst>
                <a:gd name="connsiteX0" fmla="*/ 8772 w 12054"/>
                <a:gd name="connsiteY0" fmla="*/ 263738 h 263738"/>
                <a:gd name="connsiteX1" fmla="*/ 5425 w 12054"/>
                <a:gd name="connsiteY1" fmla="*/ 260457 h 263738"/>
                <a:gd name="connsiteX2" fmla="*/ 2 w 12054"/>
                <a:gd name="connsiteY2" fmla="*/ 3416 h 263738"/>
                <a:gd name="connsiteX3" fmla="*/ 3148 w 12054"/>
                <a:gd name="connsiteY3" fmla="*/ 0 h 263738"/>
                <a:gd name="connsiteX4" fmla="*/ 3282 w 12054"/>
                <a:gd name="connsiteY4" fmla="*/ 0 h 263738"/>
                <a:gd name="connsiteX5" fmla="*/ 3282 w 12054"/>
                <a:gd name="connsiteY5" fmla="*/ 0 h 263738"/>
                <a:gd name="connsiteX6" fmla="*/ 6629 w 12054"/>
                <a:gd name="connsiteY6" fmla="*/ 3282 h 263738"/>
                <a:gd name="connsiteX7" fmla="*/ 12052 w 12054"/>
                <a:gd name="connsiteY7" fmla="*/ 260323 h 263738"/>
                <a:gd name="connsiteX8" fmla="*/ 8772 w 12054"/>
                <a:gd name="connsiteY8" fmla="*/ 263738 h 263738"/>
                <a:gd name="connsiteX9" fmla="*/ 8772 w 12054"/>
                <a:gd name="connsiteY9" fmla="*/ 263738 h 2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54" h="263738">
                  <a:moveTo>
                    <a:pt x="8772" y="263738"/>
                  </a:moveTo>
                  <a:cubicBezTo>
                    <a:pt x="6964" y="263705"/>
                    <a:pt x="5491" y="262265"/>
                    <a:pt x="5425" y="260457"/>
                  </a:cubicBezTo>
                  <a:lnTo>
                    <a:pt x="2" y="3416"/>
                  </a:lnTo>
                  <a:cubicBezTo>
                    <a:pt x="-65" y="1607"/>
                    <a:pt x="1341" y="74"/>
                    <a:pt x="3148" y="0"/>
                  </a:cubicBezTo>
                  <a:cubicBezTo>
                    <a:pt x="3215" y="0"/>
                    <a:pt x="3215" y="0"/>
                    <a:pt x="3282" y="0"/>
                  </a:cubicBezTo>
                  <a:lnTo>
                    <a:pt x="3282" y="0"/>
                  </a:lnTo>
                  <a:cubicBezTo>
                    <a:pt x="5090" y="0"/>
                    <a:pt x="6562" y="1460"/>
                    <a:pt x="6629" y="3282"/>
                  </a:cubicBezTo>
                  <a:lnTo>
                    <a:pt x="12052" y="260323"/>
                  </a:lnTo>
                  <a:cubicBezTo>
                    <a:pt x="12119" y="262171"/>
                    <a:pt x="10646" y="263698"/>
                    <a:pt x="8772" y="263738"/>
                  </a:cubicBezTo>
                  <a:cubicBezTo>
                    <a:pt x="8772" y="263738"/>
                    <a:pt x="8772" y="263738"/>
                    <a:pt x="8772" y="263738"/>
                  </a:cubicBezTo>
                  <a:close/>
                </a:path>
              </a:pathLst>
            </a:custGeom>
            <a:solidFill>
              <a:srgbClr val="0D274D"/>
            </a:solidFill>
            <a:ln w="6694"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EE976FC0-4483-61B3-B02A-10311BA87017}"/>
                </a:ext>
              </a:extLst>
            </p:cNvPr>
            <p:cNvSpPr/>
            <p:nvPr/>
          </p:nvSpPr>
          <p:spPr>
            <a:xfrm>
              <a:off x="8612831" y="4687550"/>
              <a:ext cx="186628" cy="122962"/>
            </a:xfrm>
            <a:custGeom>
              <a:avLst/>
              <a:gdLst>
                <a:gd name="connsiteX0" fmla="*/ 186629 w 186628"/>
                <a:gd name="connsiteY0" fmla="*/ 102468 h 122962"/>
                <a:gd name="connsiteX1" fmla="*/ 150682 w 186628"/>
                <a:gd name="connsiteY1" fmla="*/ 122962 h 122962"/>
                <a:gd name="connsiteX2" fmla="*/ 4083 w 186628"/>
                <a:gd name="connsiteY2" fmla="*/ 96508 h 122962"/>
                <a:gd name="connsiteX3" fmla="*/ 0 w 186628"/>
                <a:gd name="connsiteY3" fmla="*/ 0 h 122962"/>
                <a:gd name="connsiteX4" fmla="*/ 92913 w 186628"/>
                <a:gd name="connsiteY4" fmla="*/ 1674 h 122962"/>
                <a:gd name="connsiteX5" fmla="*/ 92176 w 186628"/>
                <a:gd name="connsiteY5" fmla="*/ 65231 h 122962"/>
                <a:gd name="connsiteX6" fmla="*/ 105162 w 186628"/>
                <a:gd name="connsiteY6" fmla="*/ 81439 h 122962"/>
                <a:gd name="connsiteX7" fmla="*/ 168688 w 186628"/>
                <a:gd name="connsiteY7" fmla="*/ 97847 h 12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6628" h="122962">
                  <a:moveTo>
                    <a:pt x="186629" y="102468"/>
                  </a:moveTo>
                  <a:lnTo>
                    <a:pt x="150682" y="122962"/>
                  </a:lnTo>
                  <a:lnTo>
                    <a:pt x="4083" y="96508"/>
                  </a:lnTo>
                  <a:lnTo>
                    <a:pt x="0" y="0"/>
                  </a:lnTo>
                  <a:lnTo>
                    <a:pt x="92913" y="1674"/>
                  </a:lnTo>
                  <a:lnTo>
                    <a:pt x="92176" y="65231"/>
                  </a:lnTo>
                  <a:cubicBezTo>
                    <a:pt x="92444" y="72913"/>
                    <a:pt x="97732" y="79510"/>
                    <a:pt x="105162" y="81439"/>
                  </a:cubicBezTo>
                  <a:lnTo>
                    <a:pt x="168688" y="97847"/>
                  </a:lnTo>
                  <a:close/>
                </a:path>
              </a:pathLst>
            </a:custGeom>
            <a:solidFill>
              <a:srgbClr val="A8B2C0"/>
            </a:solidFill>
            <a:ln w="6694"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404EBFC2-096C-2E3D-0D6E-F0B76FA8667D}"/>
                </a:ext>
              </a:extLst>
            </p:cNvPr>
            <p:cNvSpPr/>
            <p:nvPr/>
          </p:nvSpPr>
          <p:spPr>
            <a:xfrm>
              <a:off x="8609350" y="4684469"/>
              <a:ext cx="198945" cy="129524"/>
            </a:xfrm>
            <a:custGeom>
              <a:avLst/>
              <a:gdLst>
                <a:gd name="connsiteX0" fmla="*/ 154765 w 198945"/>
                <a:gd name="connsiteY0" fmla="*/ 129525 h 129524"/>
                <a:gd name="connsiteX1" fmla="*/ 4351 w 198945"/>
                <a:gd name="connsiteY1" fmla="*/ 102736 h 129524"/>
                <a:gd name="connsiteX2" fmla="*/ 0 w 198945"/>
                <a:gd name="connsiteY2" fmla="*/ 0 h 129524"/>
                <a:gd name="connsiteX3" fmla="*/ 99808 w 198945"/>
                <a:gd name="connsiteY3" fmla="*/ 1741 h 129524"/>
                <a:gd name="connsiteX4" fmla="*/ 99004 w 198945"/>
                <a:gd name="connsiteY4" fmla="*/ 68714 h 129524"/>
                <a:gd name="connsiteX5" fmla="*/ 109514 w 198945"/>
                <a:gd name="connsiteY5" fmla="*/ 81640 h 129524"/>
                <a:gd name="connsiteX6" fmla="*/ 198945 w 198945"/>
                <a:gd name="connsiteY6" fmla="*/ 104678 h 129524"/>
                <a:gd name="connsiteX7" fmla="*/ 10777 w 198945"/>
                <a:gd name="connsiteY7" fmla="*/ 96775 h 129524"/>
                <a:gd name="connsiteX8" fmla="*/ 153560 w 198945"/>
                <a:gd name="connsiteY8" fmla="*/ 122493 h 129524"/>
                <a:gd name="connsiteX9" fmla="*/ 181273 w 198945"/>
                <a:gd name="connsiteY9" fmla="*/ 106687 h 129524"/>
                <a:gd name="connsiteX10" fmla="*/ 107639 w 198945"/>
                <a:gd name="connsiteY10" fmla="*/ 87801 h 129524"/>
                <a:gd name="connsiteX11" fmla="*/ 92109 w 198945"/>
                <a:gd name="connsiteY11" fmla="*/ 68446 h 129524"/>
                <a:gd name="connsiteX12" fmla="*/ 92846 w 198945"/>
                <a:gd name="connsiteY12" fmla="*/ 8170 h 129524"/>
                <a:gd name="connsiteX13" fmla="*/ 6761 w 198945"/>
                <a:gd name="connsiteY13" fmla="*/ 6630 h 129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8945" h="129524">
                  <a:moveTo>
                    <a:pt x="154765" y="129525"/>
                  </a:moveTo>
                  <a:lnTo>
                    <a:pt x="4351" y="102736"/>
                  </a:lnTo>
                  <a:lnTo>
                    <a:pt x="0" y="0"/>
                  </a:lnTo>
                  <a:lnTo>
                    <a:pt x="99808" y="1741"/>
                  </a:lnTo>
                  <a:lnTo>
                    <a:pt x="99004" y="68714"/>
                  </a:lnTo>
                  <a:cubicBezTo>
                    <a:pt x="99272" y="74868"/>
                    <a:pt x="103556" y="80113"/>
                    <a:pt x="109514" y="81640"/>
                  </a:cubicBezTo>
                  <a:lnTo>
                    <a:pt x="198945" y="104678"/>
                  </a:lnTo>
                  <a:close/>
                  <a:moveTo>
                    <a:pt x="10777" y="96775"/>
                  </a:moveTo>
                  <a:lnTo>
                    <a:pt x="153560" y="122493"/>
                  </a:lnTo>
                  <a:lnTo>
                    <a:pt x="181273" y="106687"/>
                  </a:lnTo>
                  <a:lnTo>
                    <a:pt x="107639" y="87801"/>
                  </a:lnTo>
                  <a:cubicBezTo>
                    <a:pt x="98736" y="85497"/>
                    <a:pt x="92444" y="77621"/>
                    <a:pt x="92109" y="68446"/>
                  </a:cubicBezTo>
                  <a:lnTo>
                    <a:pt x="92846" y="8170"/>
                  </a:lnTo>
                  <a:lnTo>
                    <a:pt x="6761" y="6630"/>
                  </a:lnTo>
                  <a:close/>
                </a:path>
              </a:pathLst>
            </a:custGeom>
            <a:solidFill>
              <a:srgbClr val="0D274D"/>
            </a:solidFill>
            <a:ln w="6694"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B7094FE5-0966-9C36-BF51-369301B2B98D}"/>
                </a:ext>
              </a:extLst>
            </p:cNvPr>
            <p:cNvSpPr/>
            <p:nvPr/>
          </p:nvSpPr>
          <p:spPr>
            <a:xfrm>
              <a:off x="8175512" y="4687215"/>
              <a:ext cx="207112" cy="127821"/>
            </a:xfrm>
            <a:custGeom>
              <a:avLst/>
              <a:gdLst>
                <a:gd name="connsiteX0" fmla="*/ 115873 w 207112"/>
                <a:gd name="connsiteY0" fmla="*/ 335 h 127821"/>
                <a:gd name="connsiteX1" fmla="*/ 207113 w 207112"/>
                <a:gd name="connsiteY1" fmla="*/ 335 h 127821"/>
                <a:gd name="connsiteX2" fmla="*/ 182545 w 207112"/>
                <a:gd name="connsiteY2" fmla="*/ 105616 h 127821"/>
                <a:gd name="connsiteX3" fmla="*/ 77517 w 207112"/>
                <a:gd name="connsiteY3" fmla="*/ 125708 h 127821"/>
                <a:gd name="connsiteX4" fmla="*/ 0 w 207112"/>
                <a:gd name="connsiteY4" fmla="*/ 113519 h 127821"/>
                <a:gd name="connsiteX5" fmla="*/ 0 w 207112"/>
                <a:gd name="connsiteY5" fmla="*/ 113519 h 127821"/>
                <a:gd name="connsiteX6" fmla="*/ 17873 w 207112"/>
                <a:gd name="connsiteY6" fmla="*/ 108696 h 127821"/>
                <a:gd name="connsiteX7" fmla="*/ 84813 w 207112"/>
                <a:gd name="connsiteY7" fmla="*/ 90279 h 127821"/>
                <a:gd name="connsiteX8" fmla="*/ 97532 w 207112"/>
                <a:gd name="connsiteY8" fmla="*/ 76884 h 127821"/>
                <a:gd name="connsiteX9" fmla="*/ 115739 w 207112"/>
                <a:gd name="connsiteY9" fmla="*/ 0 h 12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112" h="127821">
                  <a:moveTo>
                    <a:pt x="115873" y="335"/>
                  </a:moveTo>
                  <a:lnTo>
                    <a:pt x="207113" y="335"/>
                  </a:lnTo>
                  <a:lnTo>
                    <a:pt x="182545" y="105616"/>
                  </a:lnTo>
                  <a:lnTo>
                    <a:pt x="77517" y="125708"/>
                  </a:lnTo>
                  <a:cubicBezTo>
                    <a:pt x="51075" y="130851"/>
                    <a:pt x="23630" y="126538"/>
                    <a:pt x="0" y="113519"/>
                  </a:cubicBezTo>
                  <a:lnTo>
                    <a:pt x="0" y="113519"/>
                  </a:lnTo>
                  <a:lnTo>
                    <a:pt x="17873" y="108696"/>
                  </a:lnTo>
                  <a:lnTo>
                    <a:pt x="84813" y="90279"/>
                  </a:lnTo>
                  <a:cubicBezTo>
                    <a:pt x="91172" y="88491"/>
                    <a:pt x="96060" y="83348"/>
                    <a:pt x="97532" y="76884"/>
                  </a:cubicBezTo>
                  <a:lnTo>
                    <a:pt x="115739" y="0"/>
                  </a:lnTo>
                </a:path>
              </a:pathLst>
            </a:custGeom>
            <a:solidFill>
              <a:srgbClr val="A8B2C0"/>
            </a:solidFill>
            <a:ln w="6694"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DE401D1A-ED44-2A36-4917-AABF0F4152E6}"/>
                </a:ext>
              </a:extLst>
            </p:cNvPr>
            <p:cNvSpPr/>
            <p:nvPr/>
          </p:nvSpPr>
          <p:spPr>
            <a:xfrm>
              <a:off x="8166676" y="4684469"/>
              <a:ext cx="220031" cy="133945"/>
            </a:xfrm>
            <a:custGeom>
              <a:avLst/>
              <a:gdLst>
                <a:gd name="connsiteX0" fmla="*/ 64329 w 220031"/>
                <a:gd name="connsiteY0" fmla="*/ 133945 h 133945"/>
                <a:gd name="connsiteX1" fmla="*/ 7229 w 220031"/>
                <a:gd name="connsiteY1" fmla="*/ 119278 h 133945"/>
                <a:gd name="connsiteX2" fmla="*/ 0 w 220031"/>
                <a:gd name="connsiteY2" fmla="*/ 115260 h 133945"/>
                <a:gd name="connsiteX3" fmla="*/ 25839 w 220031"/>
                <a:gd name="connsiteY3" fmla="*/ 108562 h 133945"/>
                <a:gd name="connsiteX4" fmla="*/ 92779 w 220031"/>
                <a:gd name="connsiteY4" fmla="*/ 90078 h 133945"/>
                <a:gd name="connsiteX5" fmla="*/ 103088 w 220031"/>
                <a:gd name="connsiteY5" fmla="*/ 79429 h 133945"/>
                <a:gd name="connsiteX6" fmla="*/ 121897 w 220031"/>
                <a:gd name="connsiteY6" fmla="*/ 0 h 133945"/>
                <a:gd name="connsiteX7" fmla="*/ 220032 w 220031"/>
                <a:gd name="connsiteY7" fmla="*/ 0 h 133945"/>
                <a:gd name="connsiteX8" fmla="*/ 194126 w 220031"/>
                <a:gd name="connsiteY8" fmla="*/ 111241 h 133945"/>
                <a:gd name="connsiteX9" fmla="*/ 87022 w 220031"/>
                <a:gd name="connsiteY9" fmla="*/ 131802 h 133945"/>
                <a:gd name="connsiteX10" fmla="*/ 64329 w 220031"/>
                <a:gd name="connsiteY10" fmla="*/ 133945 h 133945"/>
                <a:gd name="connsiteX11" fmla="*/ 18140 w 220031"/>
                <a:gd name="connsiteY11" fmla="*/ 117269 h 133945"/>
                <a:gd name="connsiteX12" fmla="*/ 85750 w 220031"/>
                <a:gd name="connsiteY12" fmla="*/ 125239 h 133945"/>
                <a:gd name="connsiteX13" fmla="*/ 188637 w 220031"/>
                <a:gd name="connsiteY13" fmla="*/ 105482 h 133945"/>
                <a:gd name="connsiteX14" fmla="*/ 211731 w 220031"/>
                <a:gd name="connsiteY14" fmla="*/ 6429 h 133945"/>
                <a:gd name="connsiteX15" fmla="*/ 127186 w 220031"/>
                <a:gd name="connsiteY15" fmla="*/ 6429 h 133945"/>
                <a:gd name="connsiteX16" fmla="*/ 109648 w 220031"/>
                <a:gd name="connsiteY16" fmla="*/ 80702 h 133945"/>
                <a:gd name="connsiteX17" fmla="*/ 94586 w 220031"/>
                <a:gd name="connsiteY17" fmla="*/ 96307 h 13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0031" h="133945">
                  <a:moveTo>
                    <a:pt x="64329" y="133945"/>
                  </a:moveTo>
                  <a:cubicBezTo>
                    <a:pt x="44381" y="133972"/>
                    <a:pt x="24700" y="128929"/>
                    <a:pt x="7229" y="119278"/>
                  </a:cubicBezTo>
                  <a:lnTo>
                    <a:pt x="0" y="115260"/>
                  </a:lnTo>
                  <a:lnTo>
                    <a:pt x="25839" y="108562"/>
                  </a:lnTo>
                  <a:lnTo>
                    <a:pt x="92779" y="90078"/>
                  </a:lnTo>
                  <a:cubicBezTo>
                    <a:pt x="97933" y="88692"/>
                    <a:pt x="101882" y="84607"/>
                    <a:pt x="103088" y="79429"/>
                  </a:cubicBezTo>
                  <a:lnTo>
                    <a:pt x="121897" y="0"/>
                  </a:lnTo>
                  <a:lnTo>
                    <a:pt x="220032" y="0"/>
                  </a:lnTo>
                  <a:lnTo>
                    <a:pt x="194126" y="111241"/>
                  </a:lnTo>
                  <a:lnTo>
                    <a:pt x="87022" y="131802"/>
                  </a:lnTo>
                  <a:cubicBezTo>
                    <a:pt x="79525" y="133215"/>
                    <a:pt x="71960" y="133932"/>
                    <a:pt x="64329" y="133945"/>
                  </a:cubicBezTo>
                  <a:close/>
                  <a:moveTo>
                    <a:pt x="18140" y="117269"/>
                  </a:moveTo>
                  <a:cubicBezTo>
                    <a:pt x="39294" y="126853"/>
                    <a:pt x="62924" y="129639"/>
                    <a:pt x="85750" y="125239"/>
                  </a:cubicBezTo>
                  <a:lnTo>
                    <a:pt x="188637" y="105482"/>
                  </a:lnTo>
                  <a:lnTo>
                    <a:pt x="211731" y="6429"/>
                  </a:lnTo>
                  <a:lnTo>
                    <a:pt x="127186" y="6429"/>
                  </a:lnTo>
                  <a:lnTo>
                    <a:pt x="109648" y="80702"/>
                  </a:lnTo>
                  <a:cubicBezTo>
                    <a:pt x="107840" y="88263"/>
                    <a:pt x="102083" y="94244"/>
                    <a:pt x="94586" y="96307"/>
                  </a:cubicBezTo>
                  <a:close/>
                </a:path>
              </a:pathLst>
            </a:custGeom>
            <a:solidFill>
              <a:srgbClr val="0D274D"/>
            </a:solidFill>
            <a:ln w="6694"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9A0564A3-15C0-0E8F-B47F-E41321D64911}"/>
                </a:ext>
              </a:extLst>
            </p:cNvPr>
            <p:cNvSpPr/>
            <p:nvPr/>
          </p:nvSpPr>
          <p:spPr>
            <a:xfrm>
              <a:off x="8130796" y="4792831"/>
              <a:ext cx="227394" cy="49432"/>
            </a:xfrm>
            <a:custGeom>
              <a:avLst/>
              <a:gdLst>
                <a:gd name="connsiteX0" fmla="*/ 0 w 227394"/>
                <a:gd name="connsiteY0" fmla="*/ 34357 h 49432"/>
                <a:gd name="connsiteX1" fmla="*/ 16936 w 227394"/>
                <a:gd name="connsiteY1" fmla="*/ 49426 h 49432"/>
                <a:gd name="connsiteX2" fmla="*/ 203632 w 227394"/>
                <a:gd name="connsiteY2" fmla="*/ 47283 h 49432"/>
                <a:gd name="connsiteX3" fmla="*/ 220701 w 227394"/>
                <a:gd name="connsiteY3" fmla="*/ 30338 h 49432"/>
                <a:gd name="connsiteX4" fmla="*/ 227395 w 227394"/>
                <a:gd name="connsiteY4" fmla="*/ 0 h 49432"/>
                <a:gd name="connsiteX5" fmla="*/ 122366 w 227394"/>
                <a:gd name="connsiteY5" fmla="*/ 20092 h 49432"/>
                <a:gd name="connsiteX6" fmla="*/ 44849 w 227394"/>
                <a:gd name="connsiteY6" fmla="*/ 7903 h 49432"/>
                <a:gd name="connsiteX7" fmla="*/ 44849 w 227394"/>
                <a:gd name="connsiteY7" fmla="*/ 7903 h 49432"/>
                <a:gd name="connsiteX8" fmla="*/ 12986 w 227394"/>
                <a:gd name="connsiteY8" fmla="*/ 16475 h 49432"/>
                <a:gd name="connsiteX9" fmla="*/ 134 w 227394"/>
                <a:gd name="connsiteY9" fmla="*/ 34290 h 49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394" h="49432">
                  <a:moveTo>
                    <a:pt x="0" y="34357"/>
                  </a:moveTo>
                  <a:cubicBezTo>
                    <a:pt x="803" y="43070"/>
                    <a:pt x="8166" y="49674"/>
                    <a:pt x="16936" y="49426"/>
                  </a:cubicBezTo>
                  <a:lnTo>
                    <a:pt x="203632" y="47283"/>
                  </a:lnTo>
                  <a:cubicBezTo>
                    <a:pt x="212936" y="47109"/>
                    <a:pt x="220433" y="39641"/>
                    <a:pt x="220701" y="30338"/>
                  </a:cubicBezTo>
                  <a:lnTo>
                    <a:pt x="227395" y="0"/>
                  </a:lnTo>
                  <a:lnTo>
                    <a:pt x="122366" y="20092"/>
                  </a:lnTo>
                  <a:cubicBezTo>
                    <a:pt x="95925" y="25235"/>
                    <a:pt x="68479" y="20922"/>
                    <a:pt x="44849" y="7903"/>
                  </a:cubicBezTo>
                  <a:lnTo>
                    <a:pt x="44849" y="7903"/>
                  </a:lnTo>
                  <a:lnTo>
                    <a:pt x="12986" y="16475"/>
                  </a:lnTo>
                  <a:cubicBezTo>
                    <a:pt x="5020" y="18638"/>
                    <a:pt x="-335" y="26066"/>
                    <a:pt x="134" y="34290"/>
                  </a:cubicBezTo>
                  <a:close/>
                </a:path>
              </a:pathLst>
            </a:custGeom>
            <a:solidFill>
              <a:srgbClr val="0D274D"/>
            </a:solidFill>
            <a:ln w="6694"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2862041-9FA1-CDD2-9D87-47EC7E1E8FFA}"/>
                </a:ext>
              </a:extLst>
            </p:cNvPr>
            <p:cNvSpPr/>
            <p:nvPr/>
          </p:nvSpPr>
          <p:spPr>
            <a:xfrm>
              <a:off x="8127418" y="4789293"/>
              <a:ext cx="234010" cy="56312"/>
            </a:xfrm>
            <a:custGeom>
              <a:avLst/>
              <a:gdLst>
                <a:gd name="connsiteX0" fmla="*/ 20113 w 234010"/>
                <a:gd name="connsiteY0" fmla="*/ 56312 h 56312"/>
                <a:gd name="connsiteX1" fmla="*/ 31 w 234010"/>
                <a:gd name="connsiteY1" fmla="*/ 38096 h 56312"/>
                <a:gd name="connsiteX2" fmla="*/ 31 w 234010"/>
                <a:gd name="connsiteY2" fmla="*/ 38096 h 56312"/>
                <a:gd name="connsiteX3" fmla="*/ 15361 w 234010"/>
                <a:gd name="connsiteY3" fmla="*/ 16865 h 56312"/>
                <a:gd name="connsiteX4" fmla="*/ 47224 w 234010"/>
                <a:gd name="connsiteY4" fmla="*/ 8293 h 56312"/>
                <a:gd name="connsiteX5" fmla="*/ 49701 w 234010"/>
                <a:gd name="connsiteY5" fmla="*/ 8293 h 56312"/>
                <a:gd name="connsiteX6" fmla="*/ 125009 w 234010"/>
                <a:gd name="connsiteY6" fmla="*/ 20147 h 56312"/>
                <a:gd name="connsiteX7" fmla="*/ 230037 w 234010"/>
                <a:gd name="connsiteY7" fmla="*/ 55 h 56312"/>
                <a:gd name="connsiteX8" fmla="*/ 233049 w 234010"/>
                <a:gd name="connsiteY8" fmla="*/ 993 h 56312"/>
                <a:gd name="connsiteX9" fmla="*/ 233919 w 234010"/>
                <a:gd name="connsiteY9" fmla="*/ 4073 h 56312"/>
                <a:gd name="connsiteX10" fmla="*/ 227225 w 234010"/>
                <a:gd name="connsiteY10" fmla="*/ 34345 h 56312"/>
                <a:gd name="connsiteX11" fmla="*/ 207143 w 234010"/>
                <a:gd name="connsiteY11" fmla="*/ 53968 h 56312"/>
                <a:gd name="connsiteX12" fmla="*/ 20448 w 234010"/>
                <a:gd name="connsiteY12" fmla="*/ 56111 h 56312"/>
                <a:gd name="connsiteX13" fmla="*/ 6725 w 234010"/>
                <a:gd name="connsiteY13" fmla="*/ 37627 h 56312"/>
                <a:gd name="connsiteX14" fmla="*/ 20113 w 234010"/>
                <a:gd name="connsiteY14" fmla="*/ 49615 h 56312"/>
                <a:gd name="connsiteX15" fmla="*/ 206876 w 234010"/>
                <a:gd name="connsiteY15" fmla="*/ 47472 h 56312"/>
                <a:gd name="connsiteX16" fmla="*/ 220264 w 234010"/>
                <a:gd name="connsiteY16" fmla="*/ 34077 h 56312"/>
                <a:gd name="connsiteX17" fmla="*/ 225820 w 234010"/>
                <a:gd name="connsiteY17" fmla="*/ 8025 h 56312"/>
                <a:gd name="connsiteX18" fmla="*/ 126280 w 234010"/>
                <a:gd name="connsiteY18" fmla="*/ 26978 h 56312"/>
                <a:gd name="connsiteX19" fmla="*/ 47693 w 234010"/>
                <a:gd name="connsiteY19" fmla="*/ 15124 h 56312"/>
                <a:gd name="connsiteX20" fmla="*/ 17034 w 234010"/>
                <a:gd name="connsiteY20" fmla="*/ 23295 h 56312"/>
                <a:gd name="connsiteX21" fmla="*/ 9670 w 234010"/>
                <a:gd name="connsiteY21" fmla="*/ 28184 h 56312"/>
                <a:gd name="connsiteX22" fmla="*/ 6725 w 234010"/>
                <a:gd name="connsiteY22" fmla="*/ 37627 h 5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4010" h="56312">
                  <a:moveTo>
                    <a:pt x="20113" y="56312"/>
                  </a:moveTo>
                  <a:cubicBezTo>
                    <a:pt x="9737" y="56359"/>
                    <a:pt x="1036" y="48456"/>
                    <a:pt x="31" y="38096"/>
                  </a:cubicBezTo>
                  <a:lnTo>
                    <a:pt x="31" y="38096"/>
                  </a:lnTo>
                  <a:cubicBezTo>
                    <a:pt x="-504" y="28291"/>
                    <a:pt x="5855" y="19444"/>
                    <a:pt x="15361" y="16865"/>
                  </a:cubicBezTo>
                  <a:lnTo>
                    <a:pt x="47224" y="8293"/>
                  </a:lnTo>
                  <a:cubicBezTo>
                    <a:pt x="48028" y="7951"/>
                    <a:pt x="48897" y="7951"/>
                    <a:pt x="49701" y="8293"/>
                  </a:cubicBezTo>
                  <a:cubicBezTo>
                    <a:pt x="72661" y="20931"/>
                    <a:pt x="99303" y="25130"/>
                    <a:pt x="125009" y="20147"/>
                  </a:cubicBezTo>
                  <a:lnTo>
                    <a:pt x="230037" y="55"/>
                  </a:lnTo>
                  <a:cubicBezTo>
                    <a:pt x="231108" y="-146"/>
                    <a:pt x="232246" y="209"/>
                    <a:pt x="233049" y="993"/>
                  </a:cubicBezTo>
                  <a:cubicBezTo>
                    <a:pt x="233852" y="1797"/>
                    <a:pt x="234187" y="2968"/>
                    <a:pt x="233919" y="4073"/>
                  </a:cubicBezTo>
                  <a:lnTo>
                    <a:pt x="227225" y="34345"/>
                  </a:lnTo>
                  <a:cubicBezTo>
                    <a:pt x="226690" y="45141"/>
                    <a:pt x="217921" y="53700"/>
                    <a:pt x="207143" y="53968"/>
                  </a:cubicBezTo>
                  <a:lnTo>
                    <a:pt x="20448" y="56111"/>
                  </a:lnTo>
                  <a:close/>
                  <a:moveTo>
                    <a:pt x="6725" y="37627"/>
                  </a:moveTo>
                  <a:cubicBezTo>
                    <a:pt x="7462" y="44472"/>
                    <a:pt x="13218" y="49655"/>
                    <a:pt x="20113" y="49615"/>
                  </a:cubicBezTo>
                  <a:lnTo>
                    <a:pt x="206876" y="47472"/>
                  </a:lnTo>
                  <a:cubicBezTo>
                    <a:pt x="214105" y="47137"/>
                    <a:pt x="219929" y="41331"/>
                    <a:pt x="220264" y="34077"/>
                  </a:cubicBezTo>
                  <a:lnTo>
                    <a:pt x="225820" y="8025"/>
                  </a:lnTo>
                  <a:lnTo>
                    <a:pt x="126280" y="26978"/>
                  </a:lnTo>
                  <a:cubicBezTo>
                    <a:pt x="99504" y="32162"/>
                    <a:pt x="71724" y="27976"/>
                    <a:pt x="47693" y="15124"/>
                  </a:cubicBezTo>
                  <a:lnTo>
                    <a:pt x="17034" y="23295"/>
                  </a:lnTo>
                  <a:cubicBezTo>
                    <a:pt x="14156" y="24119"/>
                    <a:pt x="11545" y="25826"/>
                    <a:pt x="9670" y="28184"/>
                  </a:cubicBezTo>
                  <a:cubicBezTo>
                    <a:pt x="7596" y="30862"/>
                    <a:pt x="6524" y="34225"/>
                    <a:pt x="6725" y="37627"/>
                  </a:cubicBezTo>
                  <a:close/>
                </a:path>
              </a:pathLst>
            </a:custGeom>
            <a:solidFill>
              <a:srgbClr val="0D274D"/>
            </a:solidFill>
            <a:ln w="6694"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A195259C-6C16-22CC-F087-CEA4107E7CE4}"/>
                </a:ext>
              </a:extLst>
            </p:cNvPr>
            <p:cNvSpPr/>
            <p:nvPr/>
          </p:nvSpPr>
          <p:spPr>
            <a:xfrm>
              <a:off x="8617182" y="4784057"/>
              <a:ext cx="227205" cy="47081"/>
            </a:xfrm>
            <a:custGeom>
              <a:avLst/>
              <a:gdLst>
                <a:gd name="connsiteX0" fmla="*/ 227194 w 227205"/>
                <a:gd name="connsiteY0" fmla="*/ 30338 h 47081"/>
                <a:gd name="connsiteX1" fmla="*/ 211664 w 227205"/>
                <a:gd name="connsiteY1" fmla="*/ 47068 h 47081"/>
                <a:gd name="connsiteX2" fmla="*/ 210994 w 227205"/>
                <a:gd name="connsiteY2" fmla="*/ 47082 h 47081"/>
                <a:gd name="connsiteX3" fmla="*/ 18073 w 227205"/>
                <a:gd name="connsiteY3" fmla="*/ 47082 h 47081"/>
                <a:gd name="connsiteX4" fmla="*/ 870 w 227205"/>
                <a:gd name="connsiteY4" fmla="*/ 30338 h 47081"/>
                <a:gd name="connsiteX5" fmla="*/ 0 w 227205"/>
                <a:gd name="connsiteY5" fmla="*/ 0 h 47081"/>
                <a:gd name="connsiteX6" fmla="*/ 106033 w 227205"/>
                <a:gd name="connsiteY6" fmla="*/ 19154 h 47081"/>
                <a:gd name="connsiteX7" fmla="*/ 178327 w 227205"/>
                <a:gd name="connsiteY7" fmla="*/ 8305 h 47081"/>
                <a:gd name="connsiteX8" fmla="*/ 182545 w 227205"/>
                <a:gd name="connsiteY8" fmla="*/ 5960 h 47081"/>
                <a:gd name="connsiteX9" fmla="*/ 214542 w 227205"/>
                <a:gd name="connsiteY9" fmla="*/ 14198 h 47081"/>
                <a:gd name="connsiteX10" fmla="*/ 223713 w 227205"/>
                <a:gd name="connsiteY10" fmla="*/ 20092 h 47081"/>
                <a:gd name="connsiteX11" fmla="*/ 227194 w 227205"/>
                <a:gd name="connsiteY11" fmla="*/ 30338 h 47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7205" h="47081">
                  <a:moveTo>
                    <a:pt x="227194" y="30338"/>
                  </a:moveTo>
                  <a:cubicBezTo>
                    <a:pt x="227529" y="39246"/>
                    <a:pt x="220567" y="46740"/>
                    <a:pt x="211664" y="47068"/>
                  </a:cubicBezTo>
                  <a:cubicBezTo>
                    <a:pt x="211463" y="47082"/>
                    <a:pt x="211195" y="47082"/>
                    <a:pt x="210994" y="47082"/>
                  </a:cubicBezTo>
                  <a:lnTo>
                    <a:pt x="18073" y="47082"/>
                  </a:lnTo>
                  <a:cubicBezTo>
                    <a:pt x="8769" y="47015"/>
                    <a:pt x="1204" y="39628"/>
                    <a:pt x="870" y="30338"/>
                  </a:cubicBezTo>
                  <a:lnTo>
                    <a:pt x="0" y="0"/>
                  </a:lnTo>
                  <a:lnTo>
                    <a:pt x="106033" y="19154"/>
                  </a:lnTo>
                  <a:cubicBezTo>
                    <a:pt x="130666" y="24170"/>
                    <a:pt x="156238" y="20333"/>
                    <a:pt x="178327" y="8305"/>
                  </a:cubicBezTo>
                  <a:lnTo>
                    <a:pt x="182545" y="5960"/>
                  </a:lnTo>
                  <a:lnTo>
                    <a:pt x="214542" y="14198"/>
                  </a:lnTo>
                  <a:cubicBezTo>
                    <a:pt x="218157" y="15129"/>
                    <a:pt x="221370" y="17199"/>
                    <a:pt x="223713" y="20092"/>
                  </a:cubicBezTo>
                  <a:cubicBezTo>
                    <a:pt x="225989" y="23039"/>
                    <a:pt x="227194" y="26635"/>
                    <a:pt x="227194" y="30338"/>
                  </a:cubicBezTo>
                  <a:close/>
                </a:path>
              </a:pathLst>
            </a:custGeom>
            <a:solidFill>
              <a:srgbClr val="0D274D"/>
            </a:solidFill>
            <a:ln w="6694"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C67B806F-90E9-4F88-74E8-F31488FF6D40}"/>
                </a:ext>
              </a:extLst>
            </p:cNvPr>
            <p:cNvSpPr/>
            <p:nvPr/>
          </p:nvSpPr>
          <p:spPr>
            <a:xfrm>
              <a:off x="8613835" y="4780607"/>
              <a:ext cx="234169" cy="54014"/>
            </a:xfrm>
            <a:custGeom>
              <a:avLst/>
              <a:gdLst>
                <a:gd name="connsiteX0" fmla="*/ 214341 w 234169"/>
                <a:gd name="connsiteY0" fmla="*/ 53880 h 54014"/>
                <a:gd name="connsiteX1" fmla="*/ 21420 w 234169"/>
                <a:gd name="connsiteY1" fmla="*/ 53880 h 54014"/>
                <a:gd name="connsiteX2" fmla="*/ 870 w 234169"/>
                <a:gd name="connsiteY2" fmla="*/ 33788 h 54014"/>
                <a:gd name="connsiteX3" fmla="*/ 0 w 234169"/>
                <a:gd name="connsiteY3" fmla="*/ 3450 h 54014"/>
                <a:gd name="connsiteX4" fmla="*/ 1137 w 234169"/>
                <a:gd name="connsiteY4" fmla="*/ 838 h 54014"/>
                <a:gd name="connsiteX5" fmla="*/ 3949 w 234169"/>
                <a:gd name="connsiteY5" fmla="*/ 34 h 54014"/>
                <a:gd name="connsiteX6" fmla="*/ 109982 w 234169"/>
                <a:gd name="connsiteY6" fmla="*/ 19188 h 54014"/>
                <a:gd name="connsiteX7" fmla="*/ 180001 w 234169"/>
                <a:gd name="connsiteY7" fmla="*/ 8741 h 54014"/>
                <a:gd name="connsiteX8" fmla="*/ 184218 w 234169"/>
                <a:gd name="connsiteY8" fmla="*/ 6330 h 54014"/>
                <a:gd name="connsiteX9" fmla="*/ 186762 w 234169"/>
                <a:gd name="connsiteY9" fmla="*/ 6330 h 54014"/>
                <a:gd name="connsiteX10" fmla="*/ 218692 w 234169"/>
                <a:gd name="connsiteY10" fmla="*/ 14567 h 54014"/>
                <a:gd name="connsiteX11" fmla="*/ 234156 w 234169"/>
                <a:gd name="connsiteY11" fmla="*/ 33923 h 54014"/>
                <a:gd name="connsiteX12" fmla="*/ 234156 w 234169"/>
                <a:gd name="connsiteY12" fmla="*/ 33923 h 54014"/>
                <a:gd name="connsiteX13" fmla="*/ 215412 w 234169"/>
                <a:gd name="connsiteY13" fmla="*/ 54001 h 54014"/>
                <a:gd name="connsiteX14" fmla="*/ 214609 w 234169"/>
                <a:gd name="connsiteY14" fmla="*/ 54014 h 54014"/>
                <a:gd name="connsiteX15" fmla="*/ 6827 w 234169"/>
                <a:gd name="connsiteY15" fmla="*/ 7535 h 54014"/>
                <a:gd name="connsiteX16" fmla="*/ 7564 w 234169"/>
                <a:gd name="connsiteY16" fmla="*/ 33721 h 54014"/>
                <a:gd name="connsiteX17" fmla="*/ 21420 w 234169"/>
                <a:gd name="connsiteY17" fmla="*/ 47116 h 54014"/>
                <a:gd name="connsiteX18" fmla="*/ 214609 w 234169"/>
                <a:gd name="connsiteY18" fmla="*/ 47116 h 54014"/>
                <a:gd name="connsiteX19" fmla="*/ 223847 w 234169"/>
                <a:gd name="connsiteY19" fmla="*/ 43232 h 54014"/>
                <a:gd name="connsiteX20" fmla="*/ 227462 w 234169"/>
                <a:gd name="connsiteY20" fmla="*/ 33856 h 54014"/>
                <a:gd name="connsiteX21" fmla="*/ 227462 w 234169"/>
                <a:gd name="connsiteY21" fmla="*/ 33856 h 54014"/>
                <a:gd name="connsiteX22" fmla="*/ 217019 w 234169"/>
                <a:gd name="connsiteY22" fmla="*/ 20461 h 54014"/>
                <a:gd name="connsiteX23" fmla="*/ 186361 w 234169"/>
                <a:gd name="connsiteY23" fmla="*/ 12558 h 54014"/>
                <a:gd name="connsiteX24" fmla="*/ 183348 w 234169"/>
                <a:gd name="connsiteY24" fmla="*/ 14300 h 54014"/>
                <a:gd name="connsiteX25" fmla="*/ 108777 w 234169"/>
                <a:gd name="connsiteY25" fmla="*/ 25484 h 54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4169" h="54014">
                  <a:moveTo>
                    <a:pt x="214341" y="53880"/>
                  </a:moveTo>
                  <a:lnTo>
                    <a:pt x="21420" y="53880"/>
                  </a:lnTo>
                  <a:cubicBezTo>
                    <a:pt x="10308" y="53813"/>
                    <a:pt x="1204" y="44933"/>
                    <a:pt x="870" y="33788"/>
                  </a:cubicBezTo>
                  <a:lnTo>
                    <a:pt x="0" y="3450"/>
                  </a:lnTo>
                  <a:cubicBezTo>
                    <a:pt x="0" y="2452"/>
                    <a:pt x="401" y="1501"/>
                    <a:pt x="1137" y="838"/>
                  </a:cubicBezTo>
                  <a:cubicBezTo>
                    <a:pt x="1941" y="189"/>
                    <a:pt x="2945" y="-106"/>
                    <a:pt x="3949" y="34"/>
                  </a:cubicBezTo>
                  <a:lnTo>
                    <a:pt x="109982" y="19188"/>
                  </a:lnTo>
                  <a:cubicBezTo>
                    <a:pt x="133813" y="23997"/>
                    <a:pt x="158580" y="20300"/>
                    <a:pt x="180001" y="8741"/>
                  </a:cubicBezTo>
                  <a:lnTo>
                    <a:pt x="184218" y="6330"/>
                  </a:lnTo>
                  <a:cubicBezTo>
                    <a:pt x="185021" y="6035"/>
                    <a:pt x="185959" y="6035"/>
                    <a:pt x="186762" y="6330"/>
                  </a:cubicBezTo>
                  <a:lnTo>
                    <a:pt x="218692" y="14567"/>
                  </a:lnTo>
                  <a:cubicBezTo>
                    <a:pt x="227596" y="16838"/>
                    <a:pt x="233888" y="24740"/>
                    <a:pt x="234156" y="33923"/>
                  </a:cubicBezTo>
                  <a:lnTo>
                    <a:pt x="234156" y="33923"/>
                  </a:lnTo>
                  <a:cubicBezTo>
                    <a:pt x="234557" y="44645"/>
                    <a:pt x="226123" y="53633"/>
                    <a:pt x="215412" y="54001"/>
                  </a:cubicBezTo>
                  <a:cubicBezTo>
                    <a:pt x="215144" y="54014"/>
                    <a:pt x="214877" y="54014"/>
                    <a:pt x="214609" y="54014"/>
                  </a:cubicBezTo>
                  <a:close/>
                  <a:moveTo>
                    <a:pt x="6827" y="7535"/>
                  </a:moveTo>
                  <a:lnTo>
                    <a:pt x="7564" y="33721"/>
                  </a:lnTo>
                  <a:cubicBezTo>
                    <a:pt x="7831" y="41182"/>
                    <a:pt x="13990" y="47082"/>
                    <a:pt x="21420" y="47116"/>
                  </a:cubicBezTo>
                  <a:lnTo>
                    <a:pt x="214609" y="47116"/>
                  </a:lnTo>
                  <a:cubicBezTo>
                    <a:pt x="218090" y="47129"/>
                    <a:pt x="221437" y="45730"/>
                    <a:pt x="223847" y="43232"/>
                  </a:cubicBezTo>
                  <a:cubicBezTo>
                    <a:pt x="226324" y="40754"/>
                    <a:pt x="227596" y="37352"/>
                    <a:pt x="227462" y="33856"/>
                  </a:cubicBezTo>
                  <a:lnTo>
                    <a:pt x="227462" y="33856"/>
                  </a:lnTo>
                  <a:cubicBezTo>
                    <a:pt x="227395" y="27540"/>
                    <a:pt x="223111" y="22042"/>
                    <a:pt x="217019" y="20461"/>
                  </a:cubicBezTo>
                  <a:lnTo>
                    <a:pt x="186361" y="12558"/>
                  </a:lnTo>
                  <a:lnTo>
                    <a:pt x="183348" y="14300"/>
                  </a:lnTo>
                  <a:cubicBezTo>
                    <a:pt x="160522" y="26596"/>
                    <a:pt x="134147" y="30554"/>
                    <a:pt x="108777" y="25484"/>
                  </a:cubicBezTo>
                  <a:close/>
                </a:path>
              </a:pathLst>
            </a:custGeom>
            <a:solidFill>
              <a:srgbClr val="0D274D"/>
            </a:solidFill>
            <a:ln w="6694"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42A3AF67-04AF-DAF1-2764-E10D00D710F1}"/>
                </a:ext>
              </a:extLst>
            </p:cNvPr>
            <p:cNvSpPr/>
            <p:nvPr/>
          </p:nvSpPr>
          <p:spPr>
            <a:xfrm>
              <a:off x="8587393" y="3326819"/>
              <a:ext cx="25191" cy="36569"/>
            </a:xfrm>
            <a:custGeom>
              <a:avLst/>
              <a:gdLst>
                <a:gd name="connsiteX0" fmla="*/ 0 w 25191"/>
                <a:gd name="connsiteY0" fmla="*/ 35208 h 36569"/>
                <a:gd name="connsiteX1" fmla="*/ 23831 w 25191"/>
                <a:gd name="connsiteY1" fmla="*/ 25202 h 36569"/>
                <a:gd name="connsiteX2" fmla="*/ 13857 w 25191"/>
                <a:gd name="connsiteY2" fmla="*/ 1360 h 36569"/>
                <a:gd name="connsiteX3" fmla="*/ 803 w 25191"/>
                <a:gd name="connsiteY3" fmla="*/ 1051 h 36569"/>
              </a:gdLst>
              <a:ahLst/>
              <a:cxnLst>
                <a:cxn ang="0">
                  <a:pos x="connsiteX0" y="connsiteY0"/>
                </a:cxn>
                <a:cxn ang="0">
                  <a:pos x="connsiteX1" y="connsiteY1"/>
                </a:cxn>
                <a:cxn ang="0">
                  <a:pos x="connsiteX2" y="connsiteY2"/>
                </a:cxn>
                <a:cxn ang="0">
                  <a:pos x="connsiteX3" y="connsiteY3"/>
                </a:cxn>
              </a:cxnLst>
              <a:rect l="l" t="t" r="r" b="b"/>
              <a:pathLst>
                <a:path w="25191" h="36569">
                  <a:moveTo>
                    <a:pt x="0" y="35208"/>
                  </a:moveTo>
                  <a:cubicBezTo>
                    <a:pt x="9372" y="39025"/>
                    <a:pt x="20015" y="34545"/>
                    <a:pt x="23831" y="25202"/>
                  </a:cubicBezTo>
                  <a:cubicBezTo>
                    <a:pt x="27646" y="15852"/>
                    <a:pt x="23162" y="5177"/>
                    <a:pt x="13857" y="1360"/>
                  </a:cubicBezTo>
                  <a:cubicBezTo>
                    <a:pt x="9640" y="-342"/>
                    <a:pt x="5020" y="-449"/>
                    <a:pt x="803" y="1051"/>
                  </a:cubicBezTo>
                </a:path>
              </a:pathLst>
            </a:custGeom>
            <a:solidFill>
              <a:srgbClr val="A8B2C0"/>
            </a:solidFill>
            <a:ln w="6694"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D067D26A-C1A0-8047-44DE-91F0051AA0E1}"/>
                </a:ext>
              </a:extLst>
            </p:cNvPr>
            <p:cNvSpPr/>
            <p:nvPr/>
          </p:nvSpPr>
          <p:spPr>
            <a:xfrm>
              <a:off x="8586122" y="3323558"/>
              <a:ext cx="29654" cy="43223"/>
            </a:xfrm>
            <a:custGeom>
              <a:avLst/>
              <a:gdLst>
                <a:gd name="connsiteX0" fmla="*/ 8099 w 29654"/>
                <a:gd name="connsiteY0" fmla="*/ 43224 h 43223"/>
                <a:gd name="connsiteX1" fmla="*/ 0 w 29654"/>
                <a:gd name="connsiteY1" fmla="*/ 41617 h 43223"/>
                <a:gd name="connsiteX2" fmla="*/ 2544 w 29654"/>
                <a:gd name="connsiteY2" fmla="*/ 35455 h 43223"/>
                <a:gd name="connsiteX3" fmla="*/ 21755 w 29654"/>
                <a:gd name="connsiteY3" fmla="*/ 26996 h 43223"/>
                <a:gd name="connsiteX4" fmla="*/ 13321 w 29654"/>
                <a:gd name="connsiteY4" fmla="*/ 7748 h 43223"/>
                <a:gd name="connsiteX5" fmla="*/ 3146 w 29654"/>
                <a:gd name="connsiteY5" fmla="*/ 7528 h 43223"/>
                <a:gd name="connsiteX6" fmla="*/ 937 w 29654"/>
                <a:gd name="connsiteY6" fmla="*/ 1232 h 43223"/>
                <a:gd name="connsiteX7" fmla="*/ 28449 w 29654"/>
                <a:gd name="connsiteY7" fmla="*/ 14399 h 43223"/>
                <a:gd name="connsiteX8" fmla="*/ 28449 w 29654"/>
                <a:gd name="connsiteY8" fmla="*/ 28691 h 43223"/>
                <a:gd name="connsiteX9" fmla="*/ 17002 w 29654"/>
                <a:gd name="connsiteY9" fmla="*/ 41282 h 43223"/>
                <a:gd name="connsiteX10" fmla="*/ 8099 w 29654"/>
                <a:gd name="connsiteY10" fmla="*/ 43224 h 43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54" h="43223">
                  <a:moveTo>
                    <a:pt x="8099" y="43224"/>
                  </a:moveTo>
                  <a:cubicBezTo>
                    <a:pt x="5288" y="43224"/>
                    <a:pt x="2544" y="42675"/>
                    <a:pt x="0" y="41617"/>
                  </a:cubicBezTo>
                  <a:lnTo>
                    <a:pt x="2544" y="35455"/>
                  </a:lnTo>
                  <a:cubicBezTo>
                    <a:pt x="10175" y="38435"/>
                    <a:pt x="18810" y="34651"/>
                    <a:pt x="21755" y="26996"/>
                  </a:cubicBezTo>
                  <a:cubicBezTo>
                    <a:pt x="24767" y="19348"/>
                    <a:pt x="20952" y="10729"/>
                    <a:pt x="13321" y="7748"/>
                  </a:cubicBezTo>
                  <a:cubicBezTo>
                    <a:pt x="10041" y="6476"/>
                    <a:pt x="6493" y="6396"/>
                    <a:pt x="3146" y="7528"/>
                  </a:cubicBezTo>
                  <a:lnTo>
                    <a:pt x="937" y="1232"/>
                  </a:lnTo>
                  <a:cubicBezTo>
                    <a:pt x="12183" y="-2726"/>
                    <a:pt x="24499" y="3168"/>
                    <a:pt x="28449" y="14399"/>
                  </a:cubicBezTo>
                  <a:cubicBezTo>
                    <a:pt x="30056" y="19020"/>
                    <a:pt x="30056" y="24063"/>
                    <a:pt x="28449" y="28691"/>
                  </a:cubicBezTo>
                  <a:cubicBezTo>
                    <a:pt x="26508" y="34290"/>
                    <a:pt x="22425" y="38844"/>
                    <a:pt x="17002" y="41282"/>
                  </a:cubicBezTo>
                  <a:cubicBezTo>
                    <a:pt x="14191" y="42541"/>
                    <a:pt x="11178" y="43204"/>
                    <a:pt x="8099" y="43224"/>
                  </a:cubicBezTo>
                  <a:close/>
                </a:path>
              </a:pathLst>
            </a:custGeom>
            <a:solidFill>
              <a:srgbClr val="0D274D"/>
            </a:solidFill>
            <a:ln w="6694"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50FE3724-929B-DC8C-2867-A16DA703371F}"/>
                </a:ext>
              </a:extLst>
            </p:cNvPr>
            <p:cNvSpPr/>
            <p:nvPr/>
          </p:nvSpPr>
          <p:spPr>
            <a:xfrm>
              <a:off x="8573202" y="3354928"/>
              <a:ext cx="40431" cy="40451"/>
            </a:xfrm>
            <a:custGeom>
              <a:avLst/>
              <a:gdLst>
                <a:gd name="connsiteX0" fmla="*/ 40432 w 40431"/>
                <a:gd name="connsiteY0" fmla="*/ 20226 h 40451"/>
                <a:gd name="connsiteX1" fmla="*/ 20216 w 40431"/>
                <a:gd name="connsiteY1" fmla="*/ 40451 h 40451"/>
                <a:gd name="connsiteX2" fmla="*/ 0 w 40431"/>
                <a:gd name="connsiteY2" fmla="*/ 20226 h 40451"/>
                <a:gd name="connsiteX3" fmla="*/ 20216 w 40431"/>
                <a:gd name="connsiteY3" fmla="*/ 0 h 40451"/>
                <a:gd name="connsiteX4" fmla="*/ 40432 w 40431"/>
                <a:gd name="connsiteY4" fmla="*/ 20226 h 4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31" h="40451">
                  <a:moveTo>
                    <a:pt x="40432" y="20226"/>
                  </a:moveTo>
                  <a:cubicBezTo>
                    <a:pt x="40432" y="31396"/>
                    <a:pt x="31381" y="40451"/>
                    <a:pt x="20216" y="40451"/>
                  </a:cubicBezTo>
                  <a:cubicBezTo>
                    <a:pt x="9051" y="40451"/>
                    <a:pt x="0" y="31396"/>
                    <a:pt x="0" y="20226"/>
                  </a:cubicBezTo>
                  <a:cubicBezTo>
                    <a:pt x="0" y="9055"/>
                    <a:pt x="9050" y="0"/>
                    <a:pt x="20216" y="0"/>
                  </a:cubicBezTo>
                  <a:cubicBezTo>
                    <a:pt x="31380" y="0"/>
                    <a:pt x="40432" y="9055"/>
                    <a:pt x="40432" y="20226"/>
                  </a:cubicBezTo>
                  <a:close/>
                </a:path>
              </a:pathLst>
            </a:custGeom>
            <a:solidFill>
              <a:srgbClr val="FFFFFF"/>
            </a:solidFill>
            <a:ln w="6694"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3854269F-2899-E7F1-C0B7-42AD3B0FB679}"/>
                </a:ext>
              </a:extLst>
            </p:cNvPr>
            <p:cNvSpPr/>
            <p:nvPr/>
          </p:nvSpPr>
          <p:spPr>
            <a:xfrm>
              <a:off x="8569860" y="3351719"/>
              <a:ext cx="47072" cy="47008"/>
            </a:xfrm>
            <a:custGeom>
              <a:avLst/>
              <a:gdLst>
                <a:gd name="connsiteX0" fmla="*/ 23559 w 47072"/>
                <a:gd name="connsiteY0" fmla="*/ 47009 h 47008"/>
                <a:gd name="connsiteX1" fmla="*/ 21751 w 47072"/>
                <a:gd name="connsiteY1" fmla="*/ 47009 h 47008"/>
                <a:gd name="connsiteX2" fmla="*/ 63 w 47072"/>
                <a:gd name="connsiteY2" fmla="*/ 21760 h 47008"/>
                <a:gd name="connsiteX3" fmla="*/ 25299 w 47072"/>
                <a:gd name="connsiteY3" fmla="*/ 61 h 47008"/>
                <a:gd name="connsiteX4" fmla="*/ 41432 w 47072"/>
                <a:gd name="connsiteY4" fmla="*/ 8165 h 47008"/>
                <a:gd name="connsiteX5" fmla="*/ 46988 w 47072"/>
                <a:gd name="connsiteY5" fmla="*/ 25310 h 47008"/>
                <a:gd name="connsiteX6" fmla="*/ 46988 w 47072"/>
                <a:gd name="connsiteY6" fmla="*/ 25310 h 47008"/>
                <a:gd name="connsiteX7" fmla="*/ 23559 w 47072"/>
                <a:gd name="connsiteY7" fmla="*/ 47009 h 47008"/>
                <a:gd name="connsiteX8" fmla="*/ 23559 w 47072"/>
                <a:gd name="connsiteY8" fmla="*/ 6825 h 47008"/>
                <a:gd name="connsiteX9" fmla="*/ 6824 w 47072"/>
                <a:gd name="connsiteY9" fmla="*/ 23682 h 47008"/>
                <a:gd name="connsiteX10" fmla="*/ 23626 w 47072"/>
                <a:gd name="connsiteY10" fmla="*/ 40446 h 47008"/>
                <a:gd name="connsiteX11" fmla="*/ 40361 w 47072"/>
                <a:gd name="connsiteY11" fmla="*/ 24908 h 47008"/>
                <a:gd name="connsiteX12" fmla="*/ 40361 w 47072"/>
                <a:gd name="connsiteY12" fmla="*/ 24908 h 47008"/>
                <a:gd name="connsiteX13" fmla="*/ 24830 w 47072"/>
                <a:gd name="connsiteY13" fmla="*/ 6892 h 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072" h="47008">
                  <a:moveTo>
                    <a:pt x="23559" y="47009"/>
                  </a:moveTo>
                  <a:lnTo>
                    <a:pt x="21751" y="47009"/>
                  </a:lnTo>
                  <a:cubicBezTo>
                    <a:pt x="8832" y="45977"/>
                    <a:pt x="-875" y="34706"/>
                    <a:pt x="63" y="21760"/>
                  </a:cubicBezTo>
                  <a:cubicBezTo>
                    <a:pt x="1067" y="8821"/>
                    <a:pt x="12379" y="-863"/>
                    <a:pt x="25299" y="61"/>
                  </a:cubicBezTo>
                  <a:cubicBezTo>
                    <a:pt x="31524" y="510"/>
                    <a:pt x="37349" y="3430"/>
                    <a:pt x="41432" y="8165"/>
                  </a:cubicBezTo>
                  <a:cubicBezTo>
                    <a:pt x="45515" y="12893"/>
                    <a:pt x="47523" y="19081"/>
                    <a:pt x="46988" y="25310"/>
                  </a:cubicBezTo>
                  <a:lnTo>
                    <a:pt x="46988" y="25310"/>
                  </a:lnTo>
                  <a:cubicBezTo>
                    <a:pt x="46050" y="37559"/>
                    <a:pt x="35808" y="47009"/>
                    <a:pt x="23559" y="47009"/>
                  </a:cubicBezTo>
                  <a:close/>
                  <a:moveTo>
                    <a:pt x="23559" y="6825"/>
                  </a:moveTo>
                  <a:cubicBezTo>
                    <a:pt x="14254" y="6852"/>
                    <a:pt x="6757" y="14400"/>
                    <a:pt x="6824" y="23682"/>
                  </a:cubicBezTo>
                  <a:cubicBezTo>
                    <a:pt x="6824" y="32965"/>
                    <a:pt x="14388" y="40472"/>
                    <a:pt x="23626" y="40446"/>
                  </a:cubicBezTo>
                  <a:cubicBezTo>
                    <a:pt x="32394" y="40419"/>
                    <a:pt x="39691" y="33654"/>
                    <a:pt x="40361" y="24908"/>
                  </a:cubicBezTo>
                  <a:lnTo>
                    <a:pt x="40361" y="24908"/>
                  </a:lnTo>
                  <a:cubicBezTo>
                    <a:pt x="41030" y="15652"/>
                    <a:pt x="34068" y="7602"/>
                    <a:pt x="24830" y="6892"/>
                  </a:cubicBezTo>
                  <a:close/>
                </a:path>
              </a:pathLst>
            </a:custGeom>
            <a:solidFill>
              <a:srgbClr val="0D274D"/>
            </a:solidFill>
            <a:ln w="6694"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33662A21-C445-1506-52B9-E98B55A71AB4}"/>
                </a:ext>
              </a:extLst>
            </p:cNvPr>
            <p:cNvSpPr/>
            <p:nvPr/>
          </p:nvSpPr>
          <p:spPr>
            <a:xfrm>
              <a:off x="8492606" y="3973286"/>
              <a:ext cx="40432" cy="331715"/>
            </a:xfrm>
            <a:custGeom>
              <a:avLst/>
              <a:gdLst>
                <a:gd name="connsiteX0" fmla="*/ 38022 w 40432"/>
                <a:gd name="connsiteY0" fmla="*/ 0 h 331715"/>
                <a:gd name="connsiteX1" fmla="*/ 0 w 40432"/>
                <a:gd name="connsiteY1" fmla="*/ 331715 h 331715"/>
                <a:gd name="connsiteX2" fmla="*/ 40432 w 40432"/>
                <a:gd name="connsiteY2" fmla="*/ 132070 h 331715"/>
                <a:gd name="connsiteX3" fmla="*/ 38022 w 40432"/>
                <a:gd name="connsiteY3" fmla="*/ 0 h 331715"/>
              </a:gdLst>
              <a:ahLst/>
              <a:cxnLst>
                <a:cxn ang="0">
                  <a:pos x="connsiteX0" y="connsiteY0"/>
                </a:cxn>
                <a:cxn ang="0">
                  <a:pos x="connsiteX1" y="connsiteY1"/>
                </a:cxn>
                <a:cxn ang="0">
                  <a:pos x="connsiteX2" y="connsiteY2"/>
                </a:cxn>
                <a:cxn ang="0">
                  <a:pos x="connsiteX3" y="connsiteY3"/>
                </a:cxn>
              </a:cxnLst>
              <a:rect l="l" t="t" r="r" b="b"/>
              <a:pathLst>
                <a:path w="40432" h="331715">
                  <a:moveTo>
                    <a:pt x="38022" y="0"/>
                  </a:moveTo>
                  <a:lnTo>
                    <a:pt x="0" y="331715"/>
                  </a:lnTo>
                  <a:lnTo>
                    <a:pt x="40432" y="132070"/>
                  </a:lnTo>
                  <a:lnTo>
                    <a:pt x="38022" y="0"/>
                  </a:lnTo>
                  <a:close/>
                </a:path>
              </a:pathLst>
            </a:custGeom>
            <a:solidFill>
              <a:srgbClr val="0D274D"/>
            </a:solidFill>
            <a:ln w="6694"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D4A09D04-4ED9-7A60-3393-46694E5293F4}"/>
                </a:ext>
              </a:extLst>
            </p:cNvPr>
            <p:cNvSpPr/>
            <p:nvPr/>
          </p:nvSpPr>
          <p:spPr>
            <a:xfrm>
              <a:off x="8287235" y="4687550"/>
              <a:ext cx="78185" cy="17546"/>
            </a:xfrm>
            <a:custGeom>
              <a:avLst/>
              <a:gdLst>
                <a:gd name="connsiteX0" fmla="*/ 4150 w 78185"/>
                <a:gd name="connsiteY0" fmla="*/ 0 h 17546"/>
                <a:gd name="connsiteX1" fmla="*/ 78185 w 78185"/>
                <a:gd name="connsiteY1" fmla="*/ 0 h 17546"/>
                <a:gd name="connsiteX2" fmla="*/ 0 w 78185"/>
                <a:gd name="connsiteY2" fmla="*/ 17547 h 17546"/>
                <a:gd name="connsiteX3" fmla="*/ 4150 w 78185"/>
                <a:gd name="connsiteY3" fmla="*/ 0 h 17546"/>
              </a:gdLst>
              <a:ahLst/>
              <a:cxnLst>
                <a:cxn ang="0">
                  <a:pos x="connsiteX0" y="connsiteY0"/>
                </a:cxn>
                <a:cxn ang="0">
                  <a:pos x="connsiteX1" y="connsiteY1"/>
                </a:cxn>
                <a:cxn ang="0">
                  <a:pos x="connsiteX2" y="connsiteY2"/>
                </a:cxn>
                <a:cxn ang="0">
                  <a:pos x="connsiteX3" y="connsiteY3"/>
                </a:cxn>
              </a:cxnLst>
              <a:rect l="l" t="t" r="r" b="b"/>
              <a:pathLst>
                <a:path w="78185" h="17546">
                  <a:moveTo>
                    <a:pt x="4150" y="0"/>
                  </a:moveTo>
                  <a:lnTo>
                    <a:pt x="78185" y="0"/>
                  </a:lnTo>
                  <a:lnTo>
                    <a:pt x="0" y="17547"/>
                  </a:lnTo>
                  <a:lnTo>
                    <a:pt x="4150" y="0"/>
                  </a:lnTo>
                  <a:close/>
                </a:path>
              </a:pathLst>
            </a:custGeom>
            <a:solidFill>
              <a:srgbClr val="0D274D"/>
            </a:solidFill>
            <a:ln w="6694"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B2D2102A-6AD4-4FE4-6B50-142193748BE2}"/>
                </a:ext>
              </a:extLst>
            </p:cNvPr>
            <p:cNvSpPr/>
            <p:nvPr/>
          </p:nvSpPr>
          <p:spPr>
            <a:xfrm>
              <a:off x="8612831" y="4687550"/>
              <a:ext cx="70121" cy="17546"/>
            </a:xfrm>
            <a:custGeom>
              <a:avLst/>
              <a:gdLst>
                <a:gd name="connsiteX0" fmla="*/ 0 w 70121"/>
                <a:gd name="connsiteY0" fmla="*/ 17547 h 17546"/>
                <a:gd name="connsiteX1" fmla="*/ 70086 w 70121"/>
                <a:gd name="connsiteY1" fmla="*/ 1674 h 17546"/>
                <a:gd name="connsiteX2" fmla="*/ 0 w 70121"/>
                <a:gd name="connsiteY2" fmla="*/ 0 h 17546"/>
              </a:gdLst>
              <a:ahLst/>
              <a:cxnLst>
                <a:cxn ang="0">
                  <a:pos x="connsiteX0" y="connsiteY0"/>
                </a:cxn>
                <a:cxn ang="0">
                  <a:pos x="connsiteX1" y="connsiteY1"/>
                </a:cxn>
                <a:cxn ang="0">
                  <a:pos x="connsiteX2" y="connsiteY2"/>
                </a:cxn>
              </a:cxnLst>
              <a:rect l="l" t="t" r="r" b="b"/>
              <a:pathLst>
                <a:path w="70121" h="17546">
                  <a:moveTo>
                    <a:pt x="0" y="17547"/>
                  </a:moveTo>
                  <a:cubicBezTo>
                    <a:pt x="0" y="17547"/>
                    <a:pt x="71960" y="2076"/>
                    <a:pt x="70086" y="1674"/>
                  </a:cubicBezTo>
                  <a:cubicBezTo>
                    <a:pt x="68211" y="1272"/>
                    <a:pt x="0" y="0"/>
                    <a:pt x="0" y="0"/>
                  </a:cubicBezTo>
                  <a:close/>
                </a:path>
              </a:pathLst>
            </a:custGeom>
            <a:solidFill>
              <a:srgbClr val="0D274D"/>
            </a:solidFill>
            <a:ln w="6694" cap="flat">
              <a:noFill/>
              <a:prstDash val="solid"/>
              <a:miter/>
            </a:ln>
          </p:spPr>
          <p:txBody>
            <a:bodyPr rtlCol="0" anchor="ctr"/>
            <a:lstStyle/>
            <a:p>
              <a:endParaRPr lang="en-US"/>
            </a:p>
          </p:txBody>
        </p:sp>
      </p:grpSp>
      <p:grpSp>
        <p:nvGrpSpPr>
          <p:cNvPr id="8" name="Group 7">
            <a:extLst>
              <a:ext uri="{FF2B5EF4-FFF2-40B4-BE49-F238E27FC236}">
                <a16:creationId xmlns:a16="http://schemas.microsoft.com/office/drawing/2014/main" id="{73BA3293-E246-54BD-1364-39C2EFC5A3C9}"/>
              </a:ext>
            </a:extLst>
          </p:cNvPr>
          <p:cNvGrpSpPr/>
          <p:nvPr/>
        </p:nvGrpSpPr>
        <p:grpSpPr>
          <a:xfrm flipH="1">
            <a:off x="10140413" y="3509202"/>
            <a:ext cx="824005" cy="1673885"/>
            <a:chOff x="3233669" y="1214902"/>
            <a:chExt cx="862946" cy="1752991"/>
          </a:xfrm>
        </p:grpSpPr>
        <p:sp>
          <p:nvSpPr>
            <p:cNvPr id="9" name="Freeform 8">
              <a:extLst>
                <a:ext uri="{FF2B5EF4-FFF2-40B4-BE49-F238E27FC236}">
                  <a16:creationId xmlns:a16="http://schemas.microsoft.com/office/drawing/2014/main" id="{B7701294-4122-D32D-6143-8CE8404B4A77}"/>
                </a:ext>
              </a:extLst>
            </p:cNvPr>
            <p:cNvSpPr/>
            <p:nvPr/>
          </p:nvSpPr>
          <p:spPr>
            <a:xfrm>
              <a:off x="3741475" y="2852767"/>
              <a:ext cx="110316" cy="48890"/>
            </a:xfrm>
            <a:custGeom>
              <a:avLst/>
              <a:gdLst>
                <a:gd name="connsiteX0" fmla="*/ 110317 w 110316"/>
                <a:gd name="connsiteY0" fmla="*/ 21364 h 48890"/>
                <a:gd name="connsiteX1" fmla="*/ 101347 w 110316"/>
                <a:gd name="connsiteY1" fmla="*/ 0 h 48890"/>
                <a:gd name="connsiteX2" fmla="*/ 0 w 110316"/>
                <a:gd name="connsiteY2" fmla="*/ 0 h 48890"/>
                <a:gd name="connsiteX3" fmla="*/ 9773 w 110316"/>
                <a:gd name="connsiteY3" fmla="*/ 39112 h 48890"/>
                <a:gd name="connsiteX4" fmla="*/ 62522 w 110316"/>
                <a:gd name="connsiteY4" fmla="*/ 48890 h 48890"/>
                <a:gd name="connsiteX5" fmla="*/ 110317 w 110316"/>
                <a:gd name="connsiteY5" fmla="*/ 21364 h 4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16" h="48890">
                  <a:moveTo>
                    <a:pt x="110317" y="21364"/>
                  </a:moveTo>
                  <a:lnTo>
                    <a:pt x="101347" y="0"/>
                  </a:lnTo>
                  <a:lnTo>
                    <a:pt x="0" y="0"/>
                  </a:lnTo>
                  <a:lnTo>
                    <a:pt x="9773" y="39112"/>
                  </a:lnTo>
                  <a:lnTo>
                    <a:pt x="62522" y="48890"/>
                  </a:lnTo>
                  <a:lnTo>
                    <a:pt x="110317" y="21364"/>
                  </a:lnTo>
                  <a:close/>
                </a:path>
              </a:pathLst>
            </a:custGeom>
            <a:solidFill>
              <a:srgbClr val="485D7C"/>
            </a:solidFill>
            <a:ln w="66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65FCA95F-3CEB-06D9-75A9-D83BBC21B8CD}"/>
                </a:ext>
              </a:extLst>
            </p:cNvPr>
            <p:cNvSpPr/>
            <p:nvPr/>
          </p:nvSpPr>
          <p:spPr>
            <a:xfrm>
              <a:off x="3738147" y="2849485"/>
              <a:ext cx="116995" cy="55521"/>
            </a:xfrm>
            <a:custGeom>
              <a:avLst/>
              <a:gdLst>
                <a:gd name="connsiteX0" fmla="*/ 65851 w 116995"/>
                <a:gd name="connsiteY0" fmla="*/ 55520 h 55521"/>
                <a:gd name="connsiteX1" fmla="*/ 65248 w 116995"/>
                <a:gd name="connsiteY1" fmla="*/ 55520 h 55521"/>
                <a:gd name="connsiteX2" fmla="*/ 12499 w 116995"/>
                <a:gd name="connsiteY2" fmla="*/ 45742 h 55521"/>
                <a:gd name="connsiteX3" fmla="*/ 9888 w 116995"/>
                <a:gd name="connsiteY3" fmla="*/ 43264 h 55521"/>
                <a:gd name="connsiteX4" fmla="*/ 115 w 116995"/>
                <a:gd name="connsiteY4" fmla="*/ 4152 h 55521"/>
                <a:gd name="connsiteX5" fmla="*/ 718 w 116995"/>
                <a:gd name="connsiteY5" fmla="*/ 1273 h 55521"/>
                <a:gd name="connsiteX6" fmla="*/ 3328 w 116995"/>
                <a:gd name="connsiteY6" fmla="*/ 0 h 55521"/>
                <a:gd name="connsiteX7" fmla="*/ 104676 w 116995"/>
                <a:gd name="connsiteY7" fmla="*/ 0 h 55521"/>
                <a:gd name="connsiteX8" fmla="*/ 107755 w 116995"/>
                <a:gd name="connsiteY8" fmla="*/ 2076 h 55521"/>
                <a:gd name="connsiteX9" fmla="*/ 116725 w 116995"/>
                <a:gd name="connsiteY9" fmla="*/ 23441 h 55521"/>
                <a:gd name="connsiteX10" fmla="*/ 115319 w 116995"/>
                <a:gd name="connsiteY10" fmla="*/ 27660 h 55521"/>
                <a:gd name="connsiteX11" fmla="*/ 67524 w 116995"/>
                <a:gd name="connsiteY11" fmla="*/ 55185 h 55521"/>
                <a:gd name="connsiteX12" fmla="*/ 65851 w 116995"/>
                <a:gd name="connsiteY12" fmla="*/ 55520 h 55521"/>
                <a:gd name="connsiteX13" fmla="*/ 15846 w 116995"/>
                <a:gd name="connsiteY13" fmla="*/ 39514 h 55521"/>
                <a:gd name="connsiteX14" fmla="*/ 65248 w 116995"/>
                <a:gd name="connsiteY14" fmla="*/ 48689 h 55521"/>
                <a:gd name="connsiteX15" fmla="*/ 109428 w 116995"/>
                <a:gd name="connsiteY15" fmla="*/ 23240 h 55521"/>
                <a:gd name="connsiteX16" fmla="*/ 102735 w 116995"/>
                <a:gd name="connsiteY16" fmla="*/ 6630 h 55521"/>
                <a:gd name="connsiteX17" fmla="*/ 7613 w 116995"/>
                <a:gd name="connsiteY17" fmla="*/ 6630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6995" h="55521">
                  <a:moveTo>
                    <a:pt x="65851" y="55520"/>
                  </a:moveTo>
                  <a:lnTo>
                    <a:pt x="65248" y="55520"/>
                  </a:lnTo>
                  <a:lnTo>
                    <a:pt x="12499" y="45742"/>
                  </a:lnTo>
                  <a:cubicBezTo>
                    <a:pt x="11214" y="45508"/>
                    <a:pt x="10190" y="44537"/>
                    <a:pt x="9888" y="43264"/>
                  </a:cubicBezTo>
                  <a:lnTo>
                    <a:pt x="115" y="4152"/>
                  </a:lnTo>
                  <a:cubicBezTo>
                    <a:pt x="-159" y="3155"/>
                    <a:pt x="62" y="2076"/>
                    <a:pt x="718" y="1273"/>
                  </a:cubicBezTo>
                  <a:cubicBezTo>
                    <a:pt x="1340" y="462"/>
                    <a:pt x="2311" y="-7"/>
                    <a:pt x="3328" y="0"/>
                  </a:cubicBezTo>
                  <a:lnTo>
                    <a:pt x="104676" y="0"/>
                  </a:lnTo>
                  <a:cubicBezTo>
                    <a:pt x="106028" y="7"/>
                    <a:pt x="107239" y="824"/>
                    <a:pt x="107755" y="2076"/>
                  </a:cubicBezTo>
                  <a:lnTo>
                    <a:pt x="116725" y="23441"/>
                  </a:lnTo>
                  <a:cubicBezTo>
                    <a:pt x="117394" y="25001"/>
                    <a:pt x="116785" y="26816"/>
                    <a:pt x="115319" y="27660"/>
                  </a:cubicBezTo>
                  <a:lnTo>
                    <a:pt x="67524" y="55185"/>
                  </a:lnTo>
                  <a:cubicBezTo>
                    <a:pt x="67002" y="55420"/>
                    <a:pt x="66426" y="55534"/>
                    <a:pt x="65851" y="55520"/>
                  </a:cubicBezTo>
                  <a:close/>
                  <a:moveTo>
                    <a:pt x="15846" y="39514"/>
                  </a:moveTo>
                  <a:lnTo>
                    <a:pt x="65248" y="48689"/>
                  </a:lnTo>
                  <a:lnTo>
                    <a:pt x="109428" y="23240"/>
                  </a:lnTo>
                  <a:lnTo>
                    <a:pt x="102735" y="6630"/>
                  </a:lnTo>
                  <a:lnTo>
                    <a:pt x="7613" y="6630"/>
                  </a:lnTo>
                  <a:close/>
                </a:path>
              </a:pathLst>
            </a:custGeom>
            <a:solidFill>
              <a:srgbClr val="0D274D"/>
            </a:solidFill>
            <a:ln w="66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7E74AEB8-3267-D7C4-A3AB-AAA2D90938C5}"/>
                </a:ext>
              </a:extLst>
            </p:cNvPr>
            <p:cNvSpPr/>
            <p:nvPr/>
          </p:nvSpPr>
          <p:spPr>
            <a:xfrm>
              <a:off x="3411394" y="2852767"/>
              <a:ext cx="105229" cy="48890"/>
            </a:xfrm>
            <a:custGeom>
              <a:avLst/>
              <a:gdLst>
                <a:gd name="connsiteX0" fmla="*/ 105230 w 105229"/>
                <a:gd name="connsiteY0" fmla="*/ 39380 h 48890"/>
                <a:gd name="connsiteX1" fmla="*/ 105230 w 105229"/>
                <a:gd name="connsiteY1" fmla="*/ 0 h 48890"/>
                <a:gd name="connsiteX2" fmla="*/ 0 w 105229"/>
                <a:gd name="connsiteY2" fmla="*/ 0 h 48890"/>
                <a:gd name="connsiteX3" fmla="*/ 0 w 105229"/>
                <a:gd name="connsiteY3" fmla="*/ 19154 h 48890"/>
                <a:gd name="connsiteX4" fmla="*/ 49201 w 105229"/>
                <a:gd name="connsiteY4" fmla="*/ 48890 h 48890"/>
                <a:gd name="connsiteX5" fmla="*/ 105230 w 105229"/>
                <a:gd name="connsiteY5" fmla="*/ 39380 h 4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229" h="48890">
                  <a:moveTo>
                    <a:pt x="105230" y="39380"/>
                  </a:moveTo>
                  <a:lnTo>
                    <a:pt x="105230" y="0"/>
                  </a:lnTo>
                  <a:lnTo>
                    <a:pt x="0" y="0"/>
                  </a:lnTo>
                  <a:lnTo>
                    <a:pt x="0" y="19154"/>
                  </a:lnTo>
                  <a:lnTo>
                    <a:pt x="49201" y="48890"/>
                  </a:lnTo>
                  <a:lnTo>
                    <a:pt x="105230" y="39380"/>
                  </a:lnTo>
                  <a:close/>
                </a:path>
              </a:pathLst>
            </a:custGeom>
            <a:solidFill>
              <a:srgbClr val="485D7C"/>
            </a:solidFill>
            <a:ln w="669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0E08463F-4E9E-49B2-EA1F-0B3128C88924}"/>
                </a:ext>
              </a:extLst>
            </p:cNvPr>
            <p:cNvSpPr/>
            <p:nvPr/>
          </p:nvSpPr>
          <p:spPr>
            <a:xfrm>
              <a:off x="3408248" y="2849686"/>
              <a:ext cx="111923" cy="55587"/>
            </a:xfrm>
            <a:custGeom>
              <a:avLst/>
              <a:gdLst>
                <a:gd name="connsiteX0" fmla="*/ 52548 w 111923"/>
                <a:gd name="connsiteY0" fmla="*/ 55319 h 55587"/>
                <a:gd name="connsiteX1" fmla="*/ 50807 w 111923"/>
                <a:gd name="connsiteY1" fmla="*/ 54851 h 55587"/>
                <a:gd name="connsiteX2" fmla="*/ 1607 w 111923"/>
                <a:gd name="connsiteY2" fmla="*/ 25115 h 55587"/>
                <a:gd name="connsiteX3" fmla="*/ 0 w 111923"/>
                <a:gd name="connsiteY3" fmla="*/ 22235 h 55587"/>
                <a:gd name="connsiteX4" fmla="*/ 0 w 111923"/>
                <a:gd name="connsiteY4" fmla="*/ 3349 h 55587"/>
                <a:gd name="connsiteX5" fmla="*/ 3347 w 111923"/>
                <a:gd name="connsiteY5" fmla="*/ 0 h 55587"/>
                <a:gd name="connsiteX6" fmla="*/ 108577 w 111923"/>
                <a:gd name="connsiteY6" fmla="*/ 0 h 55587"/>
                <a:gd name="connsiteX7" fmla="*/ 111924 w 111923"/>
                <a:gd name="connsiteY7" fmla="*/ 3349 h 55587"/>
                <a:gd name="connsiteX8" fmla="*/ 111924 w 111923"/>
                <a:gd name="connsiteY8" fmla="*/ 42729 h 55587"/>
                <a:gd name="connsiteX9" fmla="*/ 109112 w 111923"/>
                <a:gd name="connsiteY9" fmla="*/ 46010 h 55587"/>
                <a:gd name="connsiteX10" fmla="*/ 53084 w 111923"/>
                <a:gd name="connsiteY10" fmla="*/ 55587 h 55587"/>
                <a:gd name="connsiteX11" fmla="*/ 6694 w 111923"/>
                <a:gd name="connsiteY11" fmla="*/ 20360 h 55587"/>
                <a:gd name="connsiteX12" fmla="*/ 53552 w 111923"/>
                <a:gd name="connsiteY12" fmla="*/ 48488 h 55587"/>
                <a:gd name="connsiteX13" fmla="*/ 105564 w 111923"/>
                <a:gd name="connsiteY13" fmla="*/ 39648 h 55587"/>
                <a:gd name="connsiteX14" fmla="*/ 105564 w 111923"/>
                <a:gd name="connsiteY14" fmla="*/ 6162 h 55587"/>
                <a:gd name="connsiteX15" fmla="*/ 6493 w 111923"/>
                <a:gd name="connsiteY15" fmla="*/ 6162 h 5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923" h="55587">
                  <a:moveTo>
                    <a:pt x="52548" y="55319"/>
                  </a:moveTo>
                  <a:cubicBezTo>
                    <a:pt x="51932" y="55333"/>
                    <a:pt x="51330" y="55172"/>
                    <a:pt x="50807" y="54851"/>
                  </a:cubicBezTo>
                  <a:lnTo>
                    <a:pt x="1607" y="25115"/>
                  </a:lnTo>
                  <a:cubicBezTo>
                    <a:pt x="616" y="24492"/>
                    <a:pt x="7" y="23407"/>
                    <a:pt x="0" y="22235"/>
                  </a:cubicBezTo>
                  <a:lnTo>
                    <a:pt x="0" y="3349"/>
                  </a:lnTo>
                  <a:cubicBezTo>
                    <a:pt x="0" y="1500"/>
                    <a:pt x="1499" y="0"/>
                    <a:pt x="3347" y="0"/>
                  </a:cubicBezTo>
                  <a:lnTo>
                    <a:pt x="108577" y="0"/>
                  </a:lnTo>
                  <a:cubicBezTo>
                    <a:pt x="110424" y="0"/>
                    <a:pt x="111924" y="1500"/>
                    <a:pt x="111924" y="3349"/>
                  </a:cubicBezTo>
                  <a:lnTo>
                    <a:pt x="111924" y="42729"/>
                  </a:lnTo>
                  <a:cubicBezTo>
                    <a:pt x="111910" y="44363"/>
                    <a:pt x="110725" y="45749"/>
                    <a:pt x="109112" y="46010"/>
                  </a:cubicBezTo>
                  <a:lnTo>
                    <a:pt x="53084" y="55587"/>
                  </a:lnTo>
                  <a:close/>
                  <a:moveTo>
                    <a:pt x="6694" y="20360"/>
                  </a:moveTo>
                  <a:lnTo>
                    <a:pt x="53552" y="48488"/>
                  </a:lnTo>
                  <a:lnTo>
                    <a:pt x="105564" y="39648"/>
                  </a:lnTo>
                  <a:lnTo>
                    <a:pt x="105564" y="6162"/>
                  </a:lnTo>
                  <a:lnTo>
                    <a:pt x="6493" y="6162"/>
                  </a:lnTo>
                  <a:close/>
                </a:path>
              </a:pathLst>
            </a:custGeom>
            <a:solidFill>
              <a:srgbClr val="0D274D"/>
            </a:solidFill>
            <a:ln w="669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1E6CBCA5-DA62-CBC8-F12C-A39AF93D5D94}"/>
                </a:ext>
              </a:extLst>
            </p:cNvPr>
            <p:cNvSpPr/>
            <p:nvPr/>
          </p:nvSpPr>
          <p:spPr>
            <a:xfrm>
              <a:off x="3851726" y="1609647"/>
              <a:ext cx="242037" cy="135525"/>
            </a:xfrm>
            <a:custGeom>
              <a:avLst/>
              <a:gdLst>
                <a:gd name="connsiteX0" fmla="*/ 0 w 242037"/>
                <a:gd name="connsiteY0" fmla="*/ 111550 h 135525"/>
                <a:gd name="connsiteX1" fmla="*/ 97799 w 242037"/>
                <a:gd name="connsiteY1" fmla="*/ 31183 h 135525"/>
                <a:gd name="connsiteX2" fmla="*/ 175851 w 242037"/>
                <a:gd name="connsiteY2" fmla="*/ 9282 h 135525"/>
                <a:gd name="connsiteX3" fmla="*/ 182492 w 242037"/>
                <a:gd name="connsiteY3" fmla="*/ 12290 h 135525"/>
                <a:gd name="connsiteX4" fmla="*/ 182545 w 242037"/>
                <a:gd name="connsiteY4" fmla="*/ 12430 h 135525"/>
                <a:gd name="connsiteX5" fmla="*/ 182545 w 242037"/>
                <a:gd name="connsiteY5" fmla="*/ 12430 h 135525"/>
                <a:gd name="connsiteX6" fmla="*/ 179935 w 242037"/>
                <a:gd name="connsiteY6" fmla="*/ 18793 h 135525"/>
                <a:gd name="connsiteX7" fmla="*/ 140708 w 242037"/>
                <a:gd name="connsiteY7" fmla="*/ 37679 h 135525"/>
                <a:gd name="connsiteX8" fmla="*/ 194260 w 242037"/>
                <a:gd name="connsiteY8" fmla="*/ 36875 h 135525"/>
                <a:gd name="connsiteX9" fmla="*/ 229939 w 242037"/>
                <a:gd name="connsiteY9" fmla="*/ 2116 h 135525"/>
                <a:gd name="connsiteX10" fmla="*/ 238975 w 242037"/>
                <a:gd name="connsiteY10" fmla="*/ 1447 h 135525"/>
                <a:gd name="connsiteX11" fmla="*/ 238975 w 242037"/>
                <a:gd name="connsiteY11" fmla="*/ 1447 h 135525"/>
                <a:gd name="connsiteX12" fmla="*/ 240963 w 242037"/>
                <a:gd name="connsiteY12" fmla="*/ 10709 h 135525"/>
                <a:gd name="connsiteX13" fmla="*/ 240247 w 242037"/>
                <a:gd name="connsiteY13" fmla="*/ 11627 h 135525"/>
                <a:gd name="connsiteX14" fmla="*/ 208852 w 242037"/>
                <a:gd name="connsiteY14" fmla="*/ 49801 h 135525"/>
                <a:gd name="connsiteX15" fmla="*/ 198343 w 242037"/>
                <a:gd name="connsiteY15" fmla="*/ 56498 h 135525"/>
                <a:gd name="connsiteX16" fmla="*/ 115739 w 242037"/>
                <a:gd name="connsiteY16" fmla="*/ 82819 h 135525"/>
                <a:gd name="connsiteX17" fmla="*/ 13589 w 242037"/>
                <a:gd name="connsiteY17" fmla="*/ 135526 h 135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2037" h="135525">
                  <a:moveTo>
                    <a:pt x="0" y="111550"/>
                  </a:moveTo>
                  <a:lnTo>
                    <a:pt x="97799" y="31183"/>
                  </a:lnTo>
                  <a:lnTo>
                    <a:pt x="175851" y="9282"/>
                  </a:lnTo>
                  <a:cubicBezTo>
                    <a:pt x="178515" y="8278"/>
                    <a:pt x="181488" y="9624"/>
                    <a:pt x="182492" y="12290"/>
                  </a:cubicBezTo>
                  <a:cubicBezTo>
                    <a:pt x="182512" y="12336"/>
                    <a:pt x="182525" y="12383"/>
                    <a:pt x="182545" y="12430"/>
                  </a:cubicBezTo>
                  <a:lnTo>
                    <a:pt x="182545" y="12430"/>
                  </a:lnTo>
                  <a:cubicBezTo>
                    <a:pt x="183422" y="14908"/>
                    <a:pt x="182297" y="17647"/>
                    <a:pt x="179935" y="18793"/>
                  </a:cubicBezTo>
                  <a:lnTo>
                    <a:pt x="140708" y="37679"/>
                  </a:lnTo>
                  <a:lnTo>
                    <a:pt x="194260" y="36875"/>
                  </a:lnTo>
                  <a:lnTo>
                    <a:pt x="229939" y="2116"/>
                  </a:lnTo>
                  <a:cubicBezTo>
                    <a:pt x="232322" y="-422"/>
                    <a:pt x="236245" y="-717"/>
                    <a:pt x="238975" y="1447"/>
                  </a:cubicBezTo>
                  <a:lnTo>
                    <a:pt x="238975" y="1447"/>
                  </a:lnTo>
                  <a:cubicBezTo>
                    <a:pt x="242082" y="3456"/>
                    <a:pt x="242972" y="7602"/>
                    <a:pt x="240963" y="10709"/>
                  </a:cubicBezTo>
                  <a:cubicBezTo>
                    <a:pt x="240749" y="11030"/>
                    <a:pt x="240508" y="11339"/>
                    <a:pt x="240247" y="11627"/>
                  </a:cubicBezTo>
                  <a:lnTo>
                    <a:pt x="208852" y="49801"/>
                  </a:lnTo>
                  <a:cubicBezTo>
                    <a:pt x="206148" y="53089"/>
                    <a:pt x="202466" y="55440"/>
                    <a:pt x="198343" y="56498"/>
                  </a:cubicBezTo>
                  <a:lnTo>
                    <a:pt x="115739" y="82819"/>
                  </a:lnTo>
                  <a:lnTo>
                    <a:pt x="13589" y="135526"/>
                  </a:lnTo>
                  <a:close/>
                </a:path>
              </a:pathLst>
            </a:custGeom>
            <a:solidFill>
              <a:srgbClr val="FFFFFF"/>
            </a:solidFill>
            <a:ln w="669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9BBDD2D-119F-3749-0A0B-C07EA304E5C4}"/>
                </a:ext>
              </a:extLst>
            </p:cNvPr>
            <p:cNvSpPr/>
            <p:nvPr/>
          </p:nvSpPr>
          <p:spPr>
            <a:xfrm>
              <a:off x="3851792" y="1609647"/>
              <a:ext cx="241546" cy="135525"/>
            </a:xfrm>
            <a:custGeom>
              <a:avLst/>
              <a:gdLst>
                <a:gd name="connsiteX0" fmla="*/ 0 w 241546"/>
                <a:gd name="connsiteY0" fmla="*/ 111550 h 135525"/>
                <a:gd name="connsiteX1" fmla="*/ 97800 w 241546"/>
                <a:gd name="connsiteY1" fmla="*/ 31183 h 135525"/>
                <a:gd name="connsiteX2" fmla="*/ 175918 w 241546"/>
                <a:gd name="connsiteY2" fmla="*/ 9282 h 135525"/>
                <a:gd name="connsiteX3" fmla="*/ 182211 w 241546"/>
                <a:gd name="connsiteY3" fmla="*/ 12430 h 135525"/>
                <a:gd name="connsiteX4" fmla="*/ 182211 w 241546"/>
                <a:gd name="connsiteY4" fmla="*/ 12430 h 135525"/>
                <a:gd name="connsiteX5" fmla="*/ 179600 w 241546"/>
                <a:gd name="connsiteY5" fmla="*/ 18793 h 135525"/>
                <a:gd name="connsiteX6" fmla="*/ 140373 w 241546"/>
                <a:gd name="connsiteY6" fmla="*/ 37679 h 135525"/>
                <a:gd name="connsiteX7" fmla="*/ 193925 w 241546"/>
                <a:gd name="connsiteY7" fmla="*/ 36875 h 135525"/>
                <a:gd name="connsiteX8" fmla="*/ 229604 w 241546"/>
                <a:gd name="connsiteY8" fmla="*/ 2116 h 135525"/>
                <a:gd name="connsiteX9" fmla="*/ 238641 w 241546"/>
                <a:gd name="connsiteY9" fmla="*/ 1447 h 135525"/>
                <a:gd name="connsiteX10" fmla="*/ 238641 w 241546"/>
                <a:gd name="connsiteY10" fmla="*/ 1447 h 135525"/>
                <a:gd name="connsiteX11" fmla="*/ 240181 w 241546"/>
                <a:gd name="connsiteY11" fmla="*/ 11365 h 135525"/>
                <a:gd name="connsiteX12" fmla="*/ 239980 w 241546"/>
                <a:gd name="connsiteY12" fmla="*/ 11627 h 135525"/>
                <a:gd name="connsiteX13" fmla="*/ 208585 w 241546"/>
                <a:gd name="connsiteY13" fmla="*/ 49801 h 135525"/>
                <a:gd name="connsiteX14" fmla="*/ 198076 w 241546"/>
                <a:gd name="connsiteY14" fmla="*/ 56498 h 135525"/>
                <a:gd name="connsiteX15" fmla="*/ 115405 w 241546"/>
                <a:gd name="connsiteY15" fmla="*/ 82819 h 135525"/>
                <a:gd name="connsiteX16" fmla="*/ 13254 w 241546"/>
                <a:gd name="connsiteY16" fmla="*/ 135526 h 135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546" h="135525">
                  <a:moveTo>
                    <a:pt x="0" y="111550"/>
                  </a:moveTo>
                  <a:lnTo>
                    <a:pt x="97800" y="31183"/>
                  </a:lnTo>
                  <a:lnTo>
                    <a:pt x="175918" y="9282"/>
                  </a:lnTo>
                  <a:cubicBezTo>
                    <a:pt x="178522" y="8479"/>
                    <a:pt x="181294" y="9865"/>
                    <a:pt x="182211" y="12430"/>
                  </a:cubicBezTo>
                  <a:lnTo>
                    <a:pt x="182211" y="12430"/>
                  </a:lnTo>
                  <a:cubicBezTo>
                    <a:pt x="183088" y="14908"/>
                    <a:pt x="181963" y="17647"/>
                    <a:pt x="179600" y="18793"/>
                  </a:cubicBezTo>
                  <a:lnTo>
                    <a:pt x="140373" y="37679"/>
                  </a:lnTo>
                  <a:lnTo>
                    <a:pt x="193925" y="36875"/>
                  </a:lnTo>
                  <a:lnTo>
                    <a:pt x="229604" y="2116"/>
                  </a:lnTo>
                  <a:cubicBezTo>
                    <a:pt x="231987" y="-422"/>
                    <a:pt x="235910" y="-717"/>
                    <a:pt x="238641" y="1447"/>
                  </a:cubicBezTo>
                  <a:lnTo>
                    <a:pt x="238641" y="1447"/>
                  </a:lnTo>
                  <a:cubicBezTo>
                    <a:pt x="241801" y="3764"/>
                    <a:pt x="242490" y="8204"/>
                    <a:pt x="240181" y="11365"/>
                  </a:cubicBezTo>
                  <a:cubicBezTo>
                    <a:pt x="240114" y="11452"/>
                    <a:pt x="240047" y="11539"/>
                    <a:pt x="239980" y="11627"/>
                  </a:cubicBezTo>
                  <a:lnTo>
                    <a:pt x="208585" y="49801"/>
                  </a:lnTo>
                  <a:cubicBezTo>
                    <a:pt x="205854" y="53063"/>
                    <a:pt x="202186" y="55407"/>
                    <a:pt x="198076" y="56498"/>
                  </a:cubicBezTo>
                  <a:lnTo>
                    <a:pt x="115405" y="82819"/>
                  </a:lnTo>
                  <a:lnTo>
                    <a:pt x="13254" y="135526"/>
                  </a:lnTo>
                  <a:close/>
                </a:path>
              </a:pathLst>
            </a:custGeom>
            <a:solidFill>
              <a:schemeClr val="bg2"/>
            </a:solidFill>
            <a:ln w="669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C8949532-DBC8-C63F-01CB-F36BE4C208AF}"/>
                </a:ext>
              </a:extLst>
            </p:cNvPr>
            <p:cNvSpPr/>
            <p:nvPr/>
          </p:nvSpPr>
          <p:spPr>
            <a:xfrm>
              <a:off x="3848650" y="1605757"/>
              <a:ext cx="247965" cy="142324"/>
            </a:xfrm>
            <a:custGeom>
              <a:avLst/>
              <a:gdLst>
                <a:gd name="connsiteX0" fmla="*/ 16062 w 247965"/>
                <a:gd name="connsiteY0" fmla="*/ 142229 h 142324"/>
                <a:gd name="connsiteX1" fmla="*/ 13116 w 247965"/>
                <a:gd name="connsiteY1" fmla="*/ 140487 h 142324"/>
                <a:gd name="connsiteX2" fmla="*/ 397 w 247965"/>
                <a:gd name="connsiteY2" fmla="*/ 116779 h 142324"/>
                <a:gd name="connsiteX3" fmla="*/ 1201 w 247965"/>
                <a:gd name="connsiteY3" fmla="*/ 112627 h 142324"/>
                <a:gd name="connsiteX4" fmla="*/ 99000 w 247965"/>
                <a:gd name="connsiteY4" fmla="*/ 31858 h 142324"/>
                <a:gd name="connsiteX5" fmla="*/ 100205 w 247965"/>
                <a:gd name="connsiteY5" fmla="*/ 31255 h 142324"/>
                <a:gd name="connsiteX6" fmla="*/ 178324 w 247965"/>
                <a:gd name="connsiteY6" fmla="*/ 9288 h 142324"/>
                <a:gd name="connsiteX7" fmla="*/ 188820 w 247965"/>
                <a:gd name="connsiteY7" fmla="*/ 15148 h 142324"/>
                <a:gd name="connsiteX8" fmla="*/ 184415 w 247965"/>
                <a:gd name="connsiteY8" fmla="*/ 25094 h 142324"/>
                <a:gd name="connsiteX9" fmla="*/ 158844 w 247965"/>
                <a:gd name="connsiteY9" fmla="*/ 37417 h 142324"/>
                <a:gd name="connsiteX10" fmla="*/ 195528 w 247965"/>
                <a:gd name="connsiteY10" fmla="*/ 36881 h 142324"/>
                <a:gd name="connsiteX11" fmla="*/ 230270 w 247965"/>
                <a:gd name="connsiteY11" fmla="*/ 2993 h 142324"/>
                <a:gd name="connsiteX12" fmla="*/ 243658 w 247965"/>
                <a:gd name="connsiteY12" fmla="*/ 2055 h 142324"/>
                <a:gd name="connsiteX13" fmla="*/ 247874 w 247965"/>
                <a:gd name="connsiteY13" fmla="*/ 9087 h 142324"/>
                <a:gd name="connsiteX14" fmla="*/ 245599 w 247965"/>
                <a:gd name="connsiteY14" fmla="*/ 17057 h 142324"/>
                <a:gd name="connsiteX15" fmla="*/ 213936 w 247965"/>
                <a:gd name="connsiteY15" fmla="*/ 55164 h 142324"/>
                <a:gd name="connsiteX16" fmla="*/ 201686 w 247965"/>
                <a:gd name="connsiteY16" fmla="*/ 63000 h 142324"/>
                <a:gd name="connsiteX17" fmla="*/ 119216 w 247965"/>
                <a:gd name="connsiteY17" fmla="*/ 89253 h 142324"/>
                <a:gd name="connsiteX18" fmla="*/ 17601 w 247965"/>
                <a:gd name="connsiteY18" fmla="*/ 142229 h 142324"/>
                <a:gd name="connsiteX19" fmla="*/ 16062 w 247965"/>
                <a:gd name="connsiteY19" fmla="*/ 142229 h 142324"/>
                <a:gd name="connsiteX20" fmla="*/ 7426 w 247965"/>
                <a:gd name="connsiteY20" fmla="*/ 116042 h 142324"/>
                <a:gd name="connsiteX21" fmla="*/ 17467 w 247965"/>
                <a:gd name="connsiteY21" fmla="*/ 134460 h 142324"/>
                <a:gd name="connsiteX22" fmla="*/ 116672 w 247965"/>
                <a:gd name="connsiteY22" fmla="*/ 83159 h 142324"/>
                <a:gd name="connsiteX23" fmla="*/ 199812 w 247965"/>
                <a:gd name="connsiteY23" fmla="*/ 56370 h 142324"/>
                <a:gd name="connsiteX24" fmla="*/ 208782 w 247965"/>
                <a:gd name="connsiteY24" fmla="*/ 50744 h 142324"/>
                <a:gd name="connsiteX25" fmla="*/ 240177 w 247965"/>
                <a:gd name="connsiteY25" fmla="*/ 12503 h 142324"/>
                <a:gd name="connsiteX26" fmla="*/ 240980 w 247965"/>
                <a:gd name="connsiteY26" fmla="*/ 9690 h 142324"/>
                <a:gd name="connsiteX27" fmla="*/ 236843 w 247965"/>
                <a:gd name="connsiteY27" fmla="*/ 6529 h 142324"/>
                <a:gd name="connsiteX28" fmla="*/ 234754 w 247965"/>
                <a:gd name="connsiteY28" fmla="*/ 7547 h 142324"/>
                <a:gd name="connsiteX29" fmla="*/ 199075 w 247965"/>
                <a:gd name="connsiteY29" fmla="*/ 42306 h 142324"/>
                <a:gd name="connsiteX30" fmla="*/ 196800 w 247965"/>
                <a:gd name="connsiteY30" fmla="*/ 43243 h 142324"/>
                <a:gd name="connsiteX31" fmla="*/ 143248 w 247965"/>
                <a:gd name="connsiteY31" fmla="*/ 44047 h 142324"/>
                <a:gd name="connsiteX32" fmla="*/ 143248 w 247965"/>
                <a:gd name="connsiteY32" fmla="*/ 44047 h 142324"/>
                <a:gd name="connsiteX33" fmla="*/ 139887 w 247965"/>
                <a:gd name="connsiteY33" fmla="*/ 40712 h 142324"/>
                <a:gd name="connsiteX34" fmla="*/ 141775 w 247965"/>
                <a:gd name="connsiteY34" fmla="*/ 37684 h 142324"/>
                <a:gd name="connsiteX35" fmla="*/ 181068 w 247965"/>
                <a:gd name="connsiteY35" fmla="*/ 18798 h 142324"/>
                <a:gd name="connsiteX36" fmla="*/ 181939 w 247965"/>
                <a:gd name="connsiteY36" fmla="*/ 16588 h 142324"/>
                <a:gd name="connsiteX37" fmla="*/ 179730 w 247965"/>
                <a:gd name="connsiteY37" fmla="*/ 15450 h 142324"/>
                <a:gd name="connsiteX38" fmla="*/ 102213 w 247965"/>
                <a:gd name="connsiteY38" fmla="*/ 37216 h 142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47965" h="142324">
                  <a:moveTo>
                    <a:pt x="16062" y="142229"/>
                  </a:moveTo>
                  <a:cubicBezTo>
                    <a:pt x="14836" y="142229"/>
                    <a:pt x="13705" y="141566"/>
                    <a:pt x="13116" y="140487"/>
                  </a:cubicBezTo>
                  <a:lnTo>
                    <a:pt x="397" y="116779"/>
                  </a:lnTo>
                  <a:cubicBezTo>
                    <a:pt x="-352" y="115379"/>
                    <a:pt x="-18" y="113645"/>
                    <a:pt x="1201" y="112627"/>
                  </a:cubicBezTo>
                  <a:lnTo>
                    <a:pt x="99000" y="31858"/>
                  </a:lnTo>
                  <a:cubicBezTo>
                    <a:pt x="99355" y="31577"/>
                    <a:pt x="99770" y="31376"/>
                    <a:pt x="100205" y="31255"/>
                  </a:cubicBezTo>
                  <a:lnTo>
                    <a:pt x="178324" y="9288"/>
                  </a:lnTo>
                  <a:cubicBezTo>
                    <a:pt x="182842" y="8009"/>
                    <a:pt x="187541" y="10628"/>
                    <a:pt x="188820" y="15148"/>
                  </a:cubicBezTo>
                  <a:cubicBezTo>
                    <a:pt x="189945" y="19093"/>
                    <a:pt x="188090" y="23272"/>
                    <a:pt x="184415" y="25094"/>
                  </a:cubicBezTo>
                  <a:lnTo>
                    <a:pt x="158844" y="37417"/>
                  </a:lnTo>
                  <a:lnTo>
                    <a:pt x="195528" y="36881"/>
                  </a:lnTo>
                  <a:lnTo>
                    <a:pt x="230270" y="2993"/>
                  </a:lnTo>
                  <a:cubicBezTo>
                    <a:pt x="233878" y="-610"/>
                    <a:pt x="239581" y="-1006"/>
                    <a:pt x="243658" y="2055"/>
                  </a:cubicBezTo>
                  <a:cubicBezTo>
                    <a:pt x="246007" y="3689"/>
                    <a:pt x="247540" y="6248"/>
                    <a:pt x="247874" y="9087"/>
                  </a:cubicBezTo>
                  <a:cubicBezTo>
                    <a:pt x="248256" y="11947"/>
                    <a:pt x="247433" y="14833"/>
                    <a:pt x="245599" y="17057"/>
                  </a:cubicBezTo>
                  <a:lnTo>
                    <a:pt x="213936" y="55164"/>
                  </a:lnTo>
                  <a:cubicBezTo>
                    <a:pt x="210790" y="59015"/>
                    <a:pt x="206499" y="61761"/>
                    <a:pt x="201686" y="63000"/>
                  </a:cubicBezTo>
                  <a:lnTo>
                    <a:pt x="119216" y="89253"/>
                  </a:lnTo>
                  <a:lnTo>
                    <a:pt x="17601" y="142229"/>
                  </a:lnTo>
                  <a:cubicBezTo>
                    <a:pt x="17099" y="142356"/>
                    <a:pt x="16563" y="142356"/>
                    <a:pt x="16062" y="142229"/>
                  </a:cubicBezTo>
                  <a:close/>
                  <a:moveTo>
                    <a:pt x="7426" y="116042"/>
                  </a:moveTo>
                  <a:lnTo>
                    <a:pt x="17467" y="134460"/>
                  </a:lnTo>
                  <a:lnTo>
                    <a:pt x="116672" y="83159"/>
                  </a:lnTo>
                  <a:lnTo>
                    <a:pt x="199812" y="56370"/>
                  </a:lnTo>
                  <a:cubicBezTo>
                    <a:pt x="203326" y="55513"/>
                    <a:pt x="206479" y="53537"/>
                    <a:pt x="208782" y="50744"/>
                  </a:cubicBezTo>
                  <a:lnTo>
                    <a:pt x="240177" y="12503"/>
                  </a:lnTo>
                  <a:cubicBezTo>
                    <a:pt x="240826" y="11719"/>
                    <a:pt x="241120" y="10701"/>
                    <a:pt x="240980" y="9690"/>
                  </a:cubicBezTo>
                  <a:cubicBezTo>
                    <a:pt x="240712" y="7674"/>
                    <a:pt x="238858" y="6261"/>
                    <a:pt x="236843" y="6529"/>
                  </a:cubicBezTo>
                  <a:cubicBezTo>
                    <a:pt x="236053" y="6636"/>
                    <a:pt x="235323" y="6991"/>
                    <a:pt x="234754" y="7547"/>
                  </a:cubicBezTo>
                  <a:lnTo>
                    <a:pt x="199075" y="42306"/>
                  </a:lnTo>
                  <a:cubicBezTo>
                    <a:pt x="198466" y="42902"/>
                    <a:pt x="197649" y="43236"/>
                    <a:pt x="196800" y="43243"/>
                  </a:cubicBezTo>
                  <a:lnTo>
                    <a:pt x="143248" y="44047"/>
                  </a:lnTo>
                  <a:lnTo>
                    <a:pt x="143248" y="44047"/>
                  </a:lnTo>
                  <a:cubicBezTo>
                    <a:pt x="141400" y="44054"/>
                    <a:pt x="139894" y="42560"/>
                    <a:pt x="139887" y="40712"/>
                  </a:cubicBezTo>
                  <a:cubicBezTo>
                    <a:pt x="139880" y="39426"/>
                    <a:pt x="140617" y="38247"/>
                    <a:pt x="141775" y="37684"/>
                  </a:cubicBezTo>
                  <a:lnTo>
                    <a:pt x="181068" y="18798"/>
                  </a:lnTo>
                  <a:cubicBezTo>
                    <a:pt x="181892" y="18403"/>
                    <a:pt x="182273" y="17439"/>
                    <a:pt x="181939" y="16588"/>
                  </a:cubicBezTo>
                  <a:cubicBezTo>
                    <a:pt x="181624" y="15684"/>
                    <a:pt x="180653" y="15182"/>
                    <a:pt x="179730" y="15450"/>
                  </a:cubicBezTo>
                  <a:lnTo>
                    <a:pt x="102213" y="37216"/>
                  </a:lnTo>
                  <a:close/>
                </a:path>
              </a:pathLst>
            </a:custGeom>
            <a:solidFill>
              <a:srgbClr val="0D274D"/>
            </a:solidFill>
            <a:ln w="6694"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A7EED94A-B81A-2015-381B-09AA1A977897}"/>
                </a:ext>
              </a:extLst>
            </p:cNvPr>
            <p:cNvSpPr/>
            <p:nvPr/>
          </p:nvSpPr>
          <p:spPr>
            <a:xfrm>
              <a:off x="3461599" y="1465294"/>
              <a:ext cx="131604" cy="423334"/>
            </a:xfrm>
            <a:custGeom>
              <a:avLst/>
              <a:gdLst>
                <a:gd name="connsiteX0" fmla="*/ 1205 w 131604"/>
                <a:gd name="connsiteY0" fmla="*/ 28196 h 423334"/>
                <a:gd name="connsiteX1" fmla="*/ 36148 w 131604"/>
                <a:gd name="connsiteY1" fmla="*/ 423334 h 423334"/>
                <a:gd name="connsiteX2" fmla="*/ 131604 w 131604"/>
                <a:gd name="connsiteY2" fmla="*/ 419785 h 423334"/>
                <a:gd name="connsiteX3" fmla="*/ 80663 w 131604"/>
                <a:gd name="connsiteY3" fmla="*/ 0 h 423334"/>
                <a:gd name="connsiteX4" fmla="*/ 45720 w 131604"/>
                <a:gd name="connsiteY4" fmla="*/ 17078 h 423334"/>
                <a:gd name="connsiteX5" fmla="*/ 2611 w 131604"/>
                <a:gd name="connsiteY5" fmla="*/ 6630 h 423334"/>
                <a:gd name="connsiteX6" fmla="*/ 0 w 131604"/>
                <a:gd name="connsiteY6" fmla="*/ 12792 h 42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604" h="423334">
                  <a:moveTo>
                    <a:pt x="1205" y="28196"/>
                  </a:moveTo>
                  <a:lnTo>
                    <a:pt x="36148" y="423334"/>
                  </a:lnTo>
                  <a:lnTo>
                    <a:pt x="131604" y="419785"/>
                  </a:lnTo>
                  <a:lnTo>
                    <a:pt x="80663" y="0"/>
                  </a:lnTo>
                  <a:cubicBezTo>
                    <a:pt x="70890" y="8921"/>
                    <a:pt x="58760" y="14848"/>
                    <a:pt x="45720" y="17078"/>
                  </a:cubicBezTo>
                  <a:cubicBezTo>
                    <a:pt x="25638" y="19690"/>
                    <a:pt x="2611" y="6630"/>
                    <a:pt x="2611" y="6630"/>
                  </a:cubicBezTo>
                  <a:lnTo>
                    <a:pt x="0" y="12792"/>
                  </a:lnTo>
                  <a:close/>
                </a:path>
              </a:pathLst>
            </a:custGeom>
            <a:solidFill>
              <a:srgbClr val="FFFFFF"/>
            </a:solidFill>
            <a:ln w="669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DA7C6E6C-87D7-1799-428C-CAAF644773C4}"/>
                </a:ext>
              </a:extLst>
            </p:cNvPr>
            <p:cNvSpPr/>
            <p:nvPr/>
          </p:nvSpPr>
          <p:spPr>
            <a:xfrm>
              <a:off x="3458244" y="1461642"/>
              <a:ext cx="138455" cy="430334"/>
            </a:xfrm>
            <a:custGeom>
              <a:avLst/>
              <a:gdLst>
                <a:gd name="connsiteX0" fmla="*/ 39503 w 138455"/>
                <a:gd name="connsiteY0" fmla="*/ 430335 h 430334"/>
                <a:gd name="connsiteX1" fmla="*/ 36156 w 138455"/>
                <a:gd name="connsiteY1" fmla="*/ 427254 h 430334"/>
                <a:gd name="connsiteX2" fmla="*/ 1280 w 138455"/>
                <a:gd name="connsiteY2" fmla="*/ 32115 h 430334"/>
                <a:gd name="connsiteX3" fmla="*/ 1280 w 138455"/>
                <a:gd name="connsiteY3" fmla="*/ 32115 h 430334"/>
                <a:gd name="connsiteX4" fmla="*/ 75 w 138455"/>
                <a:gd name="connsiteY4" fmla="*/ 16712 h 430334"/>
                <a:gd name="connsiteX5" fmla="*/ 75 w 138455"/>
                <a:gd name="connsiteY5" fmla="*/ 15171 h 430334"/>
                <a:gd name="connsiteX6" fmla="*/ 2686 w 138455"/>
                <a:gd name="connsiteY6" fmla="*/ 8943 h 430334"/>
                <a:gd name="connsiteX7" fmla="*/ 4694 w 138455"/>
                <a:gd name="connsiteY7" fmla="*/ 7067 h 430334"/>
                <a:gd name="connsiteX8" fmla="*/ 7439 w 138455"/>
                <a:gd name="connsiteY8" fmla="*/ 7067 h 430334"/>
                <a:gd name="connsiteX9" fmla="*/ 48406 w 138455"/>
                <a:gd name="connsiteY9" fmla="*/ 17113 h 430334"/>
                <a:gd name="connsiteX10" fmla="*/ 81876 w 138455"/>
                <a:gd name="connsiteY10" fmla="*/ 973 h 430334"/>
                <a:gd name="connsiteX11" fmla="*/ 85290 w 138455"/>
                <a:gd name="connsiteY11" fmla="*/ 169 h 430334"/>
                <a:gd name="connsiteX12" fmla="*/ 87499 w 138455"/>
                <a:gd name="connsiteY12" fmla="*/ 2982 h 430334"/>
                <a:gd name="connsiteX13" fmla="*/ 138440 w 138455"/>
                <a:gd name="connsiteY13" fmla="*/ 422767 h 430334"/>
                <a:gd name="connsiteX14" fmla="*/ 137637 w 138455"/>
                <a:gd name="connsiteY14" fmla="*/ 425312 h 430334"/>
                <a:gd name="connsiteX15" fmla="*/ 135227 w 138455"/>
                <a:gd name="connsiteY15" fmla="*/ 426517 h 430334"/>
                <a:gd name="connsiteX16" fmla="*/ 39704 w 138455"/>
                <a:gd name="connsiteY16" fmla="*/ 430067 h 430334"/>
                <a:gd name="connsiteX17" fmla="*/ 7907 w 138455"/>
                <a:gd name="connsiteY17" fmla="*/ 31847 h 430334"/>
                <a:gd name="connsiteX18" fmla="*/ 42716 w 138455"/>
                <a:gd name="connsiteY18" fmla="*/ 423504 h 430334"/>
                <a:gd name="connsiteX19" fmla="*/ 131412 w 138455"/>
                <a:gd name="connsiteY19" fmla="*/ 420222 h 430334"/>
                <a:gd name="connsiteX20" fmla="*/ 81675 w 138455"/>
                <a:gd name="connsiteY20" fmla="*/ 10148 h 430334"/>
                <a:gd name="connsiteX21" fmla="*/ 49678 w 138455"/>
                <a:gd name="connsiteY21" fmla="*/ 24012 h 430334"/>
                <a:gd name="connsiteX22" fmla="*/ 7840 w 138455"/>
                <a:gd name="connsiteY22" fmla="*/ 14903 h 430334"/>
                <a:gd name="connsiteX23" fmla="*/ 6970 w 138455"/>
                <a:gd name="connsiteY23" fmla="*/ 17046 h 430334"/>
                <a:gd name="connsiteX24" fmla="*/ 8108 w 138455"/>
                <a:gd name="connsiteY24" fmla="*/ 31580 h 430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8455" h="430334">
                  <a:moveTo>
                    <a:pt x="39503" y="430335"/>
                  </a:moveTo>
                  <a:cubicBezTo>
                    <a:pt x="37756" y="430341"/>
                    <a:pt x="36297" y="428995"/>
                    <a:pt x="36156" y="427254"/>
                  </a:cubicBezTo>
                  <a:lnTo>
                    <a:pt x="1280" y="32115"/>
                  </a:lnTo>
                  <a:lnTo>
                    <a:pt x="1280" y="32115"/>
                  </a:lnTo>
                  <a:lnTo>
                    <a:pt x="75" y="16712"/>
                  </a:lnTo>
                  <a:cubicBezTo>
                    <a:pt x="-25" y="16203"/>
                    <a:pt x="-25" y="15680"/>
                    <a:pt x="75" y="15171"/>
                  </a:cubicBezTo>
                  <a:lnTo>
                    <a:pt x="2686" y="8943"/>
                  </a:lnTo>
                  <a:cubicBezTo>
                    <a:pt x="3088" y="8079"/>
                    <a:pt x="3811" y="7409"/>
                    <a:pt x="4694" y="7067"/>
                  </a:cubicBezTo>
                  <a:cubicBezTo>
                    <a:pt x="5571" y="6699"/>
                    <a:pt x="6562" y="6699"/>
                    <a:pt x="7439" y="7067"/>
                  </a:cubicBezTo>
                  <a:cubicBezTo>
                    <a:pt x="7439" y="7067"/>
                    <a:pt x="29663" y="19591"/>
                    <a:pt x="48406" y="17113"/>
                  </a:cubicBezTo>
                  <a:cubicBezTo>
                    <a:pt x="60877" y="15044"/>
                    <a:pt x="72491" y="9445"/>
                    <a:pt x="81876" y="973"/>
                  </a:cubicBezTo>
                  <a:cubicBezTo>
                    <a:pt x="82773" y="82"/>
                    <a:pt x="84092" y="-226"/>
                    <a:pt x="85290" y="169"/>
                  </a:cubicBezTo>
                  <a:cubicBezTo>
                    <a:pt x="86495" y="618"/>
                    <a:pt x="87352" y="1703"/>
                    <a:pt x="87499" y="2982"/>
                  </a:cubicBezTo>
                  <a:lnTo>
                    <a:pt x="138440" y="422767"/>
                  </a:lnTo>
                  <a:cubicBezTo>
                    <a:pt x="138527" y="423691"/>
                    <a:pt x="138240" y="424608"/>
                    <a:pt x="137637" y="425312"/>
                  </a:cubicBezTo>
                  <a:cubicBezTo>
                    <a:pt x="137041" y="426035"/>
                    <a:pt x="136164" y="426470"/>
                    <a:pt x="135227" y="426517"/>
                  </a:cubicBezTo>
                  <a:lnTo>
                    <a:pt x="39704" y="430067"/>
                  </a:lnTo>
                  <a:close/>
                  <a:moveTo>
                    <a:pt x="7907" y="31847"/>
                  </a:moveTo>
                  <a:lnTo>
                    <a:pt x="42716" y="423504"/>
                  </a:lnTo>
                  <a:lnTo>
                    <a:pt x="131412" y="420222"/>
                  </a:lnTo>
                  <a:lnTo>
                    <a:pt x="81675" y="10148"/>
                  </a:lnTo>
                  <a:cubicBezTo>
                    <a:pt x="72377" y="17448"/>
                    <a:pt x="61359" y="22223"/>
                    <a:pt x="49678" y="24012"/>
                  </a:cubicBezTo>
                  <a:cubicBezTo>
                    <a:pt x="35158" y="24862"/>
                    <a:pt x="20693" y="21708"/>
                    <a:pt x="7840" y="14903"/>
                  </a:cubicBezTo>
                  <a:lnTo>
                    <a:pt x="6970" y="17046"/>
                  </a:lnTo>
                  <a:lnTo>
                    <a:pt x="8108" y="31580"/>
                  </a:lnTo>
                  <a:close/>
                </a:path>
              </a:pathLst>
            </a:custGeom>
            <a:solidFill>
              <a:srgbClr val="0D274D"/>
            </a:solidFill>
            <a:ln w="6694"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6D763BF-7562-ADA5-9F3A-6C092830BADA}"/>
                </a:ext>
              </a:extLst>
            </p:cNvPr>
            <p:cNvSpPr/>
            <p:nvPr/>
          </p:nvSpPr>
          <p:spPr>
            <a:xfrm>
              <a:off x="3460662" y="1469447"/>
              <a:ext cx="41971" cy="59270"/>
            </a:xfrm>
            <a:custGeom>
              <a:avLst/>
              <a:gdLst>
                <a:gd name="connsiteX0" fmla="*/ 41971 w 41971"/>
                <a:gd name="connsiteY0" fmla="*/ 13930 h 59270"/>
                <a:gd name="connsiteX1" fmla="*/ 5289 w 41971"/>
                <a:gd name="connsiteY1" fmla="*/ 59271 h 59270"/>
                <a:gd name="connsiteX2" fmla="*/ 0 w 41971"/>
                <a:gd name="connsiteY2" fmla="*/ 0 h 59270"/>
                <a:gd name="connsiteX3" fmla="*/ 41971 w 41971"/>
                <a:gd name="connsiteY3" fmla="*/ 13930 h 59270"/>
              </a:gdLst>
              <a:ahLst/>
              <a:cxnLst>
                <a:cxn ang="0">
                  <a:pos x="connsiteX0" y="connsiteY0"/>
                </a:cxn>
                <a:cxn ang="0">
                  <a:pos x="connsiteX1" y="connsiteY1"/>
                </a:cxn>
                <a:cxn ang="0">
                  <a:pos x="connsiteX2" y="connsiteY2"/>
                </a:cxn>
                <a:cxn ang="0">
                  <a:pos x="connsiteX3" y="connsiteY3"/>
                </a:cxn>
              </a:cxnLst>
              <a:rect l="l" t="t" r="r" b="b"/>
              <a:pathLst>
                <a:path w="41971" h="59270">
                  <a:moveTo>
                    <a:pt x="41971" y="13930"/>
                  </a:moveTo>
                  <a:lnTo>
                    <a:pt x="5289" y="59271"/>
                  </a:lnTo>
                  <a:lnTo>
                    <a:pt x="0" y="0"/>
                  </a:lnTo>
                  <a:cubicBezTo>
                    <a:pt x="0" y="0"/>
                    <a:pt x="13388" y="12055"/>
                    <a:pt x="41971" y="13930"/>
                  </a:cubicBezTo>
                </a:path>
              </a:pathLst>
            </a:custGeom>
            <a:solidFill>
              <a:srgbClr val="FFFFFF"/>
            </a:solidFill>
            <a:ln w="6694"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451ABA12-27BB-8660-DD65-CA4838F08B98}"/>
                </a:ext>
              </a:extLst>
            </p:cNvPr>
            <p:cNvSpPr/>
            <p:nvPr/>
          </p:nvSpPr>
          <p:spPr>
            <a:xfrm>
              <a:off x="3457300" y="1466190"/>
              <a:ext cx="48846" cy="65903"/>
            </a:xfrm>
            <a:custGeom>
              <a:avLst/>
              <a:gdLst>
                <a:gd name="connsiteX0" fmla="*/ 8651 w 48846"/>
                <a:gd name="connsiteY0" fmla="*/ 65876 h 65903"/>
                <a:gd name="connsiteX1" fmla="*/ 7713 w 48846"/>
                <a:gd name="connsiteY1" fmla="*/ 65876 h 65903"/>
                <a:gd name="connsiteX2" fmla="*/ 5371 w 48846"/>
                <a:gd name="connsiteY2" fmla="*/ 62929 h 65903"/>
                <a:gd name="connsiteX3" fmla="*/ 15 w 48846"/>
                <a:gd name="connsiteY3" fmla="*/ 3658 h 65903"/>
                <a:gd name="connsiteX4" fmla="*/ 3041 w 48846"/>
                <a:gd name="connsiteY4" fmla="*/ 15 h 65903"/>
                <a:gd name="connsiteX5" fmla="*/ 5571 w 48846"/>
                <a:gd name="connsiteY5" fmla="*/ 845 h 65903"/>
                <a:gd name="connsiteX6" fmla="*/ 45735 w 48846"/>
                <a:gd name="connsiteY6" fmla="*/ 14240 h 65903"/>
                <a:gd name="connsiteX7" fmla="*/ 48547 w 48846"/>
                <a:gd name="connsiteY7" fmla="*/ 16182 h 65903"/>
                <a:gd name="connsiteX8" fmla="*/ 48078 w 48846"/>
                <a:gd name="connsiteY8" fmla="*/ 19665 h 65903"/>
                <a:gd name="connsiteX9" fmla="*/ 11395 w 48846"/>
                <a:gd name="connsiteY9" fmla="*/ 64938 h 65903"/>
                <a:gd name="connsiteX10" fmla="*/ 8651 w 48846"/>
                <a:gd name="connsiteY10" fmla="*/ 65876 h 65903"/>
                <a:gd name="connsiteX11" fmla="*/ 7312 w 48846"/>
                <a:gd name="connsiteY11" fmla="*/ 9954 h 65903"/>
                <a:gd name="connsiteX12" fmla="*/ 11261 w 48846"/>
                <a:gd name="connsiteY12" fmla="*/ 54022 h 65903"/>
                <a:gd name="connsiteX13" fmla="*/ 38841 w 48846"/>
                <a:gd name="connsiteY13" fmla="*/ 19932 h 65903"/>
                <a:gd name="connsiteX14" fmla="*/ 7312 w 48846"/>
                <a:gd name="connsiteY14" fmla="*/ 9954 h 6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846" h="65903">
                  <a:moveTo>
                    <a:pt x="8651" y="65876"/>
                  </a:moveTo>
                  <a:lnTo>
                    <a:pt x="7713" y="65876"/>
                  </a:lnTo>
                  <a:cubicBezTo>
                    <a:pt x="6381" y="65501"/>
                    <a:pt x="5437" y="64315"/>
                    <a:pt x="5371" y="62929"/>
                  </a:cubicBezTo>
                  <a:lnTo>
                    <a:pt x="15" y="3658"/>
                  </a:lnTo>
                  <a:cubicBezTo>
                    <a:pt x="-159" y="1816"/>
                    <a:pt x="1200" y="182"/>
                    <a:pt x="3041" y="15"/>
                  </a:cubicBezTo>
                  <a:cubicBezTo>
                    <a:pt x="3958" y="-72"/>
                    <a:pt x="4875" y="229"/>
                    <a:pt x="5571" y="845"/>
                  </a:cubicBezTo>
                  <a:cubicBezTo>
                    <a:pt x="17299" y="9264"/>
                    <a:pt x="31303" y="13932"/>
                    <a:pt x="45735" y="14240"/>
                  </a:cubicBezTo>
                  <a:cubicBezTo>
                    <a:pt x="46967" y="14293"/>
                    <a:pt x="48058" y="15050"/>
                    <a:pt x="48547" y="16182"/>
                  </a:cubicBezTo>
                  <a:cubicBezTo>
                    <a:pt x="49076" y="17334"/>
                    <a:pt x="48895" y="18693"/>
                    <a:pt x="48078" y="19665"/>
                  </a:cubicBezTo>
                  <a:lnTo>
                    <a:pt x="11395" y="64938"/>
                  </a:lnTo>
                  <a:cubicBezTo>
                    <a:pt x="10679" y="65661"/>
                    <a:pt x="9661" y="66010"/>
                    <a:pt x="8651" y="65876"/>
                  </a:cubicBezTo>
                  <a:close/>
                  <a:moveTo>
                    <a:pt x="7312" y="9954"/>
                  </a:moveTo>
                  <a:lnTo>
                    <a:pt x="11261" y="54022"/>
                  </a:lnTo>
                  <a:lnTo>
                    <a:pt x="38841" y="19932"/>
                  </a:lnTo>
                  <a:cubicBezTo>
                    <a:pt x="27768" y="18754"/>
                    <a:pt x="17045" y="15358"/>
                    <a:pt x="7312" y="9954"/>
                  </a:cubicBezTo>
                  <a:close/>
                </a:path>
              </a:pathLst>
            </a:custGeom>
            <a:solidFill>
              <a:srgbClr val="0D274D"/>
            </a:solidFill>
            <a:ln w="6694"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29DE1716-E932-4A55-EDAB-50134C408CE0}"/>
                </a:ext>
              </a:extLst>
            </p:cNvPr>
            <p:cNvSpPr/>
            <p:nvPr/>
          </p:nvSpPr>
          <p:spPr>
            <a:xfrm>
              <a:off x="3502633" y="1466768"/>
              <a:ext cx="46188" cy="59471"/>
            </a:xfrm>
            <a:custGeom>
              <a:avLst/>
              <a:gdLst>
                <a:gd name="connsiteX0" fmla="*/ 46189 w 46188"/>
                <a:gd name="connsiteY0" fmla="*/ 59472 h 59471"/>
                <a:gd name="connsiteX1" fmla="*/ 0 w 46188"/>
                <a:gd name="connsiteY1" fmla="*/ 16609 h 59471"/>
                <a:gd name="connsiteX2" fmla="*/ 39628 w 46188"/>
                <a:gd name="connsiteY2" fmla="*/ 0 h 59471"/>
                <a:gd name="connsiteX3" fmla="*/ 46189 w 46188"/>
                <a:gd name="connsiteY3" fmla="*/ 59472 h 59471"/>
              </a:gdLst>
              <a:ahLst/>
              <a:cxnLst>
                <a:cxn ang="0">
                  <a:pos x="connsiteX0" y="connsiteY0"/>
                </a:cxn>
                <a:cxn ang="0">
                  <a:pos x="connsiteX1" y="connsiteY1"/>
                </a:cxn>
                <a:cxn ang="0">
                  <a:pos x="connsiteX2" y="connsiteY2"/>
                </a:cxn>
                <a:cxn ang="0">
                  <a:pos x="connsiteX3" y="connsiteY3"/>
                </a:cxn>
              </a:cxnLst>
              <a:rect l="l" t="t" r="r" b="b"/>
              <a:pathLst>
                <a:path w="46188" h="59471">
                  <a:moveTo>
                    <a:pt x="46189" y="59472"/>
                  </a:moveTo>
                  <a:lnTo>
                    <a:pt x="0" y="16609"/>
                  </a:lnTo>
                  <a:cubicBezTo>
                    <a:pt x="0" y="16609"/>
                    <a:pt x="32064" y="9912"/>
                    <a:pt x="39628" y="0"/>
                  </a:cubicBezTo>
                  <a:cubicBezTo>
                    <a:pt x="41904" y="22101"/>
                    <a:pt x="46189" y="59472"/>
                    <a:pt x="46189" y="59472"/>
                  </a:cubicBezTo>
                  <a:close/>
                </a:path>
              </a:pathLst>
            </a:custGeom>
            <a:solidFill>
              <a:srgbClr val="FFFFFF"/>
            </a:solidFill>
            <a:ln w="6694"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85D7392A-A255-FC52-1707-7BE5B65B2FE7}"/>
                </a:ext>
              </a:extLst>
            </p:cNvPr>
            <p:cNvSpPr/>
            <p:nvPr/>
          </p:nvSpPr>
          <p:spPr>
            <a:xfrm>
              <a:off x="3499287" y="1463450"/>
              <a:ext cx="53046" cy="66141"/>
            </a:xfrm>
            <a:custGeom>
              <a:avLst/>
              <a:gdLst>
                <a:gd name="connsiteX0" fmla="*/ 49535 w 53046"/>
                <a:gd name="connsiteY0" fmla="*/ 66138 h 66141"/>
                <a:gd name="connsiteX1" fmla="*/ 47259 w 53046"/>
                <a:gd name="connsiteY1" fmla="*/ 65201 h 66141"/>
                <a:gd name="connsiteX2" fmla="*/ 1070 w 53046"/>
                <a:gd name="connsiteY2" fmla="*/ 22405 h 66141"/>
                <a:gd name="connsiteX3" fmla="*/ 133 w 53046"/>
                <a:gd name="connsiteY3" fmla="*/ 19056 h 66141"/>
                <a:gd name="connsiteX4" fmla="*/ 2744 w 53046"/>
                <a:gd name="connsiteY4" fmla="*/ 16645 h 66141"/>
                <a:gd name="connsiteX5" fmla="*/ 40297 w 53046"/>
                <a:gd name="connsiteY5" fmla="*/ 1376 h 66141"/>
                <a:gd name="connsiteX6" fmla="*/ 43912 w 53046"/>
                <a:gd name="connsiteY6" fmla="*/ 103 h 66141"/>
                <a:gd name="connsiteX7" fmla="*/ 46322 w 53046"/>
                <a:gd name="connsiteY7" fmla="*/ 2983 h 66141"/>
                <a:gd name="connsiteX8" fmla="*/ 53016 w 53046"/>
                <a:gd name="connsiteY8" fmla="*/ 62388 h 66141"/>
                <a:gd name="connsiteX9" fmla="*/ 51209 w 53046"/>
                <a:gd name="connsiteY9" fmla="*/ 65736 h 66141"/>
                <a:gd name="connsiteX10" fmla="*/ 49535 w 53046"/>
                <a:gd name="connsiteY10" fmla="*/ 66138 h 66141"/>
                <a:gd name="connsiteX11" fmla="*/ 10308 w 53046"/>
                <a:gd name="connsiteY11" fmla="*/ 21802 h 66141"/>
                <a:gd name="connsiteX12" fmla="*/ 45184 w 53046"/>
                <a:gd name="connsiteY12" fmla="*/ 54150 h 66141"/>
                <a:gd name="connsiteX13" fmla="*/ 40364 w 53046"/>
                <a:gd name="connsiteY13" fmla="*/ 10216 h 66141"/>
                <a:gd name="connsiteX14" fmla="*/ 10308 w 53046"/>
                <a:gd name="connsiteY14" fmla="*/ 21802 h 66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046" h="66141">
                  <a:moveTo>
                    <a:pt x="49535" y="66138"/>
                  </a:moveTo>
                  <a:cubicBezTo>
                    <a:pt x="48685" y="66138"/>
                    <a:pt x="47862" y="65803"/>
                    <a:pt x="47259" y="65201"/>
                  </a:cubicBezTo>
                  <a:lnTo>
                    <a:pt x="1070" y="22405"/>
                  </a:lnTo>
                  <a:cubicBezTo>
                    <a:pt x="146" y="21561"/>
                    <a:pt x="-222" y="20262"/>
                    <a:pt x="133" y="19056"/>
                  </a:cubicBezTo>
                  <a:cubicBezTo>
                    <a:pt x="481" y="17824"/>
                    <a:pt x="1492" y="16900"/>
                    <a:pt x="2744" y="16645"/>
                  </a:cubicBezTo>
                  <a:cubicBezTo>
                    <a:pt x="11312" y="14971"/>
                    <a:pt x="34741" y="8877"/>
                    <a:pt x="40297" y="1376"/>
                  </a:cubicBezTo>
                  <a:cubicBezTo>
                    <a:pt x="41141" y="264"/>
                    <a:pt x="42560" y="-232"/>
                    <a:pt x="43912" y="103"/>
                  </a:cubicBezTo>
                  <a:cubicBezTo>
                    <a:pt x="45237" y="465"/>
                    <a:pt x="46201" y="1610"/>
                    <a:pt x="46322" y="2983"/>
                  </a:cubicBezTo>
                  <a:cubicBezTo>
                    <a:pt x="48598" y="25084"/>
                    <a:pt x="53016" y="62388"/>
                    <a:pt x="53016" y="62388"/>
                  </a:cubicBezTo>
                  <a:cubicBezTo>
                    <a:pt x="53210" y="63781"/>
                    <a:pt x="52480" y="65134"/>
                    <a:pt x="51209" y="65736"/>
                  </a:cubicBezTo>
                  <a:cubicBezTo>
                    <a:pt x="50699" y="66024"/>
                    <a:pt x="50117" y="66165"/>
                    <a:pt x="49535" y="66138"/>
                  </a:cubicBezTo>
                  <a:close/>
                  <a:moveTo>
                    <a:pt x="10308" y="21802"/>
                  </a:moveTo>
                  <a:lnTo>
                    <a:pt x="45184" y="54150"/>
                  </a:lnTo>
                  <a:cubicBezTo>
                    <a:pt x="43979" y="43434"/>
                    <a:pt x="41904" y="24950"/>
                    <a:pt x="40364" y="10216"/>
                  </a:cubicBezTo>
                  <a:cubicBezTo>
                    <a:pt x="31013" y="15634"/>
                    <a:pt x="20871" y="19545"/>
                    <a:pt x="10308" y="21802"/>
                  </a:cubicBezTo>
                  <a:close/>
                </a:path>
              </a:pathLst>
            </a:custGeom>
            <a:solidFill>
              <a:srgbClr val="0D274D"/>
            </a:solidFill>
            <a:ln w="6694"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E99615D6-2F91-B5E2-1208-3B3C8661BE05}"/>
                </a:ext>
              </a:extLst>
            </p:cNvPr>
            <p:cNvSpPr/>
            <p:nvPr/>
          </p:nvSpPr>
          <p:spPr>
            <a:xfrm>
              <a:off x="3499011" y="1480076"/>
              <a:ext cx="45477" cy="383973"/>
            </a:xfrm>
            <a:custGeom>
              <a:avLst/>
              <a:gdLst>
                <a:gd name="connsiteX0" fmla="*/ 42113 w 45477"/>
                <a:gd name="connsiteY0" fmla="*/ 383973 h 383973"/>
                <a:gd name="connsiteX1" fmla="*/ 38766 w 45477"/>
                <a:gd name="connsiteY1" fmla="*/ 380960 h 383973"/>
                <a:gd name="connsiteX2" fmla="*/ 8 w 45477"/>
                <a:gd name="connsiteY2" fmla="*/ 3636 h 383973"/>
                <a:gd name="connsiteX3" fmla="*/ 3020 w 45477"/>
                <a:gd name="connsiteY3" fmla="*/ 19 h 383973"/>
                <a:gd name="connsiteX4" fmla="*/ 6702 w 45477"/>
                <a:gd name="connsiteY4" fmla="*/ 2966 h 383973"/>
                <a:gd name="connsiteX5" fmla="*/ 45460 w 45477"/>
                <a:gd name="connsiteY5" fmla="*/ 380290 h 383973"/>
                <a:gd name="connsiteX6" fmla="*/ 42541 w 45477"/>
                <a:gd name="connsiteY6" fmla="*/ 383900 h 383973"/>
                <a:gd name="connsiteX7" fmla="*/ 42447 w 45477"/>
                <a:gd name="connsiteY7" fmla="*/ 383906 h 38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477" h="383973">
                  <a:moveTo>
                    <a:pt x="42113" y="383973"/>
                  </a:moveTo>
                  <a:cubicBezTo>
                    <a:pt x="40412" y="383926"/>
                    <a:pt x="38993" y="382647"/>
                    <a:pt x="38766" y="380960"/>
                  </a:cubicBezTo>
                  <a:lnTo>
                    <a:pt x="8" y="3636"/>
                  </a:lnTo>
                  <a:cubicBezTo>
                    <a:pt x="-113" y="1821"/>
                    <a:pt x="1212" y="227"/>
                    <a:pt x="3020" y="19"/>
                  </a:cubicBezTo>
                  <a:cubicBezTo>
                    <a:pt x="4847" y="-175"/>
                    <a:pt x="6494" y="1138"/>
                    <a:pt x="6702" y="2966"/>
                  </a:cubicBezTo>
                  <a:lnTo>
                    <a:pt x="45460" y="380290"/>
                  </a:lnTo>
                  <a:cubicBezTo>
                    <a:pt x="45647" y="382091"/>
                    <a:pt x="44342" y="383705"/>
                    <a:pt x="42541" y="383900"/>
                  </a:cubicBezTo>
                  <a:cubicBezTo>
                    <a:pt x="42508" y="383900"/>
                    <a:pt x="42481" y="383906"/>
                    <a:pt x="42447" y="383906"/>
                  </a:cubicBezTo>
                  <a:close/>
                </a:path>
              </a:pathLst>
            </a:custGeom>
            <a:solidFill>
              <a:srgbClr val="0D274D"/>
            </a:solidFill>
            <a:ln w="6694"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B2A55A41-BCEF-2E5A-79C7-844945A435C6}"/>
                </a:ext>
              </a:extLst>
            </p:cNvPr>
            <p:cNvSpPr/>
            <p:nvPr/>
          </p:nvSpPr>
          <p:spPr>
            <a:xfrm>
              <a:off x="3367214" y="1877310"/>
              <a:ext cx="488862" cy="978135"/>
            </a:xfrm>
            <a:custGeom>
              <a:avLst/>
              <a:gdLst>
                <a:gd name="connsiteX0" fmla="*/ 179065 w 488862"/>
                <a:gd name="connsiteY0" fmla="*/ 189734 h 978135"/>
                <a:gd name="connsiteX1" fmla="*/ 153627 w 488862"/>
                <a:gd name="connsiteY1" fmla="*/ 978136 h 978135"/>
                <a:gd name="connsiteX2" fmla="*/ 0 w 488862"/>
                <a:gd name="connsiteY2" fmla="*/ 978136 h 978135"/>
                <a:gd name="connsiteX3" fmla="*/ 10041 w 488862"/>
                <a:gd name="connsiteY3" fmla="*/ 8104 h 978135"/>
                <a:gd name="connsiteX4" fmla="*/ 309330 w 488862"/>
                <a:gd name="connsiteY4" fmla="*/ 0 h 978135"/>
                <a:gd name="connsiteX5" fmla="*/ 488863 w 488862"/>
                <a:gd name="connsiteY5" fmla="*/ 978136 h 978135"/>
                <a:gd name="connsiteX6" fmla="*/ 349159 w 488862"/>
                <a:gd name="connsiteY6" fmla="*/ 978136 h 978135"/>
                <a:gd name="connsiteX7" fmla="*/ 179065 w 488862"/>
                <a:gd name="connsiteY7" fmla="*/ 266819 h 97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8862" h="978135">
                  <a:moveTo>
                    <a:pt x="179065" y="189734"/>
                  </a:moveTo>
                  <a:lnTo>
                    <a:pt x="153627" y="978136"/>
                  </a:lnTo>
                  <a:lnTo>
                    <a:pt x="0" y="978136"/>
                  </a:lnTo>
                  <a:lnTo>
                    <a:pt x="10041" y="8104"/>
                  </a:lnTo>
                  <a:lnTo>
                    <a:pt x="309330" y="0"/>
                  </a:lnTo>
                  <a:lnTo>
                    <a:pt x="488863" y="978136"/>
                  </a:lnTo>
                  <a:lnTo>
                    <a:pt x="349159" y="978136"/>
                  </a:lnTo>
                  <a:lnTo>
                    <a:pt x="179065" y="266819"/>
                  </a:lnTo>
                </a:path>
              </a:pathLst>
            </a:custGeom>
            <a:solidFill>
              <a:srgbClr val="FFFFFF"/>
            </a:solidFill>
            <a:ln w="6694"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5B31B339-D4C9-AC3F-8411-DF806AEF32CF}"/>
                </a:ext>
              </a:extLst>
            </p:cNvPr>
            <p:cNvSpPr/>
            <p:nvPr/>
          </p:nvSpPr>
          <p:spPr>
            <a:xfrm>
              <a:off x="3363733" y="1873959"/>
              <a:ext cx="495520" cy="984835"/>
            </a:xfrm>
            <a:custGeom>
              <a:avLst/>
              <a:gdLst>
                <a:gd name="connsiteX0" fmla="*/ 492343 w 495520"/>
                <a:gd name="connsiteY0" fmla="*/ 984835 h 984835"/>
                <a:gd name="connsiteX1" fmla="*/ 352640 w 495520"/>
                <a:gd name="connsiteY1" fmla="*/ 984835 h 984835"/>
                <a:gd name="connsiteX2" fmla="*/ 349427 w 495520"/>
                <a:gd name="connsiteY2" fmla="*/ 982223 h 984835"/>
                <a:gd name="connsiteX3" fmla="*/ 182880 w 495520"/>
                <a:gd name="connsiteY3" fmla="*/ 285708 h 984835"/>
                <a:gd name="connsiteX4" fmla="*/ 160455 w 495520"/>
                <a:gd name="connsiteY4" fmla="*/ 981219 h 984835"/>
                <a:gd name="connsiteX5" fmla="*/ 157108 w 495520"/>
                <a:gd name="connsiteY5" fmla="*/ 984500 h 984835"/>
                <a:gd name="connsiteX6" fmla="*/ 3347 w 495520"/>
                <a:gd name="connsiteY6" fmla="*/ 984500 h 984835"/>
                <a:gd name="connsiteX7" fmla="*/ 0 w 495520"/>
                <a:gd name="connsiteY7" fmla="*/ 981085 h 984835"/>
                <a:gd name="connsiteX8" fmla="*/ 10041 w 495520"/>
                <a:gd name="connsiteY8" fmla="*/ 11388 h 984835"/>
                <a:gd name="connsiteX9" fmla="*/ 13254 w 495520"/>
                <a:gd name="connsiteY9" fmla="*/ 8106 h 984835"/>
                <a:gd name="connsiteX10" fmla="*/ 312543 w 495520"/>
                <a:gd name="connsiteY10" fmla="*/ 2 h 984835"/>
                <a:gd name="connsiteX11" fmla="*/ 315957 w 495520"/>
                <a:gd name="connsiteY11" fmla="*/ 2748 h 984835"/>
                <a:gd name="connsiteX12" fmla="*/ 495490 w 495520"/>
                <a:gd name="connsiteY12" fmla="*/ 980549 h 984835"/>
                <a:gd name="connsiteX13" fmla="*/ 494753 w 495520"/>
                <a:gd name="connsiteY13" fmla="*/ 983295 h 984835"/>
                <a:gd name="connsiteX14" fmla="*/ 492343 w 495520"/>
                <a:gd name="connsiteY14" fmla="*/ 984835 h 984835"/>
                <a:gd name="connsiteX15" fmla="*/ 355317 w 495520"/>
                <a:gd name="connsiteY15" fmla="*/ 978138 h 984835"/>
                <a:gd name="connsiteX16" fmla="*/ 488327 w 495520"/>
                <a:gd name="connsiteY16" fmla="*/ 978138 h 984835"/>
                <a:gd name="connsiteX17" fmla="*/ 309999 w 495520"/>
                <a:gd name="connsiteY17" fmla="*/ 7034 h 984835"/>
                <a:gd name="connsiteX18" fmla="*/ 16735 w 495520"/>
                <a:gd name="connsiteY18" fmla="*/ 14669 h 984835"/>
                <a:gd name="connsiteX19" fmla="*/ 6828 w 495520"/>
                <a:gd name="connsiteY19" fmla="*/ 978138 h 984835"/>
                <a:gd name="connsiteX20" fmla="*/ 154096 w 495520"/>
                <a:gd name="connsiteY20" fmla="*/ 978138 h 984835"/>
                <a:gd name="connsiteX21" fmla="*/ 179399 w 495520"/>
                <a:gd name="connsiteY21" fmla="*/ 192950 h 984835"/>
                <a:gd name="connsiteX22" fmla="*/ 182813 w 495520"/>
                <a:gd name="connsiteY22" fmla="*/ 189736 h 984835"/>
                <a:gd name="connsiteX23" fmla="*/ 186093 w 495520"/>
                <a:gd name="connsiteY23" fmla="*/ 193151 h 984835"/>
                <a:gd name="connsiteX24" fmla="*/ 186093 w 495520"/>
                <a:gd name="connsiteY24" fmla="*/ 193151 h 984835"/>
                <a:gd name="connsiteX25" fmla="*/ 183683 w 495520"/>
                <a:gd name="connsiteY25" fmla="*/ 266821 h 984835"/>
                <a:gd name="connsiteX26" fmla="*/ 185959 w 495520"/>
                <a:gd name="connsiteY26" fmla="*/ 269232 h 984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95520" h="984835">
                  <a:moveTo>
                    <a:pt x="492343" y="984835"/>
                  </a:moveTo>
                  <a:lnTo>
                    <a:pt x="352640" y="984835"/>
                  </a:lnTo>
                  <a:cubicBezTo>
                    <a:pt x="351087" y="984835"/>
                    <a:pt x="349741" y="983743"/>
                    <a:pt x="349427" y="982223"/>
                  </a:cubicBezTo>
                  <a:lnTo>
                    <a:pt x="182880" y="285708"/>
                  </a:lnTo>
                  <a:lnTo>
                    <a:pt x="160455" y="981219"/>
                  </a:lnTo>
                  <a:cubicBezTo>
                    <a:pt x="160381" y="983027"/>
                    <a:pt x="158915" y="984467"/>
                    <a:pt x="157108" y="984500"/>
                  </a:cubicBezTo>
                  <a:lnTo>
                    <a:pt x="3347" y="984500"/>
                  </a:lnTo>
                  <a:cubicBezTo>
                    <a:pt x="1486" y="984467"/>
                    <a:pt x="0" y="982947"/>
                    <a:pt x="0" y="981085"/>
                  </a:cubicBezTo>
                  <a:lnTo>
                    <a:pt x="10041" y="11388"/>
                  </a:lnTo>
                  <a:cubicBezTo>
                    <a:pt x="10041" y="9599"/>
                    <a:pt x="11467" y="8139"/>
                    <a:pt x="13254" y="8106"/>
                  </a:cubicBezTo>
                  <a:lnTo>
                    <a:pt x="312543" y="2"/>
                  </a:lnTo>
                  <a:cubicBezTo>
                    <a:pt x="314203" y="-58"/>
                    <a:pt x="315656" y="1114"/>
                    <a:pt x="315957" y="2748"/>
                  </a:cubicBezTo>
                  <a:lnTo>
                    <a:pt x="495490" y="980549"/>
                  </a:lnTo>
                  <a:cubicBezTo>
                    <a:pt x="495617" y="981527"/>
                    <a:pt x="495349" y="982511"/>
                    <a:pt x="494753" y="983295"/>
                  </a:cubicBezTo>
                  <a:cubicBezTo>
                    <a:pt x="494204" y="984125"/>
                    <a:pt x="493328" y="984681"/>
                    <a:pt x="492343" y="984835"/>
                  </a:cubicBezTo>
                  <a:close/>
                  <a:moveTo>
                    <a:pt x="355317" y="978138"/>
                  </a:moveTo>
                  <a:lnTo>
                    <a:pt x="488327" y="978138"/>
                  </a:lnTo>
                  <a:lnTo>
                    <a:pt x="309999" y="7034"/>
                  </a:lnTo>
                  <a:lnTo>
                    <a:pt x="16735" y="14669"/>
                  </a:lnTo>
                  <a:lnTo>
                    <a:pt x="6828" y="978138"/>
                  </a:lnTo>
                  <a:lnTo>
                    <a:pt x="154096" y="978138"/>
                  </a:lnTo>
                  <a:lnTo>
                    <a:pt x="179399" y="192950"/>
                  </a:lnTo>
                  <a:cubicBezTo>
                    <a:pt x="179593" y="191189"/>
                    <a:pt x="181039" y="189823"/>
                    <a:pt x="182813" y="189736"/>
                  </a:cubicBezTo>
                  <a:cubicBezTo>
                    <a:pt x="184661" y="189769"/>
                    <a:pt x="186127" y="191303"/>
                    <a:pt x="186093" y="193151"/>
                  </a:cubicBezTo>
                  <a:cubicBezTo>
                    <a:pt x="186093" y="193151"/>
                    <a:pt x="186093" y="193151"/>
                    <a:pt x="186093" y="193151"/>
                  </a:cubicBezTo>
                  <a:lnTo>
                    <a:pt x="183683" y="266821"/>
                  </a:lnTo>
                  <a:cubicBezTo>
                    <a:pt x="184828" y="267143"/>
                    <a:pt x="185705" y="268067"/>
                    <a:pt x="185959" y="269232"/>
                  </a:cubicBezTo>
                  <a:close/>
                </a:path>
              </a:pathLst>
            </a:custGeom>
            <a:solidFill>
              <a:srgbClr val="0D274D"/>
            </a:solidFill>
            <a:ln w="6694"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7EA58C28-FFAF-3C82-0D82-4A490C3A7CCC}"/>
                </a:ext>
              </a:extLst>
            </p:cNvPr>
            <p:cNvSpPr/>
            <p:nvPr/>
          </p:nvSpPr>
          <p:spPr>
            <a:xfrm>
              <a:off x="3408717" y="1860701"/>
              <a:ext cx="265350" cy="27927"/>
            </a:xfrm>
            <a:custGeom>
              <a:avLst/>
              <a:gdLst>
                <a:gd name="connsiteX0" fmla="*/ 0 w 265350"/>
                <a:gd name="connsiteY0" fmla="*/ 0 h 27927"/>
                <a:gd name="connsiteX1" fmla="*/ 265350 w 265350"/>
                <a:gd name="connsiteY1" fmla="*/ 0 h 27927"/>
                <a:gd name="connsiteX2" fmla="*/ 265350 w 265350"/>
                <a:gd name="connsiteY2" fmla="*/ 27928 h 27927"/>
                <a:gd name="connsiteX3" fmla="*/ 0 w 265350"/>
                <a:gd name="connsiteY3" fmla="*/ 27928 h 27927"/>
              </a:gdLst>
              <a:ahLst/>
              <a:cxnLst>
                <a:cxn ang="0">
                  <a:pos x="connsiteX0" y="connsiteY0"/>
                </a:cxn>
                <a:cxn ang="0">
                  <a:pos x="connsiteX1" y="connsiteY1"/>
                </a:cxn>
                <a:cxn ang="0">
                  <a:pos x="connsiteX2" y="connsiteY2"/>
                </a:cxn>
                <a:cxn ang="0">
                  <a:pos x="connsiteX3" y="connsiteY3"/>
                </a:cxn>
              </a:cxnLst>
              <a:rect l="l" t="t" r="r" b="b"/>
              <a:pathLst>
                <a:path w="265350" h="27927">
                  <a:moveTo>
                    <a:pt x="0" y="0"/>
                  </a:moveTo>
                  <a:lnTo>
                    <a:pt x="265350" y="0"/>
                  </a:lnTo>
                  <a:lnTo>
                    <a:pt x="265350" y="27928"/>
                  </a:lnTo>
                  <a:lnTo>
                    <a:pt x="0" y="27928"/>
                  </a:lnTo>
                  <a:close/>
                </a:path>
              </a:pathLst>
            </a:custGeom>
            <a:solidFill>
              <a:srgbClr val="0D274D"/>
            </a:solidFill>
            <a:ln w="6694"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2C98745B-7FD8-DE88-C39F-2A23D5EDC197}"/>
                </a:ext>
              </a:extLst>
            </p:cNvPr>
            <p:cNvSpPr/>
            <p:nvPr/>
          </p:nvSpPr>
          <p:spPr>
            <a:xfrm>
              <a:off x="3405370" y="1857352"/>
              <a:ext cx="272043" cy="34624"/>
            </a:xfrm>
            <a:custGeom>
              <a:avLst/>
              <a:gdLst>
                <a:gd name="connsiteX0" fmla="*/ 268697 w 272043"/>
                <a:gd name="connsiteY0" fmla="*/ 34625 h 34624"/>
                <a:gd name="connsiteX1" fmla="*/ 3347 w 272043"/>
                <a:gd name="connsiteY1" fmla="*/ 34625 h 34624"/>
                <a:gd name="connsiteX2" fmla="*/ 0 w 272043"/>
                <a:gd name="connsiteY2" fmla="*/ 31276 h 34624"/>
                <a:gd name="connsiteX3" fmla="*/ 0 w 272043"/>
                <a:gd name="connsiteY3" fmla="*/ 3349 h 34624"/>
                <a:gd name="connsiteX4" fmla="*/ 3347 w 272043"/>
                <a:gd name="connsiteY4" fmla="*/ 0 h 34624"/>
                <a:gd name="connsiteX5" fmla="*/ 268697 w 272043"/>
                <a:gd name="connsiteY5" fmla="*/ 0 h 34624"/>
                <a:gd name="connsiteX6" fmla="*/ 272044 w 272043"/>
                <a:gd name="connsiteY6" fmla="*/ 3349 h 34624"/>
                <a:gd name="connsiteX7" fmla="*/ 272044 w 272043"/>
                <a:gd name="connsiteY7" fmla="*/ 31276 h 34624"/>
                <a:gd name="connsiteX8" fmla="*/ 268697 w 272043"/>
                <a:gd name="connsiteY8" fmla="*/ 34625 h 34624"/>
                <a:gd name="connsiteX9" fmla="*/ 6694 w 272043"/>
                <a:gd name="connsiteY9" fmla="*/ 27928 h 34624"/>
                <a:gd name="connsiteX10" fmla="*/ 265350 w 272043"/>
                <a:gd name="connsiteY10" fmla="*/ 27928 h 34624"/>
                <a:gd name="connsiteX11" fmla="*/ 265350 w 272043"/>
                <a:gd name="connsiteY11" fmla="*/ 6697 h 34624"/>
                <a:gd name="connsiteX12" fmla="*/ 6694 w 272043"/>
                <a:gd name="connsiteY12" fmla="*/ 6697 h 34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2043" h="34624">
                  <a:moveTo>
                    <a:pt x="268697" y="34625"/>
                  </a:moveTo>
                  <a:lnTo>
                    <a:pt x="3347" y="34625"/>
                  </a:lnTo>
                  <a:cubicBezTo>
                    <a:pt x="1499" y="34625"/>
                    <a:pt x="0" y="33125"/>
                    <a:pt x="0" y="31276"/>
                  </a:cubicBezTo>
                  <a:lnTo>
                    <a:pt x="0" y="3349"/>
                  </a:lnTo>
                  <a:cubicBezTo>
                    <a:pt x="0" y="1500"/>
                    <a:pt x="1499" y="0"/>
                    <a:pt x="3347" y="0"/>
                  </a:cubicBezTo>
                  <a:lnTo>
                    <a:pt x="268697" y="0"/>
                  </a:lnTo>
                  <a:cubicBezTo>
                    <a:pt x="270545" y="0"/>
                    <a:pt x="272044" y="1500"/>
                    <a:pt x="272044" y="3349"/>
                  </a:cubicBezTo>
                  <a:lnTo>
                    <a:pt x="272044" y="31276"/>
                  </a:lnTo>
                  <a:cubicBezTo>
                    <a:pt x="272044" y="33125"/>
                    <a:pt x="270545" y="34625"/>
                    <a:pt x="268697" y="34625"/>
                  </a:cubicBezTo>
                  <a:close/>
                  <a:moveTo>
                    <a:pt x="6694" y="27928"/>
                  </a:moveTo>
                  <a:lnTo>
                    <a:pt x="265350" y="27928"/>
                  </a:lnTo>
                  <a:lnTo>
                    <a:pt x="265350" y="6697"/>
                  </a:lnTo>
                  <a:lnTo>
                    <a:pt x="6694" y="6697"/>
                  </a:lnTo>
                  <a:close/>
                </a:path>
              </a:pathLst>
            </a:custGeom>
            <a:solidFill>
              <a:srgbClr val="0D274D"/>
            </a:solidFill>
            <a:ln w="6694"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8A6C16E0-11F0-62C8-9CED-ACD9FD8DAA9C}"/>
                </a:ext>
              </a:extLst>
            </p:cNvPr>
            <p:cNvSpPr/>
            <p:nvPr/>
          </p:nvSpPr>
          <p:spPr>
            <a:xfrm>
              <a:off x="3311701" y="1958079"/>
              <a:ext cx="71043" cy="261631"/>
            </a:xfrm>
            <a:custGeom>
              <a:avLst/>
              <a:gdLst>
                <a:gd name="connsiteX0" fmla="*/ 66357 w 71043"/>
                <a:gd name="connsiteY0" fmla="*/ 16743 h 261631"/>
                <a:gd name="connsiteX1" fmla="*/ 71043 w 71043"/>
                <a:gd name="connsiteY1" fmla="*/ 72063 h 261631"/>
                <a:gd name="connsiteX2" fmla="*/ 52300 w 71043"/>
                <a:gd name="connsiteY2" fmla="*/ 200382 h 261631"/>
                <a:gd name="connsiteX3" fmla="*/ 46811 w 71043"/>
                <a:gd name="connsiteY3" fmla="*/ 204869 h 261631"/>
                <a:gd name="connsiteX4" fmla="*/ 46811 w 71043"/>
                <a:gd name="connsiteY4" fmla="*/ 204869 h 261631"/>
                <a:gd name="connsiteX5" fmla="*/ 42125 w 71043"/>
                <a:gd name="connsiteY5" fmla="*/ 199913 h 261631"/>
                <a:gd name="connsiteX6" fmla="*/ 40786 w 71043"/>
                <a:gd name="connsiteY6" fmla="*/ 156381 h 261631"/>
                <a:gd name="connsiteX7" fmla="*/ 19901 w 71043"/>
                <a:gd name="connsiteY7" fmla="*/ 205137 h 261631"/>
                <a:gd name="connsiteX8" fmla="*/ 37104 w 71043"/>
                <a:gd name="connsiteY8" fmla="*/ 252018 h 261631"/>
                <a:gd name="connsiteX9" fmla="*/ 34092 w 71043"/>
                <a:gd name="connsiteY9" fmla="*/ 260524 h 261631"/>
                <a:gd name="connsiteX10" fmla="*/ 34092 w 71043"/>
                <a:gd name="connsiteY10" fmla="*/ 260524 h 261631"/>
                <a:gd name="connsiteX11" fmla="*/ 24814 w 71043"/>
                <a:gd name="connsiteY11" fmla="*/ 258628 h 261631"/>
                <a:gd name="connsiteX12" fmla="*/ 24252 w 71043"/>
                <a:gd name="connsiteY12" fmla="*/ 257577 h 261631"/>
                <a:gd name="connsiteX13" fmla="*/ 2095 w 71043"/>
                <a:gd name="connsiteY13" fmla="*/ 213375 h 261631"/>
                <a:gd name="connsiteX14" fmla="*/ 287 w 71043"/>
                <a:gd name="connsiteY14" fmla="*/ 201052 h 261631"/>
                <a:gd name="connsiteX15" fmla="*/ 9860 w 71043"/>
                <a:gd name="connsiteY15" fmla="*/ 114791 h 261631"/>
                <a:gd name="connsiteX16" fmla="*/ 3166 w 71043"/>
                <a:gd name="connsiteY16" fmla="*/ 0 h 26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1043" h="261631">
                  <a:moveTo>
                    <a:pt x="66357" y="16743"/>
                  </a:moveTo>
                  <a:lnTo>
                    <a:pt x="71043" y="72063"/>
                  </a:lnTo>
                  <a:lnTo>
                    <a:pt x="52300" y="200382"/>
                  </a:lnTo>
                  <a:cubicBezTo>
                    <a:pt x="51985" y="203115"/>
                    <a:pt x="49555" y="205104"/>
                    <a:pt x="46811" y="204869"/>
                  </a:cubicBezTo>
                  <a:lnTo>
                    <a:pt x="46811" y="204869"/>
                  </a:lnTo>
                  <a:cubicBezTo>
                    <a:pt x="44207" y="204662"/>
                    <a:pt x="42185" y="202525"/>
                    <a:pt x="42125" y="199913"/>
                  </a:cubicBezTo>
                  <a:lnTo>
                    <a:pt x="40786" y="156381"/>
                  </a:lnTo>
                  <a:lnTo>
                    <a:pt x="19901" y="205137"/>
                  </a:lnTo>
                  <a:lnTo>
                    <a:pt x="37104" y="252018"/>
                  </a:lnTo>
                  <a:cubicBezTo>
                    <a:pt x="38443" y="255206"/>
                    <a:pt x="37138" y="258890"/>
                    <a:pt x="34092" y="260524"/>
                  </a:cubicBezTo>
                  <a:lnTo>
                    <a:pt x="34092" y="260524"/>
                  </a:lnTo>
                  <a:cubicBezTo>
                    <a:pt x="31006" y="262560"/>
                    <a:pt x="26856" y="261709"/>
                    <a:pt x="24814" y="258628"/>
                  </a:cubicBezTo>
                  <a:cubicBezTo>
                    <a:pt x="24600" y="258294"/>
                    <a:pt x="24406" y="257945"/>
                    <a:pt x="24252" y="257577"/>
                  </a:cubicBezTo>
                  <a:lnTo>
                    <a:pt x="2095" y="213375"/>
                  </a:lnTo>
                  <a:cubicBezTo>
                    <a:pt x="200" y="209564"/>
                    <a:pt x="-429" y="205244"/>
                    <a:pt x="287" y="201052"/>
                  </a:cubicBezTo>
                  <a:lnTo>
                    <a:pt x="9860" y="114791"/>
                  </a:lnTo>
                  <a:lnTo>
                    <a:pt x="3166" y="0"/>
                  </a:lnTo>
                  <a:close/>
                </a:path>
              </a:pathLst>
            </a:custGeom>
            <a:solidFill>
              <a:schemeClr val="bg2"/>
            </a:solidFill>
            <a:ln w="6694"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1D0FA7D0-3809-81EE-08C0-1A8DDAED0F85}"/>
                </a:ext>
              </a:extLst>
            </p:cNvPr>
            <p:cNvSpPr/>
            <p:nvPr/>
          </p:nvSpPr>
          <p:spPr>
            <a:xfrm>
              <a:off x="3307987" y="1954793"/>
              <a:ext cx="77769" cy="268163"/>
            </a:xfrm>
            <a:custGeom>
              <a:avLst/>
              <a:gdLst>
                <a:gd name="connsiteX0" fmla="*/ 34259 w 77769"/>
                <a:gd name="connsiteY0" fmla="*/ 268163 h 268163"/>
                <a:gd name="connsiteX1" fmla="*/ 31313 w 77769"/>
                <a:gd name="connsiteY1" fmla="*/ 267761 h 268163"/>
                <a:gd name="connsiteX2" fmla="*/ 24619 w 77769"/>
                <a:gd name="connsiteY2" fmla="*/ 262470 h 268163"/>
                <a:gd name="connsiteX3" fmla="*/ 2529 w 77769"/>
                <a:gd name="connsiteY3" fmla="*/ 218201 h 268163"/>
                <a:gd name="connsiteX4" fmla="*/ 320 w 77769"/>
                <a:gd name="connsiteY4" fmla="*/ 203869 h 268163"/>
                <a:gd name="connsiteX5" fmla="*/ 9892 w 77769"/>
                <a:gd name="connsiteY5" fmla="*/ 117810 h 268163"/>
                <a:gd name="connsiteX6" fmla="*/ 3198 w 77769"/>
                <a:gd name="connsiteY6" fmla="*/ 3554 h 268163"/>
                <a:gd name="connsiteX7" fmla="*/ 6190 w 77769"/>
                <a:gd name="connsiteY7" fmla="*/ 11 h 268163"/>
                <a:gd name="connsiteX8" fmla="*/ 7416 w 77769"/>
                <a:gd name="connsiteY8" fmla="*/ 138 h 268163"/>
                <a:gd name="connsiteX9" fmla="*/ 70607 w 77769"/>
                <a:gd name="connsiteY9" fmla="*/ 16748 h 268163"/>
                <a:gd name="connsiteX10" fmla="*/ 73084 w 77769"/>
                <a:gd name="connsiteY10" fmla="*/ 19761 h 268163"/>
                <a:gd name="connsiteX11" fmla="*/ 77770 w 77769"/>
                <a:gd name="connsiteY11" fmla="*/ 75014 h 268163"/>
                <a:gd name="connsiteX12" fmla="*/ 77770 w 77769"/>
                <a:gd name="connsiteY12" fmla="*/ 75818 h 268163"/>
                <a:gd name="connsiteX13" fmla="*/ 59093 w 77769"/>
                <a:gd name="connsiteY13" fmla="*/ 204137 h 268163"/>
                <a:gd name="connsiteX14" fmla="*/ 49320 w 77769"/>
                <a:gd name="connsiteY14" fmla="*/ 211143 h 268163"/>
                <a:gd name="connsiteX15" fmla="*/ 42224 w 77769"/>
                <a:gd name="connsiteY15" fmla="*/ 203334 h 268163"/>
                <a:gd name="connsiteX16" fmla="*/ 41354 w 77769"/>
                <a:gd name="connsiteY16" fmla="*/ 174937 h 268163"/>
                <a:gd name="connsiteX17" fmla="*/ 26895 w 77769"/>
                <a:gd name="connsiteY17" fmla="*/ 208424 h 268163"/>
                <a:gd name="connsiteX18" fmla="*/ 43697 w 77769"/>
                <a:gd name="connsiteY18" fmla="*/ 253965 h 268163"/>
                <a:gd name="connsiteX19" fmla="*/ 37659 w 77769"/>
                <a:gd name="connsiteY19" fmla="*/ 267239 h 268163"/>
                <a:gd name="connsiteX20" fmla="*/ 33991 w 77769"/>
                <a:gd name="connsiteY20" fmla="*/ 267895 h 268163"/>
                <a:gd name="connsiteX21" fmla="*/ 10495 w 77769"/>
                <a:gd name="connsiteY21" fmla="*/ 7506 h 268163"/>
                <a:gd name="connsiteX22" fmla="*/ 16854 w 77769"/>
                <a:gd name="connsiteY22" fmla="*/ 117676 h 268163"/>
                <a:gd name="connsiteX23" fmla="*/ 7282 w 77769"/>
                <a:gd name="connsiteY23" fmla="*/ 204740 h 268163"/>
                <a:gd name="connsiteX24" fmla="*/ 8821 w 77769"/>
                <a:gd name="connsiteY24" fmla="*/ 215255 h 268163"/>
                <a:gd name="connsiteX25" fmla="*/ 30978 w 77769"/>
                <a:gd name="connsiteY25" fmla="*/ 259457 h 268163"/>
                <a:gd name="connsiteX26" fmla="*/ 33187 w 77769"/>
                <a:gd name="connsiteY26" fmla="*/ 261332 h 268163"/>
                <a:gd name="connsiteX27" fmla="*/ 36133 w 77769"/>
                <a:gd name="connsiteY27" fmla="*/ 261332 h 268163"/>
                <a:gd name="connsiteX28" fmla="*/ 37739 w 77769"/>
                <a:gd name="connsiteY28" fmla="*/ 256845 h 268163"/>
                <a:gd name="connsiteX29" fmla="*/ 20469 w 77769"/>
                <a:gd name="connsiteY29" fmla="*/ 209964 h 268163"/>
                <a:gd name="connsiteX30" fmla="*/ 20469 w 77769"/>
                <a:gd name="connsiteY30" fmla="*/ 207486 h 268163"/>
                <a:gd name="connsiteX31" fmla="*/ 41354 w 77769"/>
                <a:gd name="connsiteY31" fmla="*/ 158529 h 268163"/>
                <a:gd name="connsiteX32" fmla="*/ 45036 w 77769"/>
                <a:gd name="connsiteY32" fmla="*/ 156587 h 268163"/>
                <a:gd name="connsiteX33" fmla="*/ 47780 w 77769"/>
                <a:gd name="connsiteY33" fmla="*/ 159734 h 268163"/>
                <a:gd name="connsiteX34" fmla="*/ 49119 w 77769"/>
                <a:gd name="connsiteY34" fmla="*/ 203334 h 268163"/>
                <a:gd name="connsiteX35" fmla="*/ 50726 w 77769"/>
                <a:gd name="connsiteY35" fmla="*/ 205008 h 268163"/>
                <a:gd name="connsiteX36" fmla="*/ 52667 w 77769"/>
                <a:gd name="connsiteY36" fmla="*/ 203468 h 268163"/>
                <a:gd name="connsiteX37" fmla="*/ 71343 w 77769"/>
                <a:gd name="connsiteY37" fmla="*/ 75416 h 268163"/>
                <a:gd name="connsiteX38" fmla="*/ 66858 w 77769"/>
                <a:gd name="connsiteY38" fmla="*/ 22842 h 268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7769" h="268163">
                  <a:moveTo>
                    <a:pt x="34259" y="268163"/>
                  </a:moveTo>
                  <a:cubicBezTo>
                    <a:pt x="33261" y="268163"/>
                    <a:pt x="32270" y="268029"/>
                    <a:pt x="31313" y="267761"/>
                  </a:cubicBezTo>
                  <a:cubicBezTo>
                    <a:pt x="28428" y="267031"/>
                    <a:pt x="25998" y="265109"/>
                    <a:pt x="24619" y="262470"/>
                  </a:cubicBezTo>
                  <a:lnTo>
                    <a:pt x="2529" y="218201"/>
                  </a:lnTo>
                  <a:cubicBezTo>
                    <a:pt x="273" y="213788"/>
                    <a:pt x="-504" y="208758"/>
                    <a:pt x="320" y="203869"/>
                  </a:cubicBezTo>
                  <a:lnTo>
                    <a:pt x="9892" y="117810"/>
                  </a:lnTo>
                  <a:lnTo>
                    <a:pt x="3198" y="3554"/>
                  </a:lnTo>
                  <a:cubicBezTo>
                    <a:pt x="3044" y="1746"/>
                    <a:pt x="4390" y="159"/>
                    <a:pt x="6190" y="11"/>
                  </a:cubicBezTo>
                  <a:cubicBezTo>
                    <a:pt x="6606" y="-22"/>
                    <a:pt x="7021" y="18"/>
                    <a:pt x="7416" y="138"/>
                  </a:cubicBezTo>
                  <a:lnTo>
                    <a:pt x="70607" y="16748"/>
                  </a:lnTo>
                  <a:cubicBezTo>
                    <a:pt x="71959" y="17170"/>
                    <a:pt x="72936" y="18355"/>
                    <a:pt x="73084" y="19761"/>
                  </a:cubicBezTo>
                  <a:lnTo>
                    <a:pt x="77770" y="75014"/>
                  </a:lnTo>
                  <a:lnTo>
                    <a:pt x="77770" y="75818"/>
                  </a:lnTo>
                  <a:lnTo>
                    <a:pt x="59093" y="204137"/>
                  </a:lnTo>
                  <a:cubicBezTo>
                    <a:pt x="58330" y="208772"/>
                    <a:pt x="53952" y="211906"/>
                    <a:pt x="49320" y="211143"/>
                  </a:cubicBezTo>
                  <a:cubicBezTo>
                    <a:pt x="45431" y="210500"/>
                    <a:pt x="42492" y="207265"/>
                    <a:pt x="42224" y="203334"/>
                  </a:cubicBezTo>
                  <a:lnTo>
                    <a:pt x="41354" y="174937"/>
                  </a:lnTo>
                  <a:lnTo>
                    <a:pt x="26895" y="208424"/>
                  </a:lnTo>
                  <a:lnTo>
                    <a:pt x="43697" y="253965"/>
                  </a:lnTo>
                  <a:cubicBezTo>
                    <a:pt x="45692" y="259296"/>
                    <a:pt x="42987" y="265243"/>
                    <a:pt x="37659" y="267239"/>
                  </a:cubicBezTo>
                  <a:cubicBezTo>
                    <a:pt x="36487" y="267681"/>
                    <a:pt x="35243" y="267902"/>
                    <a:pt x="33991" y="267895"/>
                  </a:cubicBezTo>
                  <a:close/>
                  <a:moveTo>
                    <a:pt x="10495" y="7506"/>
                  </a:moveTo>
                  <a:lnTo>
                    <a:pt x="16854" y="117676"/>
                  </a:lnTo>
                  <a:lnTo>
                    <a:pt x="7282" y="204740"/>
                  </a:lnTo>
                  <a:cubicBezTo>
                    <a:pt x="6666" y="208316"/>
                    <a:pt x="7201" y="212000"/>
                    <a:pt x="8821" y="215255"/>
                  </a:cubicBezTo>
                  <a:lnTo>
                    <a:pt x="30978" y="259457"/>
                  </a:lnTo>
                  <a:cubicBezTo>
                    <a:pt x="31387" y="260388"/>
                    <a:pt x="32197" y="261084"/>
                    <a:pt x="33187" y="261332"/>
                  </a:cubicBezTo>
                  <a:cubicBezTo>
                    <a:pt x="34125" y="261760"/>
                    <a:pt x="35196" y="261760"/>
                    <a:pt x="36133" y="261332"/>
                  </a:cubicBezTo>
                  <a:cubicBezTo>
                    <a:pt x="37672" y="260414"/>
                    <a:pt x="38342" y="258532"/>
                    <a:pt x="37739" y="256845"/>
                  </a:cubicBezTo>
                  <a:lnTo>
                    <a:pt x="20469" y="209964"/>
                  </a:lnTo>
                  <a:cubicBezTo>
                    <a:pt x="20141" y="209174"/>
                    <a:pt x="20141" y="208276"/>
                    <a:pt x="20469" y="207486"/>
                  </a:cubicBezTo>
                  <a:lnTo>
                    <a:pt x="41354" y="158529"/>
                  </a:lnTo>
                  <a:cubicBezTo>
                    <a:pt x="41963" y="157082"/>
                    <a:pt x="43503" y="156272"/>
                    <a:pt x="45036" y="156587"/>
                  </a:cubicBezTo>
                  <a:cubicBezTo>
                    <a:pt x="46575" y="156868"/>
                    <a:pt x="47713" y="158174"/>
                    <a:pt x="47780" y="159734"/>
                  </a:cubicBezTo>
                  <a:lnTo>
                    <a:pt x="49119" y="203334"/>
                  </a:lnTo>
                  <a:cubicBezTo>
                    <a:pt x="49119" y="204231"/>
                    <a:pt x="49829" y="204974"/>
                    <a:pt x="50726" y="205008"/>
                  </a:cubicBezTo>
                  <a:cubicBezTo>
                    <a:pt x="51670" y="205055"/>
                    <a:pt x="52500" y="204398"/>
                    <a:pt x="52667" y="203468"/>
                  </a:cubicBezTo>
                  <a:lnTo>
                    <a:pt x="71343" y="75416"/>
                  </a:lnTo>
                  <a:lnTo>
                    <a:pt x="66858" y="22842"/>
                  </a:lnTo>
                  <a:close/>
                </a:path>
              </a:pathLst>
            </a:custGeom>
            <a:solidFill>
              <a:srgbClr val="0D274D"/>
            </a:solidFill>
            <a:ln w="6694"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9D566701-0FBE-189D-A7B4-C6AD160E1D52}"/>
                </a:ext>
              </a:extLst>
            </p:cNvPr>
            <p:cNvSpPr/>
            <p:nvPr/>
          </p:nvSpPr>
          <p:spPr>
            <a:xfrm>
              <a:off x="3542262" y="1465294"/>
              <a:ext cx="421253" cy="479189"/>
            </a:xfrm>
            <a:custGeom>
              <a:avLst/>
              <a:gdLst>
                <a:gd name="connsiteX0" fmla="*/ 118551 w 421253"/>
                <a:gd name="connsiteY0" fmla="*/ 177009 h 479189"/>
                <a:gd name="connsiteX1" fmla="*/ 163869 w 421253"/>
                <a:gd name="connsiteY1" fmla="*/ 428960 h 479189"/>
                <a:gd name="connsiteX2" fmla="*/ 169626 w 421253"/>
                <a:gd name="connsiteY2" fmla="*/ 461174 h 479189"/>
                <a:gd name="connsiteX3" fmla="*/ 157356 w 421253"/>
                <a:gd name="connsiteY3" fmla="*/ 478942 h 479189"/>
                <a:gd name="connsiteX4" fmla="*/ 154565 w 421253"/>
                <a:gd name="connsiteY4" fmla="*/ 479189 h 479189"/>
                <a:gd name="connsiteX5" fmla="*/ 58171 w 421253"/>
                <a:gd name="connsiteY5" fmla="*/ 479189 h 479189"/>
                <a:gd name="connsiteX6" fmla="*/ 0 w 421253"/>
                <a:gd name="connsiteY6" fmla="*/ 0 h 479189"/>
                <a:gd name="connsiteX7" fmla="*/ 69082 w 421253"/>
                <a:gd name="connsiteY7" fmla="*/ 18819 h 479189"/>
                <a:gd name="connsiteX8" fmla="*/ 128859 w 421253"/>
                <a:gd name="connsiteY8" fmla="*/ 81439 h 479189"/>
                <a:gd name="connsiteX9" fmla="*/ 183282 w 421253"/>
                <a:gd name="connsiteY9" fmla="*/ 325487 h 479189"/>
                <a:gd name="connsiteX10" fmla="*/ 365425 w 421253"/>
                <a:gd name="connsiteY10" fmla="*/ 185782 h 479189"/>
                <a:gd name="connsiteX11" fmla="*/ 421253 w 421253"/>
                <a:gd name="connsiteY11" fmla="*/ 241704 h 479189"/>
                <a:gd name="connsiteX12" fmla="*/ 205171 w 421253"/>
                <a:gd name="connsiteY12" fmla="*/ 421861 h 479189"/>
                <a:gd name="connsiteX13" fmla="*/ 164405 w 421253"/>
                <a:gd name="connsiteY13" fmla="*/ 429161 h 4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1253" h="479189">
                  <a:moveTo>
                    <a:pt x="118551" y="177009"/>
                  </a:moveTo>
                  <a:lnTo>
                    <a:pt x="163869" y="428960"/>
                  </a:lnTo>
                  <a:lnTo>
                    <a:pt x="169626" y="461174"/>
                  </a:lnTo>
                  <a:cubicBezTo>
                    <a:pt x="171139" y="469472"/>
                    <a:pt x="165650" y="477421"/>
                    <a:pt x="157356" y="478942"/>
                  </a:cubicBezTo>
                  <a:cubicBezTo>
                    <a:pt x="156439" y="479109"/>
                    <a:pt x="155502" y="479189"/>
                    <a:pt x="154565" y="479189"/>
                  </a:cubicBezTo>
                  <a:lnTo>
                    <a:pt x="58171" y="479189"/>
                  </a:lnTo>
                  <a:lnTo>
                    <a:pt x="0" y="0"/>
                  </a:lnTo>
                  <a:lnTo>
                    <a:pt x="69082" y="18819"/>
                  </a:lnTo>
                  <a:cubicBezTo>
                    <a:pt x="99071" y="26990"/>
                    <a:pt x="122078" y="51094"/>
                    <a:pt x="128859" y="81439"/>
                  </a:cubicBezTo>
                  <a:lnTo>
                    <a:pt x="183282" y="325487"/>
                  </a:lnTo>
                  <a:lnTo>
                    <a:pt x="365425" y="185782"/>
                  </a:lnTo>
                  <a:lnTo>
                    <a:pt x="421253" y="241704"/>
                  </a:lnTo>
                  <a:lnTo>
                    <a:pt x="205171" y="421861"/>
                  </a:lnTo>
                  <a:cubicBezTo>
                    <a:pt x="193811" y="431297"/>
                    <a:pt x="178328" y="434070"/>
                    <a:pt x="164405" y="429161"/>
                  </a:cubicBezTo>
                </a:path>
              </a:pathLst>
            </a:custGeom>
            <a:solidFill>
              <a:srgbClr val="FFFFFF"/>
            </a:solidFill>
            <a:ln w="6694"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11ED28A1-40EA-7FE3-DEF3-1E0F048BE328}"/>
                </a:ext>
              </a:extLst>
            </p:cNvPr>
            <p:cNvSpPr/>
            <p:nvPr/>
          </p:nvSpPr>
          <p:spPr>
            <a:xfrm>
              <a:off x="3538953" y="1461908"/>
              <a:ext cx="428185" cy="485925"/>
            </a:xfrm>
            <a:custGeom>
              <a:avLst/>
              <a:gdLst>
                <a:gd name="connsiteX0" fmla="*/ 157873 w 428185"/>
                <a:gd name="connsiteY0" fmla="*/ 485924 h 485925"/>
                <a:gd name="connsiteX1" fmla="*/ 61479 w 428185"/>
                <a:gd name="connsiteY1" fmla="*/ 485924 h 485925"/>
                <a:gd name="connsiteX2" fmla="*/ 58132 w 428185"/>
                <a:gd name="connsiteY2" fmla="*/ 483044 h 485925"/>
                <a:gd name="connsiteX3" fmla="*/ 29 w 428185"/>
                <a:gd name="connsiteY3" fmla="*/ 3788 h 485925"/>
                <a:gd name="connsiteX4" fmla="*/ 1166 w 428185"/>
                <a:gd name="connsiteY4" fmla="*/ 841 h 485925"/>
                <a:gd name="connsiteX5" fmla="*/ 4246 w 428185"/>
                <a:gd name="connsiteY5" fmla="*/ 104 h 485925"/>
                <a:gd name="connsiteX6" fmla="*/ 73261 w 428185"/>
                <a:gd name="connsiteY6" fmla="*/ 18924 h 485925"/>
                <a:gd name="connsiteX7" fmla="*/ 135448 w 428185"/>
                <a:gd name="connsiteY7" fmla="*/ 84088 h 485925"/>
                <a:gd name="connsiteX8" fmla="*/ 189000 w 428185"/>
                <a:gd name="connsiteY8" fmla="*/ 323046 h 485925"/>
                <a:gd name="connsiteX9" fmla="*/ 366926 w 428185"/>
                <a:gd name="connsiteY9" fmla="*/ 186489 h 485925"/>
                <a:gd name="connsiteX10" fmla="*/ 371345 w 428185"/>
                <a:gd name="connsiteY10" fmla="*/ 186824 h 485925"/>
                <a:gd name="connsiteX11" fmla="*/ 427239 w 428185"/>
                <a:gd name="connsiteY11" fmla="*/ 242679 h 485925"/>
                <a:gd name="connsiteX12" fmla="*/ 428177 w 428185"/>
                <a:gd name="connsiteY12" fmla="*/ 245224 h 485925"/>
                <a:gd name="connsiteX13" fmla="*/ 426972 w 428185"/>
                <a:gd name="connsiteY13" fmla="*/ 247635 h 485925"/>
                <a:gd name="connsiteX14" fmla="*/ 210889 w 428185"/>
                <a:gd name="connsiteY14" fmla="*/ 427792 h 485925"/>
                <a:gd name="connsiteX15" fmla="*/ 171663 w 428185"/>
                <a:gd name="connsiteY15" fmla="*/ 437101 h 485925"/>
                <a:gd name="connsiteX16" fmla="*/ 176482 w 428185"/>
                <a:gd name="connsiteY16" fmla="*/ 463890 h 485925"/>
                <a:gd name="connsiteX17" fmla="*/ 161521 w 428185"/>
                <a:gd name="connsiteY17" fmla="*/ 485556 h 485925"/>
                <a:gd name="connsiteX18" fmla="*/ 158141 w 428185"/>
                <a:gd name="connsiteY18" fmla="*/ 485857 h 485925"/>
                <a:gd name="connsiteX19" fmla="*/ 64157 w 428185"/>
                <a:gd name="connsiteY19" fmla="*/ 479227 h 485925"/>
                <a:gd name="connsiteX20" fmla="*/ 157873 w 428185"/>
                <a:gd name="connsiteY20" fmla="*/ 479227 h 485925"/>
                <a:gd name="connsiteX21" fmla="*/ 169835 w 428185"/>
                <a:gd name="connsiteY21" fmla="*/ 467219 h 485925"/>
                <a:gd name="connsiteX22" fmla="*/ 169655 w 428185"/>
                <a:gd name="connsiteY22" fmla="*/ 465162 h 485925"/>
                <a:gd name="connsiteX23" fmla="*/ 118512 w 428185"/>
                <a:gd name="connsiteY23" fmla="*/ 180997 h 485925"/>
                <a:gd name="connsiteX24" fmla="*/ 121257 w 428185"/>
                <a:gd name="connsiteY24" fmla="*/ 177046 h 485925"/>
                <a:gd name="connsiteX25" fmla="*/ 125206 w 428185"/>
                <a:gd name="connsiteY25" fmla="*/ 179792 h 485925"/>
                <a:gd name="connsiteX26" fmla="*/ 170190 w 428185"/>
                <a:gd name="connsiteY26" fmla="*/ 429801 h 485925"/>
                <a:gd name="connsiteX27" fmla="*/ 206405 w 428185"/>
                <a:gd name="connsiteY27" fmla="*/ 422635 h 485925"/>
                <a:gd name="connsiteX28" fmla="*/ 419675 w 428185"/>
                <a:gd name="connsiteY28" fmla="*/ 244822 h 485925"/>
                <a:gd name="connsiteX29" fmla="*/ 368466 w 428185"/>
                <a:gd name="connsiteY29" fmla="*/ 193588 h 485925"/>
                <a:gd name="connsiteX30" fmla="*/ 188665 w 428185"/>
                <a:gd name="connsiteY30" fmla="*/ 331552 h 485925"/>
                <a:gd name="connsiteX31" fmla="*/ 185519 w 428185"/>
                <a:gd name="connsiteY31" fmla="*/ 332021 h 485925"/>
                <a:gd name="connsiteX32" fmla="*/ 183377 w 428185"/>
                <a:gd name="connsiteY32" fmla="*/ 329610 h 485925"/>
                <a:gd name="connsiteX33" fmla="*/ 128955 w 428185"/>
                <a:gd name="connsiteY33" fmla="*/ 85561 h 485925"/>
                <a:gd name="connsiteX34" fmla="*/ 71587 w 428185"/>
                <a:gd name="connsiteY34" fmla="*/ 25286 h 485925"/>
                <a:gd name="connsiteX35" fmla="*/ 7325 w 428185"/>
                <a:gd name="connsiteY35" fmla="*/ 7739 h 485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28185" h="485925">
                  <a:moveTo>
                    <a:pt x="157873" y="485924"/>
                  </a:moveTo>
                  <a:lnTo>
                    <a:pt x="61479" y="485924"/>
                  </a:lnTo>
                  <a:cubicBezTo>
                    <a:pt x="59786" y="485971"/>
                    <a:pt x="58340" y="484725"/>
                    <a:pt x="58132" y="483044"/>
                  </a:cubicBezTo>
                  <a:lnTo>
                    <a:pt x="29" y="3788"/>
                  </a:lnTo>
                  <a:cubicBezTo>
                    <a:pt x="-119" y="2676"/>
                    <a:pt x="310" y="1564"/>
                    <a:pt x="1166" y="841"/>
                  </a:cubicBezTo>
                  <a:cubicBezTo>
                    <a:pt x="2010" y="104"/>
                    <a:pt x="3161" y="-170"/>
                    <a:pt x="4246" y="104"/>
                  </a:cubicBezTo>
                  <a:lnTo>
                    <a:pt x="73261" y="18924"/>
                  </a:lnTo>
                  <a:cubicBezTo>
                    <a:pt x="104488" y="27389"/>
                    <a:pt x="128439" y="52490"/>
                    <a:pt x="135448" y="84088"/>
                  </a:cubicBezTo>
                  <a:lnTo>
                    <a:pt x="189000" y="323046"/>
                  </a:lnTo>
                  <a:lnTo>
                    <a:pt x="366926" y="186489"/>
                  </a:lnTo>
                  <a:cubicBezTo>
                    <a:pt x="368272" y="185471"/>
                    <a:pt x="370166" y="185612"/>
                    <a:pt x="371345" y="186824"/>
                  </a:cubicBezTo>
                  <a:lnTo>
                    <a:pt x="427239" y="242679"/>
                  </a:lnTo>
                  <a:cubicBezTo>
                    <a:pt x="427902" y="243356"/>
                    <a:pt x="428244" y="244280"/>
                    <a:pt x="428177" y="245224"/>
                  </a:cubicBezTo>
                  <a:cubicBezTo>
                    <a:pt x="428157" y="246169"/>
                    <a:pt x="427715" y="247053"/>
                    <a:pt x="426972" y="247635"/>
                  </a:cubicBezTo>
                  <a:lnTo>
                    <a:pt x="210889" y="427792"/>
                  </a:lnTo>
                  <a:cubicBezTo>
                    <a:pt x="200032" y="436954"/>
                    <a:pt x="185472" y="440403"/>
                    <a:pt x="171663" y="437101"/>
                  </a:cubicBezTo>
                  <a:lnTo>
                    <a:pt x="176482" y="463890"/>
                  </a:lnTo>
                  <a:cubicBezTo>
                    <a:pt x="178330" y="474003"/>
                    <a:pt x="171636" y="483707"/>
                    <a:pt x="161521" y="485556"/>
                  </a:cubicBezTo>
                  <a:cubicBezTo>
                    <a:pt x="160410" y="485757"/>
                    <a:pt x="159272" y="485857"/>
                    <a:pt x="158141" y="485857"/>
                  </a:cubicBezTo>
                  <a:close/>
                  <a:moveTo>
                    <a:pt x="64157" y="479227"/>
                  </a:moveTo>
                  <a:lnTo>
                    <a:pt x="157873" y="479227"/>
                  </a:lnTo>
                  <a:cubicBezTo>
                    <a:pt x="164494" y="479213"/>
                    <a:pt x="169849" y="473842"/>
                    <a:pt x="169835" y="467219"/>
                  </a:cubicBezTo>
                  <a:cubicBezTo>
                    <a:pt x="169835" y="466529"/>
                    <a:pt x="169775" y="465839"/>
                    <a:pt x="169655" y="465162"/>
                  </a:cubicBezTo>
                  <a:lnTo>
                    <a:pt x="118512" y="180997"/>
                  </a:lnTo>
                  <a:cubicBezTo>
                    <a:pt x="118178" y="179149"/>
                    <a:pt x="119409" y="177381"/>
                    <a:pt x="121257" y="177046"/>
                  </a:cubicBezTo>
                  <a:cubicBezTo>
                    <a:pt x="123104" y="176711"/>
                    <a:pt x="124872" y="177944"/>
                    <a:pt x="125206" y="179792"/>
                  </a:cubicBezTo>
                  <a:lnTo>
                    <a:pt x="170190" y="429801"/>
                  </a:lnTo>
                  <a:cubicBezTo>
                    <a:pt x="182688" y="433793"/>
                    <a:pt x="196364" y="431087"/>
                    <a:pt x="206405" y="422635"/>
                  </a:cubicBezTo>
                  <a:lnTo>
                    <a:pt x="419675" y="244822"/>
                  </a:lnTo>
                  <a:lnTo>
                    <a:pt x="368466" y="193588"/>
                  </a:lnTo>
                  <a:lnTo>
                    <a:pt x="188665" y="331552"/>
                  </a:lnTo>
                  <a:cubicBezTo>
                    <a:pt x="187782" y="332269"/>
                    <a:pt x="186577" y="332443"/>
                    <a:pt x="185519" y="332021"/>
                  </a:cubicBezTo>
                  <a:cubicBezTo>
                    <a:pt x="184435" y="331646"/>
                    <a:pt x="183618" y="330735"/>
                    <a:pt x="183377" y="329610"/>
                  </a:cubicBezTo>
                  <a:lnTo>
                    <a:pt x="128955" y="85561"/>
                  </a:lnTo>
                  <a:cubicBezTo>
                    <a:pt x="122529" y="56355"/>
                    <a:pt x="100432" y="33135"/>
                    <a:pt x="71587" y="25286"/>
                  </a:cubicBezTo>
                  <a:lnTo>
                    <a:pt x="7325" y="7739"/>
                  </a:lnTo>
                  <a:close/>
                </a:path>
              </a:pathLst>
            </a:custGeom>
            <a:solidFill>
              <a:srgbClr val="0D274D"/>
            </a:solidFill>
            <a:ln w="6694"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E76F99C8-CEC7-8FB5-8D62-B921AE1C224B}"/>
                </a:ext>
              </a:extLst>
            </p:cNvPr>
            <p:cNvSpPr/>
            <p:nvPr/>
          </p:nvSpPr>
          <p:spPr>
            <a:xfrm>
              <a:off x="3286752" y="1465294"/>
              <a:ext cx="215948" cy="565048"/>
            </a:xfrm>
            <a:custGeom>
              <a:avLst/>
              <a:gdLst>
                <a:gd name="connsiteX0" fmla="*/ 101213 w 215948"/>
                <a:gd name="connsiteY0" fmla="*/ 159797 h 565048"/>
                <a:gd name="connsiteX1" fmla="*/ 97398 w 215948"/>
                <a:gd name="connsiteY1" fmla="*/ 565048 h 565048"/>
                <a:gd name="connsiteX2" fmla="*/ 0 w 215948"/>
                <a:gd name="connsiteY2" fmla="*/ 565048 h 565048"/>
                <a:gd name="connsiteX3" fmla="*/ 3347 w 215948"/>
                <a:gd name="connsiteY3" fmla="*/ 110371 h 565048"/>
                <a:gd name="connsiteX4" fmla="*/ 63593 w 215948"/>
                <a:gd name="connsiteY4" fmla="*/ 30540 h 565048"/>
                <a:gd name="connsiteX5" fmla="*/ 167350 w 215948"/>
                <a:gd name="connsiteY5" fmla="*/ 0 h 565048"/>
                <a:gd name="connsiteX6" fmla="*/ 174044 w 215948"/>
                <a:gd name="connsiteY6" fmla="*/ 4152 h 565048"/>
                <a:gd name="connsiteX7" fmla="*/ 215948 w 215948"/>
                <a:gd name="connsiteY7" fmla="*/ 479189 h 565048"/>
                <a:gd name="connsiteX8" fmla="*/ 98603 w 215948"/>
                <a:gd name="connsiteY8" fmla="*/ 479189 h 56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948" h="565048">
                  <a:moveTo>
                    <a:pt x="101213" y="159797"/>
                  </a:moveTo>
                  <a:lnTo>
                    <a:pt x="97398" y="565048"/>
                  </a:lnTo>
                  <a:lnTo>
                    <a:pt x="0" y="565048"/>
                  </a:lnTo>
                  <a:lnTo>
                    <a:pt x="3347" y="110371"/>
                  </a:lnTo>
                  <a:cubicBezTo>
                    <a:pt x="3608" y="73369"/>
                    <a:pt x="28095" y="40920"/>
                    <a:pt x="63593" y="30540"/>
                  </a:cubicBezTo>
                  <a:lnTo>
                    <a:pt x="167350" y="0"/>
                  </a:lnTo>
                  <a:lnTo>
                    <a:pt x="174044" y="4152"/>
                  </a:lnTo>
                  <a:lnTo>
                    <a:pt x="215948" y="479189"/>
                  </a:lnTo>
                  <a:lnTo>
                    <a:pt x="98603" y="479189"/>
                  </a:lnTo>
                </a:path>
              </a:pathLst>
            </a:custGeom>
            <a:solidFill>
              <a:srgbClr val="FFFFFF"/>
            </a:solidFill>
            <a:ln w="6694"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9B4A9DDC-6B7B-E4DF-2792-4ACEB056019D}"/>
                </a:ext>
              </a:extLst>
            </p:cNvPr>
            <p:cNvSpPr/>
            <p:nvPr/>
          </p:nvSpPr>
          <p:spPr>
            <a:xfrm>
              <a:off x="3283405" y="1461940"/>
              <a:ext cx="223261" cy="571751"/>
            </a:xfrm>
            <a:custGeom>
              <a:avLst/>
              <a:gdLst>
                <a:gd name="connsiteX0" fmla="*/ 100745 w 223261"/>
                <a:gd name="connsiteY0" fmla="*/ 571752 h 571751"/>
                <a:gd name="connsiteX1" fmla="*/ 3347 w 223261"/>
                <a:gd name="connsiteY1" fmla="*/ 571752 h 571751"/>
                <a:gd name="connsiteX2" fmla="*/ 937 w 223261"/>
                <a:gd name="connsiteY2" fmla="*/ 570747 h 571751"/>
                <a:gd name="connsiteX3" fmla="*/ 0 w 223261"/>
                <a:gd name="connsiteY3" fmla="*/ 568336 h 571751"/>
                <a:gd name="connsiteX4" fmla="*/ 3347 w 223261"/>
                <a:gd name="connsiteY4" fmla="*/ 113726 h 571751"/>
                <a:gd name="connsiteX5" fmla="*/ 66070 w 223261"/>
                <a:gd name="connsiteY5" fmla="*/ 30679 h 571751"/>
                <a:gd name="connsiteX6" fmla="*/ 170362 w 223261"/>
                <a:gd name="connsiteY6" fmla="*/ 140 h 571751"/>
                <a:gd name="connsiteX7" fmla="*/ 173107 w 223261"/>
                <a:gd name="connsiteY7" fmla="*/ 542 h 571751"/>
                <a:gd name="connsiteX8" fmla="*/ 179801 w 223261"/>
                <a:gd name="connsiteY8" fmla="*/ 4694 h 571751"/>
                <a:gd name="connsiteX9" fmla="*/ 181341 w 223261"/>
                <a:gd name="connsiteY9" fmla="*/ 7172 h 571751"/>
                <a:gd name="connsiteX10" fmla="*/ 223245 w 223261"/>
                <a:gd name="connsiteY10" fmla="*/ 482276 h 571751"/>
                <a:gd name="connsiteX11" fmla="*/ 222374 w 223261"/>
                <a:gd name="connsiteY11" fmla="*/ 484821 h 571751"/>
                <a:gd name="connsiteX12" fmla="*/ 219898 w 223261"/>
                <a:gd name="connsiteY12" fmla="*/ 485893 h 571751"/>
                <a:gd name="connsiteX13" fmla="*/ 104895 w 223261"/>
                <a:gd name="connsiteY13" fmla="*/ 485893 h 571751"/>
                <a:gd name="connsiteX14" fmla="*/ 104092 w 223261"/>
                <a:gd name="connsiteY14" fmla="*/ 568403 h 571751"/>
                <a:gd name="connsiteX15" fmla="*/ 100745 w 223261"/>
                <a:gd name="connsiteY15" fmla="*/ 571752 h 571751"/>
                <a:gd name="connsiteX16" fmla="*/ 6359 w 223261"/>
                <a:gd name="connsiteY16" fmla="*/ 565054 h 571751"/>
                <a:gd name="connsiteX17" fmla="*/ 97465 w 223261"/>
                <a:gd name="connsiteY17" fmla="*/ 565054 h 571751"/>
                <a:gd name="connsiteX18" fmla="*/ 101213 w 223261"/>
                <a:gd name="connsiteY18" fmla="*/ 163218 h 571751"/>
                <a:gd name="connsiteX19" fmla="*/ 104560 w 223261"/>
                <a:gd name="connsiteY19" fmla="*/ 159870 h 571751"/>
                <a:gd name="connsiteX20" fmla="*/ 104560 w 223261"/>
                <a:gd name="connsiteY20" fmla="*/ 159870 h 571751"/>
                <a:gd name="connsiteX21" fmla="*/ 107840 w 223261"/>
                <a:gd name="connsiteY21" fmla="*/ 163151 h 571751"/>
                <a:gd name="connsiteX22" fmla="*/ 107840 w 223261"/>
                <a:gd name="connsiteY22" fmla="*/ 163285 h 571751"/>
                <a:gd name="connsiteX23" fmla="*/ 104895 w 223261"/>
                <a:gd name="connsiteY23" fmla="*/ 479262 h 571751"/>
                <a:gd name="connsiteX24" fmla="*/ 215547 w 223261"/>
                <a:gd name="connsiteY24" fmla="*/ 479262 h 571751"/>
                <a:gd name="connsiteX25" fmla="*/ 174111 w 223261"/>
                <a:gd name="connsiteY25" fmla="*/ 9516 h 571751"/>
                <a:gd name="connsiteX26" fmla="*/ 170362 w 223261"/>
                <a:gd name="connsiteY26" fmla="*/ 7105 h 571751"/>
                <a:gd name="connsiteX27" fmla="*/ 67543 w 223261"/>
                <a:gd name="connsiteY27" fmla="*/ 37176 h 571751"/>
                <a:gd name="connsiteX28" fmla="*/ 10041 w 223261"/>
                <a:gd name="connsiteY28" fmla="*/ 113726 h 57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3261" h="571751">
                  <a:moveTo>
                    <a:pt x="100745" y="571752"/>
                  </a:moveTo>
                  <a:lnTo>
                    <a:pt x="3347" y="571752"/>
                  </a:lnTo>
                  <a:cubicBezTo>
                    <a:pt x="2443" y="571738"/>
                    <a:pt x="1587" y="571377"/>
                    <a:pt x="937" y="570747"/>
                  </a:cubicBezTo>
                  <a:cubicBezTo>
                    <a:pt x="328" y="570091"/>
                    <a:pt x="-7" y="569233"/>
                    <a:pt x="0" y="568336"/>
                  </a:cubicBezTo>
                  <a:lnTo>
                    <a:pt x="3347" y="113726"/>
                  </a:lnTo>
                  <a:cubicBezTo>
                    <a:pt x="3434" y="75156"/>
                    <a:pt x="29012" y="41301"/>
                    <a:pt x="66070" y="30679"/>
                  </a:cubicBezTo>
                  <a:lnTo>
                    <a:pt x="170362" y="140"/>
                  </a:lnTo>
                  <a:cubicBezTo>
                    <a:pt x="171293" y="-141"/>
                    <a:pt x="172297" y="6"/>
                    <a:pt x="173107" y="542"/>
                  </a:cubicBezTo>
                  <a:lnTo>
                    <a:pt x="179801" y="4694"/>
                  </a:lnTo>
                  <a:cubicBezTo>
                    <a:pt x="180678" y="5223"/>
                    <a:pt x="181254" y="6147"/>
                    <a:pt x="181341" y="7172"/>
                  </a:cubicBezTo>
                  <a:lnTo>
                    <a:pt x="223245" y="482276"/>
                  </a:lnTo>
                  <a:cubicBezTo>
                    <a:pt x="223339" y="483214"/>
                    <a:pt x="223024" y="484138"/>
                    <a:pt x="222374" y="484821"/>
                  </a:cubicBezTo>
                  <a:cubicBezTo>
                    <a:pt x="221752" y="485531"/>
                    <a:pt x="220842" y="485926"/>
                    <a:pt x="219898" y="485893"/>
                  </a:cubicBezTo>
                  <a:lnTo>
                    <a:pt x="104895" y="485893"/>
                  </a:lnTo>
                  <a:lnTo>
                    <a:pt x="104092" y="568403"/>
                  </a:lnTo>
                  <a:cubicBezTo>
                    <a:pt x="104092" y="570251"/>
                    <a:pt x="102592" y="571752"/>
                    <a:pt x="100745" y="571752"/>
                  </a:cubicBezTo>
                  <a:close/>
                  <a:moveTo>
                    <a:pt x="6359" y="565054"/>
                  </a:moveTo>
                  <a:lnTo>
                    <a:pt x="97465" y="565054"/>
                  </a:lnTo>
                  <a:lnTo>
                    <a:pt x="101213" y="163218"/>
                  </a:lnTo>
                  <a:cubicBezTo>
                    <a:pt x="101247" y="161383"/>
                    <a:pt x="102726" y="159903"/>
                    <a:pt x="104560" y="159870"/>
                  </a:cubicBezTo>
                  <a:lnTo>
                    <a:pt x="104560" y="159870"/>
                  </a:lnTo>
                  <a:cubicBezTo>
                    <a:pt x="106374" y="159870"/>
                    <a:pt x="107840" y="161336"/>
                    <a:pt x="107840" y="163151"/>
                  </a:cubicBezTo>
                  <a:cubicBezTo>
                    <a:pt x="107840" y="163192"/>
                    <a:pt x="107840" y="163238"/>
                    <a:pt x="107840" y="163285"/>
                  </a:cubicBezTo>
                  <a:lnTo>
                    <a:pt x="104895" y="479262"/>
                  </a:lnTo>
                  <a:lnTo>
                    <a:pt x="215547" y="479262"/>
                  </a:lnTo>
                  <a:lnTo>
                    <a:pt x="174111" y="9516"/>
                  </a:lnTo>
                  <a:lnTo>
                    <a:pt x="170362" y="7105"/>
                  </a:lnTo>
                  <a:lnTo>
                    <a:pt x="67543" y="37176"/>
                  </a:lnTo>
                  <a:cubicBezTo>
                    <a:pt x="33537" y="47121"/>
                    <a:pt x="10128" y="78277"/>
                    <a:pt x="10041" y="113726"/>
                  </a:cubicBezTo>
                  <a:close/>
                </a:path>
              </a:pathLst>
            </a:custGeom>
            <a:solidFill>
              <a:srgbClr val="0D274D"/>
            </a:solidFill>
            <a:ln w="6694"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F1F0FE11-422A-02E3-3044-E8FB8E838CC8}"/>
                </a:ext>
              </a:extLst>
            </p:cNvPr>
            <p:cNvSpPr/>
            <p:nvPr/>
          </p:nvSpPr>
          <p:spPr>
            <a:xfrm>
              <a:off x="3578477" y="1584640"/>
              <a:ext cx="63525" cy="6697"/>
            </a:xfrm>
            <a:custGeom>
              <a:avLst/>
              <a:gdLst>
                <a:gd name="connsiteX0" fmla="*/ 60179 w 63525"/>
                <a:gd name="connsiteY0" fmla="*/ 6697 h 6697"/>
                <a:gd name="connsiteX1" fmla="*/ 3347 w 63525"/>
                <a:gd name="connsiteY1" fmla="*/ 6697 h 6697"/>
                <a:gd name="connsiteX2" fmla="*/ 0 w 63525"/>
                <a:gd name="connsiteY2" fmla="*/ 3349 h 6697"/>
                <a:gd name="connsiteX3" fmla="*/ 3347 w 63525"/>
                <a:gd name="connsiteY3" fmla="*/ 0 h 6697"/>
                <a:gd name="connsiteX4" fmla="*/ 60179 w 63525"/>
                <a:gd name="connsiteY4" fmla="*/ 0 h 6697"/>
                <a:gd name="connsiteX5" fmla="*/ 63526 w 63525"/>
                <a:gd name="connsiteY5" fmla="*/ 3349 h 6697"/>
                <a:gd name="connsiteX6" fmla="*/ 60179 w 63525"/>
                <a:gd name="connsiteY6" fmla="*/ 6697 h 6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25" h="6697">
                  <a:moveTo>
                    <a:pt x="60179" y="6697"/>
                  </a:moveTo>
                  <a:lnTo>
                    <a:pt x="3347" y="6697"/>
                  </a:lnTo>
                  <a:cubicBezTo>
                    <a:pt x="1499" y="6697"/>
                    <a:pt x="0" y="5197"/>
                    <a:pt x="0" y="3349"/>
                  </a:cubicBezTo>
                  <a:cubicBezTo>
                    <a:pt x="0" y="1500"/>
                    <a:pt x="1499" y="0"/>
                    <a:pt x="3347" y="0"/>
                  </a:cubicBezTo>
                  <a:lnTo>
                    <a:pt x="60179" y="0"/>
                  </a:lnTo>
                  <a:cubicBezTo>
                    <a:pt x="62027" y="0"/>
                    <a:pt x="63526" y="1500"/>
                    <a:pt x="63526" y="3349"/>
                  </a:cubicBezTo>
                  <a:cubicBezTo>
                    <a:pt x="63526" y="5197"/>
                    <a:pt x="62027" y="6697"/>
                    <a:pt x="60179" y="6697"/>
                  </a:cubicBezTo>
                  <a:close/>
                </a:path>
              </a:pathLst>
            </a:custGeom>
            <a:solidFill>
              <a:srgbClr val="0D274D"/>
            </a:solidFill>
            <a:ln w="6694"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E010E90C-AC15-3D3E-40F1-5DF418AE3D1D}"/>
                </a:ext>
              </a:extLst>
            </p:cNvPr>
            <p:cNvSpPr/>
            <p:nvPr/>
          </p:nvSpPr>
          <p:spPr>
            <a:xfrm>
              <a:off x="3612750" y="1540772"/>
              <a:ext cx="14860" cy="47215"/>
            </a:xfrm>
            <a:custGeom>
              <a:avLst/>
              <a:gdLst>
                <a:gd name="connsiteX0" fmla="*/ 4953 w 14860"/>
                <a:gd name="connsiteY0" fmla="*/ 0 h 47215"/>
                <a:gd name="connsiteX1" fmla="*/ 9907 w 14860"/>
                <a:gd name="connsiteY1" fmla="*/ 0 h 47215"/>
                <a:gd name="connsiteX2" fmla="*/ 14860 w 14860"/>
                <a:gd name="connsiteY2" fmla="*/ 4956 h 47215"/>
                <a:gd name="connsiteX3" fmla="*/ 14860 w 14860"/>
                <a:gd name="connsiteY3" fmla="*/ 47216 h 47215"/>
                <a:gd name="connsiteX4" fmla="*/ 14860 w 14860"/>
                <a:gd name="connsiteY4" fmla="*/ 47216 h 47215"/>
                <a:gd name="connsiteX5" fmla="*/ 0 w 14860"/>
                <a:gd name="connsiteY5" fmla="*/ 47216 h 47215"/>
                <a:gd name="connsiteX6" fmla="*/ 0 w 14860"/>
                <a:gd name="connsiteY6" fmla="*/ 47216 h 47215"/>
                <a:gd name="connsiteX7" fmla="*/ 0 w 14860"/>
                <a:gd name="connsiteY7" fmla="*/ 4956 h 47215"/>
                <a:gd name="connsiteX8" fmla="*/ 4953 w 14860"/>
                <a:gd name="connsiteY8" fmla="*/ 0 h 47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60" h="47215">
                  <a:moveTo>
                    <a:pt x="4953" y="0"/>
                  </a:moveTo>
                  <a:lnTo>
                    <a:pt x="9907" y="0"/>
                  </a:lnTo>
                  <a:cubicBezTo>
                    <a:pt x="12645" y="0"/>
                    <a:pt x="14860" y="2217"/>
                    <a:pt x="14860" y="4956"/>
                  </a:cubicBezTo>
                  <a:lnTo>
                    <a:pt x="14860" y="47216"/>
                  </a:lnTo>
                  <a:lnTo>
                    <a:pt x="14860" y="47216"/>
                  </a:lnTo>
                  <a:lnTo>
                    <a:pt x="0" y="47216"/>
                  </a:lnTo>
                  <a:lnTo>
                    <a:pt x="0" y="47216"/>
                  </a:lnTo>
                  <a:lnTo>
                    <a:pt x="0" y="4956"/>
                  </a:lnTo>
                  <a:cubicBezTo>
                    <a:pt x="0" y="2217"/>
                    <a:pt x="2216" y="0"/>
                    <a:pt x="4953" y="0"/>
                  </a:cubicBezTo>
                  <a:close/>
                </a:path>
              </a:pathLst>
            </a:custGeom>
            <a:solidFill>
              <a:srgbClr val="FFFFFF"/>
            </a:solidFill>
            <a:ln w="6694"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E5F1B0E0-D09F-AC1C-536F-FBB63AE0644F}"/>
                </a:ext>
              </a:extLst>
            </p:cNvPr>
            <p:cNvSpPr/>
            <p:nvPr/>
          </p:nvSpPr>
          <p:spPr>
            <a:xfrm>
              <a:off x="3609403" y="1537424"/>
              <a:ext cx="21621" cy="53913"/>
            </a:xfrm>
            <a:custGeom>
              <a:avLst/>
              <a:gdLst>
                <a:gd name="connsiteX0" fmla="*/ 18274 w 21621"/>
                <a:gd name="connsiteY0" fmla="*/ 53913 h 53913"/>
                <a:gd name="connsiteX1" fmla="*/ 3347 w 21621"/>
                <a:gd name="connsiteY1" fmla="*/ 53913 h 53913"/>
                <a:gd name="connsiteX2" fmla="*/ 0 w 21621"/>
                <a:gd name="connsiteY2" fmla="*/ 50564 h 53913"/>
                <a:gd name="connsiteX3" fmla="*/ 0 w 21621"/>
                <a:gd name="connsiteY3" fmla="*/ 8305 h 53913"/>
                <a:gd name="connsiteX4" fmla="*/ 8300 w 21621"/>
                <a:gd name="connsiteY4" fmla="*/ 0 h 53913"/>
                <a:gd name="connsiteX5" fmla="*/ 13321 w 21621"/>
                <a:gd name="connsiteY5" fmla="*/ 0 h 53913"/>
                <a:gd name="connsiteX6" fmla="*/ 21621 w 21621"/>
                <a:gd name="connsiteY6" fmla="*/ 8305 h 53913"/>
                <a:gd name="connsiteX7" fmla="*/ 21621 w 21621"/>
                <a:gd name="connsiteY7" fmla="*/ 50564 h 53913"/>
                <a:gd name="connsiteX8" fmla="*/ 18274 w 21621"/>
                <a:gd name="connsiteY8" fmla="*/ 53913 h 53913"/>
                <a:gd name="connsiteX9" fmla="*/ 6694 w 21621"/>
                <a:gd name="connsiteY9" fmla="*/ 47216 h 53913"/>
                <a:gd name="connsiteX10" fmla="*/ 14927 w 21621"/>
                <a:gd name="connsiteY10" fmla="*/ 47216 h 53913"/>
                <a:gd name="connsiteX11" fmla="*/ 14927 w 21621"/>
                <a:gd name="connsiteY11" fmla="*/ 8305 h 53913"/>
                <a:gd name="connsiteX12" fmla="*/ 13321 w 21621"/>
                <a:gd name="connsiteY12" fmla="*/ 6697 h 53913"/>
                <a:gd name="connsiteX13" fmla="*/ 8300 w 21621"/>
                <a:gd name="connsiteY13" fmla="*/ 6697 h 53913"/>
                <a:gd name="connsiteX14" fmla="*/ 6694 w 21621"/>
                <a:gd name="connsiteY14" fmla="*/ 8305 h 5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21" h="53913">
                  <a:moveTo>
                    <a:pt x="18274" y="53913"/>
                  </a:moveTo>
                  <a:lnTo>
                    <a:pt x="3347" y="53913"/>
                  </a:lnTo>
                  <a:cubicBezTo>
                    <a:pt x="1499" y="53913"/>
                    <a:pt x="0" y="52413"/>
                    <a:pt x="0" y="50564"/>
                  </a:cubicBezTo>
                  <a:lnTo>
                    <a:pt x="0" y="8305"/>
                  </a:lnTo>
                  <a:cubicBezTo>
                    <a:pt x="34" y="3730"/>
                    <a:pt x="3729" y="34"/>
                    <a:pt x="8300" y="0"/>
                  </a:cubicBezTo>
                  <a:lnTo>
                    <a:pt x="13321" y="0"/>
                  </a:lnTo>
                  <a:cubicBezTo>
                    <a:pt x="17893" y="34"/>
                    <a:pt x="21588" y="3730"/>
                    <a:pt x="21621" y="8305"/>
                  </a:cubicBezTo>
                  <a:lnTo>
                    <a:pt x="21621" y="50564"/>
                  </a:lnTo>
                  <a:cubicBezTo>
                    <a:pt x="21621" y="52413"/>
                    <a:pt x="20122" y="53913"/>
                    <a:pt x="18274" y="53913"/>
                  </a:cubicBezTo>
                  <a:close/>
                  <a:moveTo>
                    <a:pt x="6694" y="47216"/>
                  </a:moveTo>
                  <a:lnTo>
                    <a:pt x="14927" y="47216"/>
                  </a:lnTo>
                  <a:lnTo>
                    <a:pt x="14927" y="8305"/>
                  </a:lnTo>
                  <a:cubicBezTo>
                    <a:pt x="14927" y="7414"/>
                    <a:pt x="14211" y="6697"/>
                    <a:pt x="13321" y="6697"/>
                  </a:cubicBezTo>
                  <a:lnTo>
                    <a:pt x="8300" y="6697"/>
                  </a:lnTo>
                  <a:cubicBezTo>
                    <a:pt x="7410" y="6697"/>
                    <a:pt x="6694" y="7414"/>
                    <a:pt x="6694" y="8305"/>
                  </a:cubicBezTo>
                  <a:close/>
                </a:path>
              </a:pathLst>
            </a:custGeom>
            <a:solidFill>
              <a:srgbClr val="0D274D"/>
            </a:solidFill>
            <a:ln w="6694"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7346B6B2-0405-94AF-8FFB-95A69DF99862}"/>
                </a:ext>
              </a:extLst>
            </p:cNvPr>
            <p:cNvSpPr/>
            <p:nvPr/>
          </p:nvSpPr>
          <p:spPr>
            <a:xfrm>
              <a:off x="3751249" y="2871653"/>
              <a:ext cx="283473" cy="92733"/>
            </a:xfrm>
            <a:custGeom>
              <a:avLst/>
              <a:gdLst>
                <a:gd name="connsiteX0" fmla="*/ 100544 w 283473"/>
                <a:gd name="connsiteY0" fmla="*/ 2545 h 92733"/>
                <a:gd name="connsiteX1" fmla="*/ 52749 w 283473"/>
                <a:gd name="connsiteY1" fmla="*/ 30004 h 92733"/>
                <a:gd name="connsiteX2" fmla="*/ 0 w 283473"/>
                <a:gd name="connsiteY2" fmla="*/ 20226 h 92733"/>
                <a:gd name="connsiteX3" fmla="*/ 4686 w 283473"/>
                <a:gd name="connsiteY3" fmla="*/ 36768 h 92733"/>
                <a:gd name="connsiteX4" fmla="*/ 14860 w 283473"/>
                <a:gd name="connsiteY4" fmla="*/ 72598 h 92733"/>
                <a:gd name="connsiteX5" fmla="*/ 40231 w 283473"/>
                <a:gd name="connsiteY5" fmla="*/ 92690 h 92733"/>
                <a:gd name="connsiteX6" fmla="*/ 267827 w 283473"/>
                <a:gd name="connsiteY6" fmla="*/ 92690 h 92733"/>
                <a:gd name="connsiteX7" fmla="*/ 283431 w 283473"/>
                <a:gd name="connsiteY7" fmla="*/ 79322 h 92733"/>
                <a:gd name="connsiteX8" fmla="*/ 283022 w 283473"/>
                <a:gd name="connsiteY8" fmla="*/ 74608 h 92733"/>
                <a:gd name="connsiteX9" fmla="*/ 274989 w 283473"/>
                <a:gd name="connsiteY9" fmla="*/ 60811 h 92733"/>
                <a:gd name="connsiteX10" fmla="*/ 262405 w 283473"/>
                <a:gd name="connsiteY10" fmla="*/ 53779 h 92733"/>
                <a:gd name="connsiteX11" fmla="*/ 222241 w 283473"/>
                <a:gd name="connsiteY11" fmla="*/ 44001 h 92733"/>
                <a:gd name="connsiteX12" fmla="*/ 207581 w 283473"/>
                <a:gd name="connsiteY12" fmla="*/ 40452 h 92733"/>
                <a:gd name="connsiteX13" fmla="*/ 199615 w 283473"/>
                <a:gd name="connsiteY13" fmla="*/ 38576 h 92733"/>
                <a:gd name="connsiteX14" fmla="*/ 119287 w 283473"/>
                <a:gd name="connsiteY14" fmla="*/ 19221 h 92733"/>
                <a:gd name="connsiteX15" fmla="*/ 99205 w 283473"/>
                <a:gd name="connsiteY15" fmla="*/ 0 h 92733"/>
                <a:gd name="connsiteX16" fmla="*/ 100343 w 283473"/>
                <a:gd name="connsiteY16" fmla="*/ 2813 h 9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3473" h="92733">
                  <a:moveTo>
                    <a:pt x="100544" y="2545"/>
                  </a:moveTo>
                  <a:lnTo>
                    <a:pt x="52749" y="30004"/>
                  </a:lnTo>
                  <a:lnTo>
                    <a:pt x="0" y="20226"/>
                  </a:lnTo>
                  <a:lnTo>
                    <a:pt x="4686" y="36768"/>
                  </a:lnTo>
                  <a:lnTo>
                    <a:pt x="14860" y="72598"/>
                  </a:lnTo>
                  <a:cubicBezTo>
                    <a:pt x="18281" y="83944"/>
                    <a:pt x="28403" y="91960"/>
                    <a:pt x="40231" y="92690"/>
                  </a:cubicBezTo>
                  <a:lnTo>
                    <a:pt x="267827" y="92690"/>
                  </a:lnTo>
                  <a:cubicBezTo>
                    <a:pt x="275826" y="93306"/>
                    <a:pt x="282808" y="87326"/>
                    <a:pt x="283431" y="79322"/>
                  </a:cubicBezTo>
                  <a:cubicBezTo>
                    <a:pt x="283551" y="77735"/>
                    <a:pt x="283417" y="76148"/>
                    <a:pt x="283022" y="74608"/>
                  </a:cubicBezTo>
                  <a:cubicBezTo>
                    <a:pt x="281864" y="69276"/>
                    <a:pt x="279053" y="64448"/>
                    <a:pt x="274989" y="60811"/>
                  </a:cubicBezTo>
                  <a:cubicBezTo>
                    <a:pt x="271509" y="57375"/>
                    <a:pt x="267157" y="54944"/>
                    <a:pt x="262405" y="53779"/>
                  </a:cubicBezTo>
                  <a:lnTo>
                    <a:pt x="222241" y="44001"/>
                  </a:lnTo>
                  <a:lnTo>
                    <a:pt x="207581" y="40452"/>
                  </a:lnTo>
                  <a:lnTo>
                    <a:pt x="199615" y="38576"/>
                  </a:lnTo>
                  <a:lnTo>
                    <a:pt x="119287" y="19221"/>
                  </a:lnTo>
                  <a:cubicBezTo>
                    <a:pt x="109755" y="16663"/>
                    <a:pt x="102184" y="9416"/>
                    <a:pt x="99205" y="0"/>
                  </a:cubicBezTo>
                  <a:lnTo>
                    <a:pt x="100343" y="2813"/>
                  </a:lnTo>
                </a:path>
              </a:pathLst>
            </a:custGeom>
            <a:solidFill>
              <a:srgbClr val="FFFFFF"/>
            </a:solidFill>
            <a:ln w="6694"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F0957B8D-4143-92E7-A3D1-B432DDBBE0D1}"/>
                </a:ext>
              </a:extLst>
            </p:cNvPr>
            <p:cNvSpPr/>
            <p:nvPr/>
          </p:nvSpPr>
          <p:spPr>
            <a:xfrm>
              <a:off x="3748132" y="2868059"/>
              <a:ext cx="290156" cy="99374"/>
            </a:xfrm>
            <a:custGeom>
              <a:avLst/>
              <a:gdLst>
                <a:gd name="connsiteX0" fmla="*/ 271144 w 290156"/>
                <a:gd name="connsiteY0" fmla="*/ 99364 h 99374"/>
                <a:gd name="connsiteX1" fmla="*/ 43548 w 290156"/>
                <a:gd name="connsiteY1" fmla="*/ 99364 h 99374"/>
                <a:gd name="connsiteX2" fmla="*/ 14965 w 290156"/>
                <a:gd name="connsiteY2" fmla="*/ 77130 h 99374"/>
                <a:gd name="connsiteX3" fmla="*/ 104 w 290156"/>
                <a:gd name="connsiteY3" fmla="*/ 24757 h 99374"/>
                <a:gd name="connsiteX4" fmla="*/ 841 w 290156"/>
                <a:gd name="connsiteY4" fmla="*/ 21542 h 99374"/>
                <a:gd name="connsiteX5" fmla="*/ 3920 w 290156"/>
                <a:gd name="connsiteY5" fmla="*/ 20538 h 99374"/>
                <a:gd name="connsiteX6" fmla="*/ 55464 w 290156"/>
                <a:gd name="connsiteY6" fmla="*/ 30115 h 99374"/>
                <a:gd name="connsiteX7" fmla="*/ 99644 w 290156"/>
                <a:gd name="connsiteY7" fmla="*/ 4665 h 99374"/>
                <a:gd name="connsiteX8" fmla="*/ 99644 w 290156"/>
                <a:gd name="connsiteY8" fmla="*/ 4263 h 99374"/>
                <a:gd name="connsiteX9" fmla="*/ 101719 w 290156"/>
                <a:gd name="connsiteY9" fmla="*/ 178 h 99374"/>
                <a:gd name="connsiteX10" fmla="*/ 105936 w 290156"/>
                <a:gd name="connsiteY10" fmla="*/ 2053 h 99374"/>
                <a:gd name="connsiteX11" fmla="*/ 107074 w 290156"/>
                <a:gd name="connsiteY11" fmla="*/ 4799 h 99374"/>
                <a:gd name="connsiteX12" fmla="*/ 107074 w 290156"/>
                <a:gd name="connsiteY12" fmla="*/ 5737 h 99374"/>
                <a:gd name="connsiteX13" fmla="*/ 123609 w 290156"/>
                <a:gd name="connsiteY13" fmla="*/ 19131 h 99374"/>
                <a:gd name="connsiteX14" fmla="*/ 266525 w 290156"/>
                <a:gd name="connsiteY14" fmla="*/ 53689 h 99374"/>
                <a:gd name="connsiteX15" fmla="*/ 280717 w 290156"/>
                <a:gd name="connsiteY15" fmla="*/ 61592 h 99374"/>
                <a:gd name="connsiteX16" fmla="*/ 289687 w 290156"/>
                <a:gd name="connsiteY16" fmla="*/ 77130 h 99374"/>
                <a:gd name="connsiteX17" fmla="*/ 286206 w 290156"/>
                <a:gd name="connsiteY17" fmla="*/ 92600 h 99374"/>
                <a:gd name="connsiteX18" fmla="*/ 271144 w 290156"/>
                <a:gd name="connsiteY18" fmla="*/ 99364 h 99374"/>
                <a:gd name="connsiteX19" fmla="*/ 7803 w 290156"/>
                <a:gd name="connsiteY19" fmla="*/ 28106 h 99374"/>
                <a:gd name="connsiteX20" fmla="*/ 21191 w 290156"/>
                <a:gd name="connsiteY20" fmla="*/ 75321 h 99374"/>
                <a:gd name="connsiteX21" fmla="*/ 43348 w 290156"/>
                <a:gd name="connsiteY21" fmla="*/ 92667 h 99374"/>
                <a:gd name="connsiteX22" fmla="*/ 270944 w 290156"/>
                <a:gd name="connsiteY22" fmla="*/ 92667 h 99374"/>
                <a:gd name="connsiteX23" fmla="*/ 280784 w 290156"/>
                <a:gd name="connsiteY23" fmla="*/ 88515 h 99374"/>
                <a:gd name="connsiteX24" fmla="*/ 282859 w 290156"/>
                <a:gd name="connsiteY24" fmla="*/ 78536 h 99374"/>
                <a:gd name="connsiteX25" fmla="*/ 275830 w 290156"/>
                <a:gd name="connsiteY25" fmla="*/ 66548 h 99374"/>
                <a:gd name="connsiteX26" fmla="*/ 264718 w 290156"/>
                <a:gd name="connsiteY26" fmla="*/ 60319 h 99374"/>
                <a:gd name="connsiteX27" fmla="*/ 121801 w 290156"/>
                <a:gd name="connsiteY27" fmla="*/ 25762 h 99374"/>
                <a:gd name="connsiteX28" fmla="*/ 101719 w 290156"/>
                <a:gd name="connsiteY28" fmla="*/ 10827 h 99374"/>
                <a:gd name="connsiteX29" fmla="*/ 57070 w 290156"/>
                <a:gd name="connsiteY29" fmla="*/ 36544 h 99374"/>
                <a:gd name="connsiteX30" fmla="*/ 54794 w 290156"/>
                <a:gd name="connsiteY30" fmla="*/ 36879 h 99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156" h="99374">
                  <a:moveTo>
                    <a:pt x="271144" y="99364"/>
                  </a:moveTo>
                  <a:lnTo>
                    <a:pt x="43548" y="99364"/>
                  </a:lnTo>
                  <a:cubicBezTo>
                    <a:pt x="30287" y="98728"/>
                    <a:pt x="18847" y="89834"/>
                    <a:pt x="14965" y="77130"/>
                  </a:cubicBezTo>
                  <a:lnTo>
                    <a:pt x="104" y="24757"/>
                  </a:lnTo>
                  <a:cubicBezTo>
                    <a:pt x="-170" y="23632"/>
                    <a:pt x="104" y="22440"/>
                    <a:pt x="841" y="21542"/>
                  </a:cubicBezTo>
                  <a:cubicBezTo>
                    <a:pt x="1644" y="20732"/>
                    <a:pt x="2789" y="20357"/>
                    <a:pt x="3920" y="20538"/>
                  </a:cubicBezTo>
                  <a:lnTo>
                    <a:pt x="55464" y="30115"/>
                  </a:lnTo>
                  <a:lnTo>
                    <a:pt x="99644" y="4665"/>
                  </a:lnTo>
                  <a:cubicBezTo>
                    <a:pt x="99618" y="4531"/>
                    <a:pt x="99618" y="4397"/>
                    <a:pt x="99644" y="4263"/>
                  </a:cubicBezTo>
                  <a:cubicBezTo>
                    <a:pt x="99115" y="2562"/>
                    <a:pt x="100032" y="754"/>
                    <a:pt x="101719" y="178"/>
                  </a:cubicBezTo>
                  <a:cubicBezTo>
                    <a:pt x="103399" y="-385"/>
                    <a:pt x="105227" y="426"/>
                    <a:pt x="105936" y="2053"/>
                  </a:cubicBezTo>
                  <a:lnTo>
                    <a:pt x="107074" y="4799"/>
                  </a:lnTo>
                  <a:cubicBezTo>
                    <a:pt x="107101" y="5114"/>
                    <a:pt x="107101" y="5422"/>
                    <a:pt x="107074" y="5737"/>
                  </a:cubicBezTo>
                  <a:cubicBezTo>
                    <a:pt x="110401" y="12374"/>
                    <a:pt x="116426" y="17256"/>
                    <a:pt x="123609" y="19131"/>
                  </a:cubicBezTo>
                  <a:lnTo>
                    <a:pt x="266525" y="53689"/>
                  </a:lnTo>
                  <a:cubicBezTo>
                    <a:pt x="271867" y="55029"/>
                    <a:pt x="276767" y="57754"/>
                    <a:pt x="280717" y="61592"/>
                  </a:cubicBezTo>
                  <a:cubicBezTo>
                    <a:pt x="285228" y="65724"/>
                    <a:pt x="288361" y="71149"/>
                    <a:pt x="289687" y="77130"/>
                  </a:cubicBezTo>
                  <a:cubicBezTo>
                    <a:pt x="290939" y="82548"/>
                    <a:pt x="289660" y="88240"/>
                    <a:pt x="286206" y="92600"/>
                  </a:cubicBezTo>
                  <a:cubicBezTo>
                    <a:pt x="282497" y="97054"/>
                    <a:pt x="276941" y="99552"/>
                    <a:pt x="271144" y="99364"/>
                  </a:cubicBezTo>
                  <a:close/>
                  <a:moveTo>
                    <a:pt x="7803" y="28106"/>
                  </a:moveTo>
                  <a:lnTo>
                    <a:pt x="21191" y="75321"/>
                  </a:lnTo>
                  <a:cubicBezTo>
                    <a:pt x="24357" y="85079"/>
                    <a:pt x="33119" y="91937"/>
                    <a:pt x="43348" y="92667"/>
                  </a:cubicBezTo>
                  <a:lnTo>
                    <a:pt x="270944" y="92667"/>
                  </a:lnTo>
                  <a:cubicBezTo>
                    <a:pt x="274685" y="92841"/>
                    <a:pt x="278300" y="91314"/>
                    <a:pt x="280784" y="88515"/>
                  </a:cubicBezTo>
                  <a:cubicBezTo>
                    <a:pt x="282919" y="85662"/>
                    <a:pt x="283675" y="82005"/>
                    <a:pt x="282859" y="78536"/>
                  </a:cubicBezTo>
                  <a:cubicBezTo>
                    <a:pt x="281808" y="73908"/>
                    <a:pt x="279351" y="69722"/>
                    <a:pt x="275830" y="66548"/>
                  </a:cubicBezTo>
                  <a:cubicBezTo>
                    <a:pt x="272731" y="63534"/>
                    <a:pt x="268902" y="61391"/>
                    <a:pt x="264718" y="60319"/>
                  </a:cubicBezTo>
                  <a:lnTo>
                    <a:pt x="121801" y="25762"/>
                  </a:lnTo>
                  <a:cubicBezTo>
                    <a:pt x="113374" y="23679"/>
                    <a:pt x="106137" y="18301"/>
                    <a:pt x="101719" y="10827"/>
                  </a:cubicBezTo>
                  <a:lnTo>
                    <a:pt x="57070" y="36544"/>
                  </a:lnTo>
                  <a:cubicBezTo>
                    <a:pt x="56381" y="36946"/>
                    <a:pt x="55571" y="37067"/>
                    <a:pt x="54794" y="36879"/>
                  </a:cubicBezTo>
                  <a:close/>
                </a:path>
              </a:pathLst>
            </a:custGeom>
            <a:solidFill>
              <a:srgbClr val="0D274D"/>
            </a:solidFill>
            <a:ln w="6694"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FC43D855-DC47-0052-8381-52B0278C6A8C}"/>
                </a:ext>
              </a:extLst>
            </p:cNvPr>
            <p:cNvSpPr/>
            <p:nvPr/>
          </p:nvSpPr>
          <p:spPr>
            <a:xfrm>
              <a:off x="3767984" y="2949207"/>
              <a:ext cx="268094" cy="15336"/>
            </a:xfrm>
            <a:custGeom>
              <a:avLst/>
              <a:gdLst>
                <a:gd name="connsiteX0" fmla="*/ 268095 w 268094"/>
                <a:gd name="connsiteY0" fmla="*/ 0 h 15336"/>
                <a:gd name="connsiteX1" fmla="*/ 0 w 268094"/>
                <a:gd name="connsiteY1" fmla="*/ 0 h 15336"/>
                <a:gd name="connsiteX2" fmla="*/ 2075 w 268094"/>
                <a:gd name="connsiteY2" fmla="*/ 4018 h 15336"/>
                <a:gd name="connsiteX3" fmla="*/ 20417 w 268094"/>
                <a:gd name="connsiteY3" fmla="*/ 15337 h 15336"/>
                <a:gd name="connsiteX4" fmla="*/ 252765 w 268094"/>
                <a:gd name="connsiteY4" fmla="*/ 15337 h 15336"/>
                <a:gd name="connsiteX5" fmla="*/ 268095 w 268094"/>
                <a:gd name="connsiteY5" fmla="*/ 134 h 15336"/>
                <a:gd name="connsiteX6" fmla="*/ 268095 w 268094"/>
                <a:gd name="connsiteY6" fmla="*/ 0 h 15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094" h="15336">
                  <a:moveTo>
                    <a:pt x="268095" y="0"/>
                  </a:moveTo>
                  <a:lnTo>
                    <a:pt x="0" y="0"/>
                  </a:lnTo>
                  <a:lnTo>
                    <a:pt x="2075" y="4018"/>
                  </a:lnTo>
                  <a:cubicBezTo>
                    <a:pt x="5549" y="10964"/>
                    <a:pt x="12652" y="15344"/>
                    <a:pt x="20417" y="15337"/>
                  </a:cubicBezTo>
                  <a:lnTo>
                    <a:pt x="252765" y="15337"/>
                  </a:lnTo>
                  <a:cubicBezTo>
                    <a:pt x="261193" y="15377"/>
                    <a:pt x="268061" y="8566"/>
                    <a:pt x="268095" y="134"/>
                  </a:cubicBezTo>
                  <a:cubicBezTo>
                    <a:pt x="268095" y="87"/>
                    <a:pt x="268095" y="47"/>
                    <a:pt x="268095" y="0"/>
                  </a:cubicBezTo>
                  <a:close/>
                </a:path>
              </a:pathLst>
            </a:custGeom>
            <a:solidFill>
              <a:srgbClr val="0D274D"/>
            </a:solidFill>
            <a:ln w="6694"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C5CD0F91-9AA6-4693-08F4-D8966180C27B}"/>
                </a:ext>
              </a:extLst>
            </p:cNvPr>
            <p:cNvSpPr/>
            <p:nvPr/>
          </p:nvSpPr>
          <p:spPr>
            <a:xfrm>
              <a:off x="3798418" y="2898335"/>
              <a:ext cx="140535" cy="28838"/>
            </a:xfrm>
            <a:custGeom>
              <a:avLst/>
              <a:gdLst>
                <a:gd name="connsiteX0" fmla="*/ 97086 w 140535"/>
                <a:gd name="connsiteY0" fmla="*/ 28838 h 28838"/>
                <a:gd name="connsiteX1" fmla="*/ 84367 w 140535"/>
                <a:gd name="connsiteY1" fmla="*/ 27231 h 28838"/>
                <a:gd name="connsiteX2" fmla="*/ 2567 w 140535"/>
                <a:gd name="connsiteY2" fmla="*/ 6603 h 28838"/>
                <a:gd name="connsiteX3" fmla="*/ 90 w 140535"/>
                <a:gd name="connsiteY3" fmla="*/ 2518 h 28838"/>
                <a:gd name="connsiteX4" fmla="*/ 4160 w 140535"/>
                <a:gd name="connsiteY4" fmla="*/ 107 h 28838"/>
                <a:gd name="connsiteX5" fmla="*/ 4173 w 140535"/>
                <a:gd name="connsiteY5" fmla="*/ 107 h 28838"/>
                <a:gd name="connsiteX6" fmla="*/ 85974 w 140535"/>
                <a:gd name="connsiteY6" fmla="*/ 20734 h 28838"/>
                <a:gd name="connsiteX7" fmla="*/ 122724 w 140535"/>
                <a:gd name="connsiteY7" fmla="*/ 14037 h 28838"/>
                <a:gd name="connsiteX8" fmla="*/ 135309 w 140535"/>
                <a:gd name="connsiteY8" fmla="*/ 5465 h 28838"/>
                <a:gd name="connsiteX9" fmla="*/ 139961 w 140535"/>
                <a:gd name="connsiteY9" fmla="*/ 6369 h 28838"/>
                <a:gd name="connsiteX10" fmla="*/ 139058 w 140535"/>
                <a:gd name="connsiteY10" fmla="*/ 11024 h 28838"/>
                <a:gd name="connsiteX11" fmla="*/ 126540 w 140535"/>
                <a:gd name="connsiteY11" fmla="*/ 19529 h 28838"/>
                <a:gd name="connsiteX12" fmla="*/ 97086 w 140535"/>
                <a:gd name="connsiteY12" fmla="*/ 28838 h 28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535" h="28838">
                  <a:moveTo>
                    <a:pt x="97086" y="28838"/>
                  </a:moveTo>
                  <a:cubicBezTo>
                    <a:pt x="92795" y="28832"/>
                    <a:pt x="88524" y="28289"/>
                    <a:pt x="84367" y="27231"/>
                  </a:cubicBezTo>
                  <a:lnTo>
                    <a:pt x="2567" y="6603"/>
                  </a:lnTo>
                  <a:cubicBezTo>
                    <a:pt x="766" y="6141"/>
                    <a:pt x="-332" y="4326"/>
                    <a:pt x="90" y="2518"/>
                  </a:cubicBezTo>
                  <a:cubicBezTo>
                    <a:pt x="545" y="723"/>
                    <a:pt x="2373" y="-355"/>
                    <a:pt x="4160" y="107"/>
                  </a:cubicBezTo>
                  <a:cubicBezTo>
                    <a:pt x="4167" y="107"/>
                    <a:pt x="4167" y="107"/>
                    <a:pt x="4173" y="107"/>
                  </a:cubicBezTo>
                  <a:lnTo>
                    <a:pt x="85974" y="20734"/>
                  </a:lnTo>
                  <a:cubicBezTo>
                    <a:pt x="98619" y="23876"/>
                    <a:pt x="112000" y="21438"/>
                    <a:pt x="122724" y="14037"/>
                  </a:cubicBezTo>
                  <a:lnTo>
                    <a:pt x="135309" y="5465"/>
                  </a:lnTo>
                  <a:cubicBezTo>
                    <a:pt x="136842" y="4427"/>
                    <a:pt x="138924" y="4835"/>
                    <a:pt x="139961" y="6369"/>
                  </a:cubicBezTo>
                  <a:cubicBezTo>
                    <a:pt x="140999" y="7903"/>
                    <a:pt x="140590" y="9985"/>
                    <a:pt x="139058" y="11024"/>
                  </a:cubicBezTo>
                  <a:lnTo>
                    <a:pt x="126540" y="19529"/>
                  </a:lnTo>
                  <a:cubicBezTo>
                    <a:pt x="117884" y="25523"/>
                    <a:pt x="107616" y="28771"/>
                    <a:pt x="97086" y="28838"/>
                  </a:cubicBezTo>
                  <a:close/>
                </a:path>
              </a:pathLst>
            </a:custGeom>
            <a:solidFill>
              <a:srgbClr val="0D274D"/>
            </a:solidFill>
            <a:ln w="6694"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75FDF992-E066-71DE-2160-D19EE7C73010}"/>
                </a:ext>
              </a:extLst>
            </p:cNvPr>
            <p:cNvSpPr/>
            <p:nvPr/>
          </p:nvSpPr>
          <p:spPr>
            <a:xfrm>
              <a:off x="3255886" y="2871921"/>
              <a:ext cx="260738" cy="92624"/>
            </a:xfrm>
            <a:custGeom>
              <a:avLst/>
              <a:gdLst>
                <a:gd name="connsiteX0" fmla="*/ 260738 w 260738"/>
                <a:gd name="connsiteY0" fmla="*/ 20226 h 92624"/>
                <a:gd name="connsiteX1" fmla="*/ 260738 w 260738"/>
                <a:gd name="connsiteY1" fmla="*/ 72866 h 92624"/>
                <a:gd name="connsiteX2" fmla="*/ 240656 w 260738"/>
                <a:gd name="connsiteY2" fmla="*/ 92623 h 92624"/>
                <a:gd name="connsiteX3" fmla="*/ 19754 w 260738"/>
                <a:gd name="connsiteY3" fmla="*/ 92623 h 92624"/>
                <a:gd name="connsiteX4" fmla="*/ 2216 w 260738"/>
                <a:gd name="connsiteY4" fmla="*/ 82242 h 92624"/>
                <a:gd name="connsiteX5" fmla="*/ 10925 w 260738"/>
                <a:gd name="connsiteY5" fmla="*/ 55199 h 92624"/>
                <a:gd name="connsiteX6" fmla="*/ 14733 w 260738"/>
                <a:gd name="connsiteY6" fmla="*/ 53712 h 92624"/>
                <a:gd name="connsiteX7" fmla="*/ 52220 w 260738"/>
                <a:gd name="connsiteY7" fmla="*/ 44001 h 92624"/>
                <a:gd name="connsiteX8" fmla="*/ 65943 w 260738"/>
                <a:gd name="connsiteY8" fmla="*/ 40451 h 92624"/>
                <a:gd name="connsiteX9" fmla="*/ 73306 w 260738"/>
                <a:gd name="connsiteY9" fmla="*/ 38509 h 92624"/>
                <a:gd name="connsiteX10" fmla="*/ 140246 w 260738"/>
                <a:gd name="connsiteY10" fmla="*/ 19154 h 92624"/>
                <a:gd name="connsiteX11" fmla="*/ 155040 w 260738"/>
                <a:gd name="connsiteY11" fmla="*/ 0 h 92624"/>
                <a:gd name="connsiteX12" fmla="*/ 204241 w 260738"/>
                <a:gd name="connsiteY12" fmla="*/ 29736 h 92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738" h="92624">
                  <a:moveTo>
                    <a:pt x="260738" y="20226"/>
                  </a:moveTo>
                  <a:lnTo>
                    <a:pt x="260738" y="72866"/>
                  </a:lnTo>
                  <a:cubicBezTo>
                    <a:pt x="260557" y="83830"/>
                    <a:pt x="251621" y="92623"/>
                    <a:pt x="240656" y="92623"/>
                  </a:cubicBezTo>
                  <a:lnTo>
                    <a:pt x="19754" y="92623"/>
                  </a:lnTo>
                  <a:cubicBezTo>
                    <a:pt x="12431" y="92710"/>
                    <a:pt x="5663" y="88705"/>
                    <a:pt x="2216" y="82242"/>
                  </a:cubicBezTo>
                  <a:cubicBezTo>
                    <a:pt x="-2845" y="72371"/>
                    <a:pt x="1058" y="60262"/>
                    <a:pt x="10925" y="55199"/>
                  </a:cubicBezTo>
                  <a:cubicBezTo>
                    <a:pt x="12143" y="54576"/>
                    <a:pt x="13415" y="54074"/>
                    <a:pt x="14733" y="53712"/>
                  </a:cubicBezTo>
                  <a:lnTo>
                    <a:pt x="52220" y="44001"/>
                  </a:lnTo>
                  <a:lnTo>
                    <a:pt x="65943" y="40451"/>
                  </a:lnTo>
                  <a:lnTo>
                    <a:pt x="73306" y="38509"/>
                  </a:lnTo>
                  <a:lnTo>
                    <a:pt x="140246" y="19154"/>
                  </a:lnTo>
                  <a:cubicBezTo>
                    <a:pt x="148901" y="16790"/>
                    <a:pt x="154939" y="8974"/>
                    <a:pt x="155040" y="0"/>
                  </a:cubicBezTo>
                  <a:lnTo>
                    <a:pt x="204241" y="29736"/>
                  </a:lnTo>
                  <a:close/>
                </a:path>
              </a:pathLst>
            </a:custGeom>
            <a:solidFill>
              <a:srgbClr val="FFFFFF"/>
            </a:solidFill>
            <a:ln w="6694"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53A2523D-97CA-DDE0-6F72-354FF3EAC04E}"/>
                </a:ext>
              </a:extLst>
            </p:cNvPr>
            <p:cNvSpPr/>
            <p:nvPr/>
          </p:nvSpPr>
          <p:spPr>
            <a:xfrm>
              <a:off x="3252746" y="2868527"/>
              <a:ext cx="267091" cy="99366"/>
            </a:xfrm>
            <a:custGeom>
              <a:avLst/>
              <a:gdLst>
                <a:gd name="connsiteX0" fmla="*/ 244064 w 267091"/>
                <a:gd name="connsiteY0" fmla="*/ 99366 h 99366"/>
                <a:gd name="connsiteX1" fmla="*/ 23162 w 267091"/>
                <a:gd name="connsiteY1" fmla="*/ 99366 h 99366"/>
                <a:gd name="connsiteX2" fmla="*/ 2679 w 267091"/>
                <a:gd name="connsiteY2" fmla="*/ 87110 h 99366"/>
                <a:gd name="connsiteX3" fmla="*/ 4821 w 267091"/>
                <a:gd name="connsiteY3" fmla="*/ 62062 h 99366"/>
                <a:gd name="connsiteX4" fmla="*/ 17338 w 267091"/>
                <a:gd name="connsiteY4" fmla="*/ 53891 h 99366"/>
                <a:gd name="connsiteX5" fmla="*/ 75844 w 267091"/>
                <a:gd name="connsiteY5" fmla="*/ 38621 h 99366"/>
                <a:gd name="connsiteX6" fmla="*/ 142784 w 267091"/>
                <a:gd name="connsiteY6" fmla="*/ 19333 h 99366"/>
                <a:gd name="connsiteX7" fmla="*/ 155168 w 267091"/>
                <a:gd name="connsiteY7" fmla="*/ 3394 h 99366"/>
                <a:gd name="connsiteX8" fmla="*/ 156841 w 267091"/>
                <a:gd name="connsiteY8" fmla="*/ 447 h 99366"/>
                <a:gd name="connsiteX9" fmla="*/ 160255 w 267091"/>
                <a:gd name="connsiteY9" fmla="*/ 447 h 99366"/>
                <a:gd name="connsiteX10" fmla="*/ 208385 w 267091"/>
                <a:gd name="connsiteY10" fmla="*/ 29580 h 99366"/>
                <a:gd name="connsiteX11" fmla="*/ 263142 w 267091"/>
                <a:gd name="connsiteY11" fmla="*/ 20204 h 99366"/>
                <a:gd name="connsiteX12" fmla="*/ 265887 w 267091"/>
                <a:gd name="connsiteY12" fmla="*/ 21008 h 99366"/>
                <a:gd name="connsiteX13" fmla="*/ 267091 w 267091"/>
                <a:gd name="connsiteY13" fmla="*/ 23553 h 99366"/>
                <a:gd name="connsiteX14" fmla="*/ 267091 w 267091"/>
                <a:gd name="connsiteY14" fmla="*/ 76193 h 99366"/>
                <a:gd name="connsiteX15" fmla="*/ 244064 w 267091"/>
                <a:gd name="connsiteY15" fmla="*/ 99366 h 99366"/>
                <a:gd name="connsiteX16" fmla="*/ 161192 w 267091"/>
                <a:gd name="connsiteY16" fmla="*/ 8886 h 99366"/>
                <a:gd name="connsiteX17" fmla="*/ 144591 w 267091"/>
                <a:gd name="connsiteY17" fmla="*/ 25763 h 99366"/>
                <a:gd name="connsiteX18" fmla="*/ 70221 w 267091"/>
                <a:gd name="connsiteY18" fmla="*/ 47060 h 99366"/>
                <a:gd name="connsiteX19" fmla="*/ 19079 w 267091"/>
                <a:gd name="connsiteY19" fmla="*/ 60455 h 99366"/>
                <a:gd name="connsiteX20" fmla="*/ 10243 w 267091"/>
                <a:gd name="connsiteY20" fmla="*/ 66281 h 99366"/>
                <a:gd name="connsiteX21" fmla="*/ 12960 w 267091"/>
                <a:gd name="connsiteY21" fmla="*/ 89233 h 99366"/>
                <a:gd name="connsiteX22" fmla="*/ 23229 w 267091"/>
                <a:gd name="connsiteY22" fmla="*/ 92735 h 99366"/>
                <a:gd name="connsiteX23" fmla="*/ 244131 w 267091"/>
                <a:gd name="connsiteY23" fmla="*/ 92735 h 99366"/>
                <a:gd name="connsiteX24" fmla="*/ 260598 w 267091"/>
                <a:gd name="connsiteY24" fmla="*/ 76327 h 99366"/>
                <a:gd name="connsiteX25" fmla="*/ 260598 w 267091"/>
                <a:gd name="connsiteY25" fmla="*/ 27638 h 99366"/>
                <a:gd name="connsiteX26" fmla="*/ 208452 w 267091"/>
                <a:gd name="connsiteY26" fmla="*/ 36545 h 99366"/>
                <a:gd name="connsiteX27" fmla="*/ 206176 w 267091"/>
                <a:gd name="connsiteY27" fmla="*/ 36077 h 9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7091" h="99366">
                  <a:moveTo>
                    <a:pt x="244064" y="99366"/>
                  </a:moveTo>
                  <a:lnTo>
                    <a:pt x="23162" y="99366"/>
                  </a:lnTo>
                  <a:cubicBezTo>
                    <a:pt x="14580" y="99433"/>
                    <a:pt x="6682" y="94704"/>
                    <a:pt x="2679" y="87110"/>
                  </a:cubicBezTo>
                  <a:cubicBezTo>
                    <a:pt x="-1552" y="79060"/>
                    <a:pt x="-722" y="69275"/>
                    <a:pt x="4821" y="62062"/>
                  </a:cubicBezTo>
                  <a:cubicBezTo>
                    <a:pt x="7960" y="58017"/>
                    <a:pt x="12371" y="55137"/>
                    <a:pt x="17338" y="53891"/>
                  </a:cubicBezTo>
                  <a:lnTo>
                    <a:pt x="75844" y="38621"/>
                  </a:lnTo>
                  <a:lnTo>
                    <a:pt x="142784" y="19333"/>
                  </a:lnTo>
                  <a:cubicBezTo>
                    <a:pt x="150047" y="17452"/>
                    <a:pt x="155134" y="10902"/>
                    <a:pt x="155168" y="3394"/>
                  </a:cubicBezTo>
                  <a:cubicBezTo>
                    <a:pt x="155148" y="2182"/>
                    <a:pt x="155790" y="1057"/>
                    <a:pt x="156841" y="447"/>
                  </a:cubicBezTo>
                  <a:cubicBezTo>
                    <a:pt x="157899" y="-149"/>
                    <a:pt x="159198" y="-149"/>
                    <a:pt x="160255" y="447"/>
                  </a:cubicBezTo>
                  <a:lnTo>
                    <a:pt x="208385" y="29580"/>
                  </a:lnTo>
                  <a:lnTo>
                    <a:pt x="263142" y="20204"/>
                  </a:lnTo>
                  <a:cubicBezTo>
                    <a:pt x="264133" y="20050"/>
                    <a:pt x="265137" y="20345"/>
                    <a:pt x="265887" y="21008"/>
                  </a:cubicBezTo>
                  <a:cubicBezTo>
                    <a:pt x="266650" y="21631"/>
                    <a:pt x="267091" y="22568"/>
                    <a:pt x="267091" y="23553"/>
                  </a:cubicBezTo>
                  <a:lnTo>
                    <a:pt x="267091" y="76193"/>
                  </a:lnTo>
                  <a:cubicBezTo>
                    <a:pt x="267091" y="88938"/>
                    <a:pt x="256803" y="99292"/>
                    <a:pt x="244064" y="99366"/>
                  </a:cubicBezTo>
                  <a:close/>
                  <a:moveTo>
                    <a:pt x="161192" y="8886"/>
                  </a:moveTo>
                  <a:cubicBezTo>
                    <a:pt x="159164" y="17130"/>
                    <a:pt x="152798" y="23606"/>
                    <a:pt x="144591" y="25763"/>
                  </a:cubicBezTo>
                  <a:lnTo>
                    <a:pt x="70221" y="47060"/>
                  </a:lnTo>
                  <a:lnTo>
                    <a:pt x="19079" y="60455"/>
                  </a:lnTo>
                  <a:cubicBezTo>
                    <a:pt x="15538" y="61292"/>
                    <a:pt x="12405" y="63355"/>
                    <a:pt x="10243" y="66281"/>
                  </a:cubicBezTo>
                  <a:cubicBezTo>
                    <a:pt x="4660" y="73367"/>
                    <a:pt x="5878" y="83647"/>
                    <a:pt x="12960" y="89233"/>
                  </a:cubicBezTo>
                  <a:cubicBezTo>
                    <a:pt x="15886" y="91537"/>
                    <a:pt x="19507" y="92769"/>
                    <a:pt x="23229" y="92735"/>
                  </a:cubicBezTo>
                  <a:lnTo>
                    <a:pt x="244131" y="92735"/>
                  </a:lnTo>
                  <a:cubicBezTo>
                    <a:pt x="253201" y="92735"/>
                    <a:pt x="260558" y="85402"/>
                    <a:pt x="260598" y="76327"/>
                  </a:cubicBezTo>
                  <a:lnTo>
                    <a:pt x="260598" y="27638"/>
                  </a:lnTo>
                  <a:lnTo>
                    <a:pt x="208452" y="36545"/>
                  </a:lnTo>
                  <a:cubicBezTo>
                    <a:pt x="207662" y="36632"/>
                    <a:pt x="206865" y="36465"/>
                    <a:pt x="206176" y="36077"/>
                  </a:cubicBezTo>
                  <a:close/>
                </a:path>
              </a:pathLst>
            </a:custGeom>
            <a:solidFill>
              <a:srgbClr val="0D274D"/>
            </a:solidFill>
            <a:ln w="6694"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44F0F208-C8DF-13C9-F207-36EEA3E3FE3C}"/>
                </a:ext>
              </a:extLst>
            </p:cNvPr>
            <p:cNvSpPr/>
            <p:nvPr/>
          </p:nvSpPr>
          <p:spPr>
            <a:xfrm>
              <a:off x="3329861" y="2901657"/>
              <a:ext cx="130934" cy="23057"/>
            </a:xfrm>
            <a:custGeom>
              <a:avLst/>
              <a:gdLst>
                <a:gd name="connsiteX0" fmla="*/ 130935 w 130934"/>
                <a:gd name="connsiteY0" fmla="*/ 0 h 23057"/>
                <a:gd name="connsiteX1" fmla="*/ 49937 w 130934"/>
                <a:gd name="connsiteY1" fmla="*/ 21431 h 23057"/>
                <a:gd name="connsiteX2" fmla="*/ 12518 w 130934"/>
                <a:gd name="connsiteY2" fmla="*/ 16207 h 23057"/>
                <a:gd name="connsiteX3" fmla="*/ 0 w 130934"/>
                <a:gd name="connsiteY3" fmla="*/ 8773 h 23057"/>
              </a:gdLst>
              <a:ahLst/>
              <a:cxnLst>
                <a:cxn ang="0">
                  <a:pos x="connsiteX0" y="connsiteY0"/>
                </a:cxn>
                <a:cxn ang="0">
                  <a:pos x="connsiteX1" y="connsiteY1"/>
                </a:cxn>
                <a:cxn ang="0">
                  <a:pos x="connsiteX2" y="connsiteY2"/>
                </a:cxn>
                <a:cxn ang="0">
                  <a:pos x="connsiteX3" y="connsiteY3"/>
                </a:cxn>
              </a:cxnLst>
              <a:rect l="l" t="t" r="r" b="b"/>
              <a:pathLst>
                <a:path w="130934" h="23057">
                  <a:moveTo>
                    <a:pt x="130935" y="0"/>
                  </a:moveTo>
                  <a:lnTo>
                    <a:pt x="49937" y="21431"/>
                  </a:lnTo>
                  <a:cubicBezTo>
                    <a:pt x="37272" y="24787"/>
                    <a:pt x="23784" y="22905"/>
                    <a:pt x="12518" y="16207"/>
                  </a:cubicBezTo>
                  <a:lnTo>
                    <a:pt x="0" y="8773"/>
                  </a:lnTo>
                </a:path>
              </a:pathLst>
            </a:custGeom>
            <a:solidFill>
              <a:srgbClr val="FFFFFF"/>
            </a:solidFill>
            <a:ln w="6694"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3624D9D3-5B2D-4208-DC7B-E3C5385F7661}"/>
                </a:ext>
              </a:extLst>
            </p:cNvPr>
            <p:cNvSpPr/>
            <p:nvPr/>
          </p:nvSpPr>
          <p:spPr>
            <a:xfrm>
              <a:off x="3326264" y="2898330"/>
              <a:ext cx="137658" cy="29714"/>
            </a:xfrm>
            <a:custGeom>
              <a:avLst/>
              <a:gdLst>
                <a:gd name="connsiteX0" fmla="*/ 40816 w 137658"/>
                <a:gd name="connsiteY0" fmla="*/ 29714 h 29714"/>
                <a:gd name="connsiteX1" fmla="*/ 14040 w 137658"/>
                <a:gd name="connsiteY1" fmla="*/ 22414 h 29714"/>
                <a:gd name="connsiteX2" fmla="*/ 1656 w 137658"/>
                <a:gd name="connsiteY2" fmla="*/ 14980 h 29714"/>
                <a:gd name="connsiteX3" fmla="*/ 431 w 137658"/>
                <a:gd name="connsiteY3" fmla="*/ 10506 h 29714"/>
                <a:gd name="connsiteX4" fmla="*/ 518 w 137658"/>
                <a:gd name="connsiteY4" fmla="*/ 10359 h 29714"/>
                <a:gd name="connsiteX5" fmla="*/ 5070 w 137658"/>
                <a:gd name="connsiteY5" fmla="*/ 9220 h 29714"/>
                <a:gd name="connsiteX6" fmla="*/ 17655 w 137658"/>
                <a:gd name="connsiteY6" fmla="*/ 16654 h 29714"/>
                <a:gd name="connsiteX7" fmla="*/ 52463 w 137658"/>
                <a:gd name="connsiteY7" fmla="*/ 21476 h 29714"/>
                <a:gd name="connsiteX8" fmla="*/ 133461 w 137658"/>
                <a:gd name="connsiteY8" fmla="*/ 112 h 29714"/>
                <a:gd name="connsiteX9" fmla="*/ 137544 w 137658"/>
                <a:gd name="connsiteY9" fmla="*/ 2456 h 29714"/>
                <a:gd name="connsiteX10" fmla="*/ 135201 w 137658"/>
                <a:gd name="connsiteY10" fmla="*/ 6608 h 29714"/>
                <a:gd name="connsiteX11" fmla="*/ 54204 w 137658"/>
                <a:gd name="connsiteY11" fmla="*/ 27973 h 29714"/>
                <a:gd name="connsiteX12" fmla="*/ 40816 w 137658"/>
                <a:gd name="connsiteY12" fmla="*/ 29714 h 2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658" h="29714">
                  <a:moveTo>
                    <a:pt x="40816" y="29714"/>
                  </a:moveTo>
                  <a:cubicBezTo>
                    <a:pt x="31397" y="29741"/>
                    <a:pt x="22146" y="27223"/>
                    <a:pt x="14040" y="22414"/>
                  </a:cubicBezTo>
                  <a:lnTo>
                    <a:pt x="1656" y="14980"/>
                  </a:lnTo>
                  <a:cubicBezTo>
                    <a:pt x="83" y="14083"/>
                    <a:pt x="-466" y="12080"/>
                    <a:pt x="431" y="10506"/>
                  </a:cubicBezTo>
                  <a:cubicBezTo>
                    <a:pt x="458" y="10453"/>
                    <a:pt x="484" y="10406"/>
                    <a:pt x="518" y="10359"/>
                  </a:cubicBezTo>
                  <a:cubicBezTo>
                    <a:pt x="1468" y="8798"/>
                    <a:pt x="3497" y="8296"/>
                    <a:pt x="5070" y="9220"/>
                  </a:cubicBezTo>
                  <a:lnTo>
                    <a:pt x="17655" y="16654"/>
                  </a:lnTo>
                  <a:cubicBezTo>
                    <a:pt x="28144" y="22856"/>
                    <a:pt x="40682" y="24597"/>
                    <a:pt x="52463" y="21476"/>
                  </a:cubicBezTo>
                  <a:lnTo>
                    <a:pt x="133461" y="112"/>
                  </a:lnTo>
                  <a:cubicBezTo>
                    <a:pt x="135234" y="-357"/>
                    <a:pt x="137055" y="688"/>
                    <a:pt x="137544" y="2456"/>
                  </a:cubicBezTo>
                  <a:cubicBezTo>
                    <a:pt x="138019" y="4244"/>
                    <a:pt x="136975" y="6086"/>
                    <a:pt x="135201" y="6608"/>
                  </a:cubicBezTo>
                  <a:lnTo>
                    <a:pt x="54204" y="27973"/>
                  </a:lnTo>
                  <a:cubicBezTo>
                    <a:pt x="49839" y="29138"/>
                    <a:pt x="45334" y="29721"/>
                    <a:pt x="40816" y="29714"/>
                  </a:cubicBezTo>
                  <a:close/>
                </a:path>
              </a:pathLst>
            </a:custGeom>
            <a:solidFill>
              <a:srgbClr val="0D274D"/>
            </a:solidFill>
            <a:ln w="6694"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BB1EC162-7D62-8AF0-EDF5-DF96567B58BB}"/>
                </a:ext>
              </a:extLst>
            </p:cNvPr>
            <p:cNvSpPr/>
            <p:nvPr/>
          </p:nvSpPr>
          <p:spPr>
            <a:xfrm>
              <a:off x="3256294" y="2949207"/>
              <a:ext cx="260329" cy="15336"/>
            </a:xfrm>
            <a:custGeom>
              <a:avLst/>
              <a:gdLst>
                <a:gd name="connsiteX0" fmla="*/ 260330 w 260329"/>
                <a:gd name="connsiteY0" fmla="*/ 0 h 15336"/>
                <a:gd name="connsiteX1" fmla="*/ 0 w 260329"/>
                <a:gd name="connsiteY1" fmla="*/ 0 h 15336"/>
                <a:gd name="connsiteX2" fmla="*/ 15195 w 260329"/>
                <a:gd name="connsiteY2" fmla="*/ 15337 h 15336"/>
                <a:gd name="connsiteX3" fmla="*/ 15329 w 260329"/>
                <a:gd name="connsiteY3" fmla="*/ 15337 h 15336"/>
                <a:gd name="connsiteX4" fmla="*/ 245000 w 260329"/>
                <a:gd name="connsiteY4" fmla="*/ 15337 h 15336"/>
                <a:gd name="connsiteX5" fmla="*/ 260330 w 260329"/>
                <a:gd name="connsiteY5" fmla="*/ 0 h 15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29" h="15336">
                  <a:moveTo>
                    <a:pt x="260330" y="0"/>
                  </a:moveTo>
                  <a:lnTo>
                    <a:pt x="0" y="0"/>
                  </a:lnTo>
                  <a:cubicBezTo>
                    <a:pt x="-40" y="8432"/>
                    <a:pt x="6768" y="15297"/>
                    <a:pt x="15195" y="15337"/>
                  </a:cubicBezTo>
                  <a:cubicBezTo>
                    <a:pt x="15242" y="15337"/>
                    <a:pt x="15283" y="15337"/>
                    <a:pt x="15329" y="15337"/>
                  </a:cubicBezTo>
                  <a:lnTo>
                    <a:pt x="245000" y="15337"/>
                  </a:lnTo>
                  <a:cubicBezTo>
                    <a:pt x="253468" y="15337"/>
                    <a:pt x="260330" y="8472"/>
                    <a:pt x="260330" y="0"/>
                  </a:cubicBezTo>
                  <a:close/>
                </a:path>
              </a:pathLst>
            </a:custGeom>
            <a:solidFill>
              <a:srgbClr val="0D274D"/>
            </a:solidFill>
            <a:ln w="6694"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764B8C95-E68D-46C0-A59F-BC26565EDBB9}"/>
                </a:ext>
              </a:extLst>
            </p:cNvPr>
            <p:cNvSpPr/>
            <p:nvPr/>
          </p:nvSpPr>
          <p:spPr>
            <a:xfrm>
              <a:off x="3237082" y="2075414"/>
              <a:ext cx="223717" cy="240931"/>
            </a:xfrm>
            <a:custGeom>
              <a:avLst/>
              <a:gdLst>
                <a:gd name="connsiteX0" fmla="*/ 205239 w 223717"/>
                <a:gd name="connsiteY0" fmla="*/ 240165 h 240931"/>
                <a:gd name="connsiteX1" fmla="*/ 9506 w 223717"/>
                <a:gd name="connsiteY1" fmla="*/ 174130 h 240931"/>
                <a:gd name="connsiteX2" fmla="*/ 1 w 223717"/>
                <a:gd name="connsiteY2" fmla="*/ 160736 h 240931"/>
                <a:gd name="connsiteX3" fmla="*/ 1 w 223717"/>
                <a:gd name="connsiteY3" fmla="*/ 14132 h 240931"/>
                <a:gd name="connsiteX4" fmla="*/ 13857 w 223717"/>
                <a:gd name="connsiteY4" fmla="*/ 1 h 240931"/>
                <a:gd name="connsiteX5" fmla="*/ 18476 w 223717"/>
                <a:gd name="connsiteY5" fmla="*/ 738 h 240931"/>
                <a:gd name="connsiteX6" fmla="*/ 214209 w 223717"/>
                <a:gd name="connsiteY6" fmla="*/ 66773 h 240931"/>
                <a:gd name="connsiteX7" fmla="*/ 223714 w 223717"/>
                <a:gd name="connsiteY7" fmla="*/ 80167 h 240931"/>
                <a:gd name="connsiteX8" fmla="*/ 223714 w 223717"/>
                <a:gd name="connsiteY8" fmla="*/ 226703 h 240931"/>
                <a:gd name="connsiteX9" fmla="*/ 210092 w 223717"/>
                <a:gd name="connsiteY9" fmla="*/ 240929 h 240931"/>
                <a:gd name="connsiteX10" fmla="*/ 205239 w 223717"/>
                <a:gd name="connsiteY10" fmla="*/ 240165 h 24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717" h="240931">
                  <a:moveTo>
                    <a:pt x="205239" y="240165"/>
                  </a:moveTo>
                  <a:lnTo>
                    <a:pt x="9506" y="174130"/>
                  </a:lnTo>
                  <a:cubicBezTo>
                    <a:pt x="3790" y="172174"/>
                    <a:pt x="-39" y="166783"/>
                    <a:pt x="1" y="160736"/>
                  </a:cubicBezTo>
                  <a:lnTo>
                    <a:pt x="1" y="14132"/>
                  </a:lnTo>
                  <a:cubicBezTo>
                    <a:pt x="-73" y="6404"/>
                    <a:pt x="6126" y="75"/>
                    <a:pt x="13857" y="1"/>
                  </a:cubicBezTo>
                  <a:cubicBezTo>
                    <a:pt x="15424" y="-19"/>
                    <a:pt x="16990" y="235"/>
                    <a:pt x="18476" y="738"/>
                  </a:cubicBezTo>
                  <a:lnTo>
                    <a:pt x="214209" y="66773"/>
                  </a:lnTo>
                  <a:cubicBezTo>
                    <a:pt x="219939" y="68715"/>
                    <a:pt x="223774" y="74113"/>
                    <a:pt x="223714" y="80167"/>
                  </a:cubicBezTo>
                  <a:lnTo>
                    <a:pt x="223714" y="226703"/>
                  </a:lnTo>
                  <a:cubicBezTo>
                    <a:pt x="223882" y="234392"/>
                    <a:pt x="217776" y="240761"/>
                    <a:pt x="210092" y="240929"/>
                  </a:cubicBezTo>
                  <a:cubicBezTo>
                    <a:pt x="208439" y="240962"/>
                    <a:pt x="206799" y="240707"/>
                    <a:pt x="205239" y="240165"/>
                  </a:cubicBezTo>
                  <a:close/>
                </a:path>
              </a:pathLst>
            </a:custGeom>
            <a:solidFill>
              <a:srgbClr val="FFFFFF"/>
            </a:solidFill>
            <a:ln w="6694"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02D3727C-77D4-3367-A8DA-198E6B685954}"/>
                </a:ext>
              </a:extLst>
            </p:cNvPr>
            <p:cNvSpPr/>
            <p:nvPr/>
          </p:nvSpPr>
          <p:spPr>
            <a:xfrm>
              <a:off x="3233669" y="2072221"/>
              <a:ext cx="230408" cy="247444"/>
            </a:xfrm>
            <a:custGeom>
              <a:avLst/>
              <a:gdLst>
                <a:gd name="connsiteX0" fmla="*/ 213204 w 230408"/>
                <a:gd name="connsiteY0" fmla="*/ 247444 h 247444"/>
                <a:gd name="connsiteX1" fmla="*/ 207581 w 230408"/>
                <a:gd name="connsiteY1" fmla="*/ 246506 h 247444"/>
                <a:gd name="connsiteX2" fmla="*/ 11781 w 230408"/>
                <a:gd name="connsiteY2" fmla="*/ 180471 h 247444"/>
                <a:gd name="connsiteX3" fmla="*/ 0 w 230408"/>
                <a:gd name="connsiteY3" fmla="*/ 164063 h 247444"/>
                <a:gd name="connsiteX4" fmla="*/ 0 w 230408"/>
                <a:gd name="connsiteY4" fmla="*/ 17326 h 247444"/>
                <a:gd name="connsiteX5" fmla="*/ 17357 w 230408"/>
                <a:gd name="connsiteY5" fmla="*/ 0 h 247444"/>
                <a:gd name="connsiteX6" fmla="*/ 22893 w 230408"/>
                <a:gd name="connsiteY6" fmla="*/ 917 h 247444"/>
                <a:gd name="connsiteX7" fmla="*/ 218626 w 230408"/>
                <a:gd name="connsiteY7" fmla="*/ 66953 h 247444"/>
                <a:gd name="connsiteX8" fmla="*/ 230407 w 230408"/>
                <a:gd name="connsiteY8" fmla="*/ 83361 h 247444"/>
                <a:gd name="connsiteX9" fmla="*/ 230407 w 230408"/>
                <a:gd name="connsiteY9" fmla="*/ 229897 h 247444"/>
                <a:gd name="connsiteX10" fmla="*/ 223245 w 230408"/>
                <a:gd name="connsiteY10" fmla="*/ 243961 h 247444"/>
                <a:gd name="connsiteX11" fmla="*/ 213204 w 230408"/>
                <a:gd name="connsiteY11" fmla="*/ 247444 h 247444"/>
                <a:gd name="connsiteX12" fmla="*/ 17337 w 230408"/>
                <a:gd name="connsiteY12" fmla="*/ 6878 h 247444"/>
                <a:gd name="connsiteX13" fmla="*/ 6694 w 230408"/>
                <a:gd name="connsiteY13" fmla="*/ 17527 h 247444"/>
                <a:gd name="connsiteX14" fmla="*/ 6694 w 230408"/>
                <a:gd name="connsiteY14" fmla="*/ 164063 h 247444"/>
                <a:gd name="connsiteX15" fmla="*/ 13923 w 230408"/>
                <a:gd name="connsiteY15" fmla="*/ 174176 h 247444"/>
                <a:gd name="connsiteX16" fmla="*/ 209723 w 230408"/>
                <a:gd name="connsiteY16" fmla="*/ 240211 h 247444"/>
                <a:gd name="connsiteX17" fmla="*/ 209723 w 230408"/>
                <a:gd name="connsiteY17" fmla="*/ 240211 h 247444"/>
                <a:gd name="connsiteX18" fmla="*/ 219295 w 230408"/>
                <a:gd name="connsiteY18" fmla="*/ 238737 h 247444"/>
                <a:gd name="connsiteX19" fmla="*/ 223713 w 230408"/>
                <a:gd name="connsiteY19" fmla="*/ 230098 h 247444"/>
                <a:gd name="connsiteX20" fmla="*/ 223713 w 230408"/>
                <a:gd name="connsiteY20" fmla="*/ 83562 h 247444"/>
                <a:gd name="connsiteX21" fmla="*/ 216484 w 230408"/>
                <a:gd name="connsiteY21" fmla="*/ 73449 h 247444"/>
                <a:gd name="connsiteX22" fmla="*/ 20751 w 230408"/>
                <a:gd name="connsiteY22" fmla="*/ 7414 h 247444"/>
                <a:gd name="connsiteX23" fmla="*/ 17337 w 230408"/>
                <a:gd name="connsiteY23" fmla="*/ 6878 h 24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08" h="247444">
                  <a:moveTo>
                    <a:pt x="213204" y="247444"/>
                  </a:moveTo>
                  <a:cubicBezTo>
                    <a:pt x="211289" y="247457"/>
                    <a:pt x="209388" y="247143"/>
                    <a:pt x="207581" y="246506"/>
                  </a:cubicBezTo>
                  <a:lnTo>
                    <a:pt x="11781" y="180471"/>
                  </a:lnTo>
                  <a:cubicBezTo>
                    <a:pt x="4733" y="178107"/>
                    <a:pt x="-13" y="171497"/>
                    <a:pt x="0" y="164063"/>
                  </a:cubicBezTo>
                  <a:lnTo>
                    <a:pt x="0" y="17326"/>
                  </a:lnTo>
                  <a:cubicBezTo>
                    <a:pt x="13" y="7749"/>
                    <a:pt x="7785" y="-7"/>
                    <a:pt x="17357" y="0"/>
                  </a:cubicBezTo>
                  <a:cubicBezTo>
                    <a:pt x="19245" y="7"/>
                    <a:pt x="21113" y="315"/>
                    <a:pt x="22893" y="917"/>
                  </a:cubicBezTo>
                  <a:lnTo>
                    <a:pt x="218626" y="66953"/>
                  </a:lnTo>
                  <a:cubicBezTo>
                    <a:pt x="225688" y="69297"/>
                    <a:pt x="230441" y="75920"/>
                    <a:pt x="230407" y="83361"/>
                  </a:cubicBezTo>
                  <a:lnTo>
                    <a:pt x="230407" y="229897"/>
                  </a:lnTo>
                  <a:cubicBezTo>
                    <a:pt x="230461" y="235476"/>
                    <a:pt x="227783" y="240727"/>
                    <a:pt x="223245" y="243961"/>
                  </a:cubicBezTo>
                  <a:cubicBezTo>
                    <a:pt x="220360" y="246178"/>
                    <a:pt x="216839" y="247404"/>
                    <a:pt x="213204" y="247444"/>
                  </a:cubicBezTo>
                  <a:close/>
                  <a:moveTo>
                    <a:pt x="17337" y="6878"/>
                  </a:moveTo>
                  <a:cubicBezTo>
                    <a:pt x="11473" y="6912"/>
                    <a:pt x="6728" y="11660"/>
                    <a:pt x="6694" y="17527"/>
                  </a:cubicBezTo>
                  <a:lnTo>
                    <a:pt x="6694" y="164063"/>
                  </a:lnTo>
                  <a:cubicBezTo>
                    <a:pt x="6721" y="168624"/>
                    <a:pt x="9619" y="172676"/>
                    <a:pt x="13923" y="174176"/>
                  </a:cubicBezTo>
                  <a:lnTo>
                    <a:pt x="209723" y="240211"/>
                  </a:lnTo>
                  <a:lnTo>
                    <a:pt x="209723" y="240211"/>
                  </a:lnTo>
                  <a:cubicBezTo>
                    <a:pt x="212963" y="241282"/>
                    <a:pt x="216524" y="240740"/>
                    <a:pt x="219295" y="238737"/>
                  </a:cubicBezTo>
                  <a:cubicBezTo>
                    <a:pt x="222087" y="236748"/>
                    <a:pt x="223733" y="233527"/>
                    <a:pt x="223713" y="230098"/>
                  </a:cubicBezTo>
                  <a:lnTo>
                    <a:pt x="223713" y="83562"/>
                  </a:lnTo>
                  <a:cubicBezTo>
                    <a:pt x="223727" y="78988"/>
                    <a:pt x="220815" y="74916"/>
                    <a:pt x="216484" y="73449"/>
                  </a:cubicBezTo>
                  <a:lnTo>
                    <a:pt x="20751" y="7414"/>
                  </a:lnTo>
                  <a:cubicBezTo>
                    <a:pt x="19647" y="7072"/>
                    <a:pt x="18496" y="6891"/>
                    <a:pt x="17337" y="6878"/>
                  </a:cubicBezTo>
                  <a:close/>
                </a:path>
              </a:pathLst>
            </a:custGeom>
            <a:solidFill>
              <a:srgbClr val="0D274D"/>
            </a:solidFill>
            <a:ln w="6694"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9751006B-A469-4DE1-F6E0-B46A3B5DFA24}"/>
                </a:ext>
              </a:extLst>
            </p:cNvPr>
            <p:cNvSpPr/>
            <p:nvPr/>
          </p:nvSpPr>
          <p:spPr>
            <a:xfrm>
              <a:off x="3311433" y="2072937"/>
              <a:ext cx="52743" cy="137112"/>
            </a:xfrm>
            <a:custGeom>
              <a:avLst/>
              <a:gdLst>
                <a:gd name="connsiteX0" fmla="*/ 51564 w 52743"/>
                <a:gd name="connsiteY0" fmla="*/ 25316 h 137112"/>
                <a:gd name="connsiteX1" fmla="*/ 41389 w 52743"/>
                <a:gd name="connsiteY1" fmla="*/ 95168 h 137112"/>
                <a:gd name="connsiteX2" fmla="*/ 52233 w 52743"/>
                <a:gd name="connsiteY2" fmla="*/ 127851 h 137112"/>
                <a:gd name="connsiteX3" fmla="*/ 48612 w 52743"/>
                <a:gd name="connsiteY3" fmla="*/ 136604 h 137112"/>
                <a:gd name="connsiteX4" fmla="*/ 45539 w 52743"/>
                <a:gd name="connsiteY4" fmla="*/ 137093 h 137112"/>
                <a:gd name="connsiteX5" fmla="*/ 31147 w 52743"/>
                <a:gd name="connsiteY5" fmla="*/ 137093 h 137112"/>
                <a:gd name="connsiteX6" fmla="*/ 25256 w 52743"/>
                <a:gd name="connsiteY6" fmla="*/ 133878 h 137112"/>
                <a:gd name="connsiteX7" fmla="*/ 2095 w 52743"/>
                <a:gd name="connsiteY7" fmla="*/ 98584 h 137112"/>
                <a:gd name="connsiteX8" fmla="*/ 288 w 52743"/>
                <a:gd name="connsiteY8" fmla="*/ 86261 h 137112"/>
                <a:gd name="connsiteX9" fmla="*/ 9860 w 52743"/>
                <a:gd name="connsiteY9" fmla="*/ 0 h 137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43" h="137112">
                  <a:moveTo>
                    <a:pt x="51564" y="25316"/>
                  </a:moveTo>
                  <a:lnTo>
                    <a:pt x="41389" y="95168"/>
                  </a:lnTo>
                  <a:lnTo>
                    <a:pt x="52233" y="127851"/>
                  </a:lnTo>
                  <a:cubicBezTo>
                    <a:pt x="53645" y="131266"/>
                    <a:pt x="52026" y="135184"/>
                    <a:pt x="48612" y="136604"/>
                  </a:cubicBezTo>
                  <a:cubicBezTo>
                    <a:pt x="47641" y="137006"/>
                    <a:pt x="46590" y="137174"/>
                    <a:pt x="45539" y="137093"/>
                  </a:cubicBezTo>
                  <a:lnTo>
                    <a:pt x="31147" y="137093"/>
                  </a:lnTo>
                  <a:cubicBezTo>
                    <a:pt x="28750" y="137153"/>
                    <a:pt x="26501" y="135928"/>
                    <a:pt x="25256" y="133878"/>
                  </a:cubicBezTo>
                  <a:lnTo>
                    <a:pt x="2095" y="98584"/>
                  </a:lnTo>
                  <a:cubicBezTo>
                    <a:pt x="201" y="94773"/>
                    <a:pt x="-429" y="90453"/>
                    <a:pt x="288" y="86261"/>
                  </a:cubicBezTo>
                  <a:lnTo>
                    <a:pt x="9860" y="0"/>
                  </a:lnTo>
                </a:path>
              </a:pathLst>
            </a:custGeom>
            <a:solidFill>
              <a:schemeClr val="bg2"/>
            </a:solidFill>
            <a:ln w="6694" cap="flat">
              <a:no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D33A3957-23A4-999D-029D-C8D469D1E429}"/>
                </a:ext>
              </a:extLst>
            </p:cNvPr>
            <p:cNvSpPr/>
            <p:nvPr/>
          </p:nvSpPr>
          <p:spPr>
            <a:xfrm>
              <a:off x="3308332" y="2069576"/>
              <a:ext cx="59218" cy="143803"/>
            </a:xfrm>
            <a:custGeom>
              <a:avLst/>
              <a:gdLst>
                <a:gd name="connsiteX0" fmla="*/ 48707 w 59218"/>
                <a:gd name="connsiteY0" fmla="*/ 143802 h 143803"/>
                <a:gd name="connsiteX1" fmla="*/ 34315 w 59218"/>
                <a:gd name="connsiteY1" fmla="*/ 143802 h 143803"/>
                <a:gd name="connsiteX2" fmla="*/ 25613 w 59218"/>
                <a:gd name="connsiteY2" fmla="*/ 139047 h 143803"/>
                <a:gd name="connsiteX3" fmla="*/ 2720 w 59218"/>
                <a:gd name="connsiteY3" fmla="*/ 103753 h 143803"/>
                <a:gd name="connsiteX4" fmla="*/ 310 w 59218"/>
                <a:gd name="connsiteY4" fmla="*/ 89086 h 143803"/>
                <a:gd name="connsiteX5" fmla="*/ 9882 w 59218"/>
                <a:gd name="connsiteY5" fmla="*/ 3026 h 143803"/>
                <a:gd name="connsiteX6" fmla="*/ 13564 w 59218"/>
                <a:gd name="connsiteY6" fmla="*/ 12 h 143803"/>
                <a:gd name="connsiteX7" fmla="*/ 16516 w 59218"/>
                <a:gd name="connsiteY7" fmla="*/ 3716 h 143803"/>
                <a:gd name="connsiteX8" fmla="*/ 16509 w 59218"/>
                <a:gd name="connsiteY8" fmla="*/ 3763 h 143803"/>
                <a:gd name="connsiteX9" fmla="*/ 6937 w 59218"/>
                <a:gd name="connsiteY9" fmla="*/ 89957 h 143803"/>
                <a:gd name="connsiteX10" fmla="*/ 8476 w 59218"/>
                <a:gd name="connsiteY10" fmla="*/ 100471 h 143803"/>
                <a:gd name="connsiteX11" fmla="*/ 31236 w 59218"/>
                <a:gd name="connsiteY11" fmla="*/ 135431 h 143803"/>
                <a:gd name="connsiteX12" fmla="*/ 34315 w 59218"/>
                <a:gd name="connsiteY12" fmla="*/ 137105 h 143803"/>
                <a:gd name="connsiteX13" fmla="*/ 48707 w 59218"/>
                <a:gd name="connsiteY13" fmla="*/ 137105 h 143803"/>
                <a:gd name="connsiteX14" fmla="*/ 51720 w 59218"/>
                <a:gd name="connsiteY14" fmla="*/ 135565 h 143803"/>
                <a:gd name="connsiteX15" fmla="*/ 52188 w 59218"/>
                <a:gd name="connsiteY15" fmla="*/ 132283 h 143803"/>
                <a:gd name="connsiteX16" fmla="*/ 41277 w 59218"/>
                <a:gd name="connsiteY16" fmla="*/ 99534 h 143803"/>
                <a:gd name="connsiteX17" fmla="*/ 41277 w 59218"/>
                <a:gd name="connsiteY17" fmla="*/ 97993 h 143803"/>
                <a:gd name="connsiteX18" fmla="*/ 51452 w 59218"/>
                <a:gd name="connsiteY18" fmla="*/ 28141 h 143803"/>
                <a:gd name="connsiteX19" fmla="*/ 55268 w 59218"/>
                <a:gd name="connsiteY19" fmla="*/ 25328 h 143803"/>
                <a:gd name="connsiteX20" fmla="*/ 58079 w 59218"/>
                <a:gd name="connsiteY20" fmla="*/ 29138 h 143803"/>
                <a:gd name="connsiteX21" fmla="*/ 58079 w 59218"/>
                <a:gd name="connsiteY21" fmla="*/ 29145 h 143803"/>
                <a:gd name="connsiteX22" fmla="*/ 48038 w 59218"/>
                <a:gd name="connsiteY22" fmla="*/ 98194 h 143803"/>
                <a:gd name="connsiteX23" fmla="*/ 58681 w 59218"/>
                <a:gd name="connsiteY23" fmla="*/ 130207 h 143803"/>
                <a:gd name="connsiteX24" fmla="*/ 57276 w 59218"/>
                <a:gd name="connsiteY24" fmla="*/ 139516 h 143803"/>
                <a:gd name="connsiteX25" fmla="*/ 48707 w 59218"/>
                <a:gd name="connsiteY25" fmla="*/ 143802 h 143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218" h="143803">
                  <a:moveTo>
                    <a:pt x="48707" y="143802"/>
                  </a:moveTo>
                  <a:lnTo>
                    <a:pt x="34315" y="143802"/>
                  </a:lnTo>
                  <a:cubicBezTo>
                    <a:pt x="30794" y="143796"/>
                    <a:pt x="27521" y="142007"/>
                    <a:pt x="25613" y="139047"/>
                  </a:cubicBezTo>
                  <a:lnTo>
                    <a:pt x="2720" y="103753"/>
                  </a:lnTo>
                  <a:cubicBezTo>
                    <a:pt x="330" y="99259"/>
                    <a:pt x="-520" y="94109"/>
                    <a:pt x="310" y="89086"/>
                  </a:cubicBezTo>
                  <a:lnTo>
                    <a:pt x="9882" y="3026"/>
                  </a:lnTo>
                  <a:cubicBezTo>
                    <a:pt x="10090" y="1191"/>
                    <a:pt x="11723" y="-142"/>
                    <a:pt x="13564" y="12"/>
                  </a:cubicBezTo>
                  <a:cubicBezTo>
                    <a:pt x="15398" y="220"/>
                    <a:pt x="16723" y="1874"/>
                    <a:pt x="16516" y="3716"/>
                  </a:cubicBezTo>
                  <a:cubicBezTo>
                    <a:pt x="16516" y="3729"/>
                    <a:pt x="16509" y="3749"/>
                    <a:pt x="16509" y="3763"/>
                  </a:cubicBezTo>
                  <a:lnTo>
                    <a:pt x="6937" y="89957"/>
                  </a:lnTo>
                  <a:cubicBezTo>
                    <a:pt x="6321" y="93533"/>
                    <a:pt x="6856" y="97216"/>
                    <a:pt x="8476" y="100471"/>
                  </a:cubicBezTo>
                  <a:lnTo>
                    <a:pt x="31236" y="135431"/>
                  </a:lnTo>
                  <a:cubicBezTo>
                    <a:pt x="31926" y="136462"/>
                    <a:pt x="33077" y="137092"/>
                    <a:pt x="34315" y="137105"/>
                  </a:cubicBezTo>
                  <a:lnTo>
                    <a:pt x="48707" y="137105"/>
                  </a:lnTo>
                  <a:cubicBezTo>
                    <a:pt x="49899" y="137092"/>
                    <a:pt x="51010" y="136523"/>
                    <a:pt x="51720" y="135565"/>
                  </a:cubicBezTo>
                  <a:cubicBezTo>
                    <a:pt x="52409" y="134614"/>
                    <a:pt x="52583" y="133388"/>
                    <a:pt x="52188" y="132283"/>
                  </a:cubicBezTo>
                  <a:lnTo>
                    <a:pt x="41277" y="99534"/>
                  </a:lnTo>
                  <a:cubicBezTo>
                    <a:pt x="41177" y="99024"/>
                    <a:pt x="41177" y="98502"/>
                    <a:pt x="41277" y="97993"/>
                  </a:cubicBezTo>
                  <a:lnTo>
                    <a:pt x="51452" y="28141"/>
                  </a:lnTo>
                  <a:cubicBezTo>
                    <a:pt x="51760" y="26326"/>
                    <a:pt x="53447" y="25087"/>
                    <a:pt x="55268" y="25328"/>
                  </a:cubicBezTo>
                  <a:cubicBezTo>
                    <a:pt x="57095" y="25602"/>
                    <a:pt x="58353" y="27310"/>
                    <a:pt x="58079" y="29138"/>
                  </a:cubicBezTo>
                  <a:cubicBezTo>
                    <a:pt x="58079" y="29138"/>
                    <a:pt x="58079" y="29145"/>
                    <a:pt x="58079" y="29145"/>
                  </a:cubicBezTo>
                  <a:lnTo>
                    <a:pt x="48038" y="98194"/>
                  </a:lnTo>
                  <a:lnTo>
                    <a:pt x="58681" y="130207"/>
                  </a:lnTo>
                  <a:cubicBezTo>
                    <a:pt x="59739" y="133355"/>
                    <a:pt x="59217" y="136824"/>
                    <a:pt x="57276" y="139516"/>
                  </a:cubicBezTo>
                  <a:cubicBezTo>
                    <a:pt x="55281" y="142249"/>
                    <a:pt x="52088" y="143843"/>
                    <a:pt x="48707" y="143802"/>
                  </a:cubicBezTo>
                  <a:close/>
                </a:path>
              </a:pathLst>
            </a:custGeom>
            <a:solidFill>
              <a:srgbClr val="0D274D"/>
            </a:solidFill>
            <a:ln w="6694"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974ED009-C3E6-A53D-AA00-4B4F1DDD5000}"/>
                </a:ext>
              </a:extLst>
            </p:cNvPr>
            <p:cNvSpPr/>
            <p:nvPr/>
          </p:nvSpPr>
          <p:spPr>
            <a:xfrm>
              <a:off x="3541994" y="2072937"/>
              <a:ext cx="71893" cy="370693"/>
            </a:xfrm>
            <a:custGeom>
              <a:avLst/>
              <a:gdLst>
                <a:gd name="connsiteX0" fmla="*/ 4083 w 71893"/>
                <a:gd name="connsiteY0" fmla="*/ 0 h 370693"/>
                <a:gd name="connsiteX1" fmla="*/ 71893 w 71893"/>
                <a:gd name="connsiteY1" fmla="*/ 370694 h 370693"/>
                <a:gd name="connsiteX2" fmla="*/ 0 w 71893"/>
                <a:gd name="connsiteY2" fmla="*/ 68513 h 370693"/>
              </a:gdLst>
              <a:ahLst/>
              <a:cxnLst>
                <a:cxn ang="0">
                  <a:pos x="connsiteX0" y="connsiteY0"/>
                </a:cxn>
                <a:cxn ang="0">
                  <a:pos x="connsiteX1" y="connsiteY1"/>
                </a:cxn>
                <a:cxn ang="0">
                  <a:pos x="connsiteX2" y="connsiteY2"/>
                </a:cxn>
              </a:cxnLst>
              <a:rect l="l" t="t" r="r" b="b"/>
              <a:pathLst>
                <a:path w="71893" h="370693">
                  <a:moveTo>
                    <a:pt x="4083" y="0"/>
                  </a:moveTo>
                  <a:cubicBezTo>
                    <a:pt x="4083" y="0"/>
                    <a:pt x="58706" y="248670"/>
                    <a:pt x="71893" y="370694"/>
                  </a:cubicBezTo>
                  <a:lnTo>
                    <a:pt x="0" y="68513"/>
                  </a:lnTo>
                  <a:close/>
                </a:path>
              </a:pathLst>
            </a:custGeom>
            <a:solidFill>
              <a:srgbClr val="0D274D"/>
            </a:solidFill>
            <a:ln w="6694"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B52F7A8E-CA52-2579-4EB2-1900C1F6C537}"/>
                </a:ext>
              </a:extLst>
            </p:cNvPr>
            <p:cNvSpPr/>
            <p:nvPr/>
          </p:nvSpPr>
          <p:spPr>
            <a:xfrm>
              <a:off x="3411394" y="2855446"/>
              <a:ext cx="105229" cy="18806"/>
            </a:xfrm>
            <a:custGeom>
              <a:avLst/>
              <a:gdLst>
                <a:gd name="connsiteX0" fmla="*/ 0 w 105229"/>
                <a:gd name="connsiteY0" fmla="*/ 0 h 18806"/>
                <a:gd name="connsiteX1" fmla="*/ 105230 w 105229"/>
                <a:gd name="connsiteY1" fmla="*/ 18552 h 18806"/>
                <a:gd name="connsiteX2" fmla="*/ 105230 w 105229"/>
                <a:gd name="connsiteY2" fmla="*/ 0 h 18806"/>
              </a:gdLst>
              <a:ahLst/>
              <a:cxnLst>
                <a:cxn ang="0">
                  <a:pos x="connsiteX0" y="connsiteY0"/>
                </a:cxn>
                <a:cxn ang="0">
                  <a:pos x="connsiteX1" y="connsiteY1"/>
                </a:cxn>
                <a:cxn ang="0">
                  <a:pos x="connsiteX2" y="connsiteY2"/>
                </a:cxn>
              </a:cxnLst>
              <a:rect l="l" t="t" r="r" b="b"/>
              <a:pathLst>
                <a:path w="105229" h="18806">
                  <a:moveTo>
                    <a:pt x="0" y="0"/>
                  </a:moveTo>
                  <a:cubicBezTo>
                    <a:pt x="0" y="0"/>
                    <a:pt x="72496" y="21364"/>
                    <a:pt x="105230" y="18552"/>
                  </a:cubicBezTo>
                  <a:lnTo>
                    <a:pt x="105230" y="0"/>
                  </a:lnTo>
                  <a:close/>
                </a:path>
              </a:pathLst>
            </a:custGeom>
            <a:solidFill>
              <a:srgbClr val="0D274D"/>
            </a:solidFill>
            <a:ln w="6694"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0250F2B8-9F3D-0EC9-4DB1-50C173B75220}"/>
                </a:ext>
              </a:extLst>
            </p:cNvPr>
            <p:cNvSpPr/>
            <p:nvPr/>
          </p:nvSpPr>
          <p:spPr>
            <a:xfrm>
              <a:off x="3741475" y="2855446"/>
              <a:ext cx="107706" cy="18806"/>
            </a:xfrm>
            <a:custGeom>
              <a:avLst/>
              <a:gdLst>
                <a:gd name="connsiteX0" fmla="*/ 0 w 107706"/>
                <a:gd name="connsiteY0" fmla="*/ 0 h 18806"/>
                <a:gd name="connsiteX1" fmla="*/ 107707 w 107706"/>
                <a:gd name="connsiteY1" fmla="*/ 18552 h 18806"/>
                <a:gd name="connsiteX2" fmla="*/ 101347 w 107706"/>
                <a:gd name="connsiteY2" fmla="*/ 0 h 18806"/>
              </a:gdLst>
              <a:ahLst/>
              <a:cxnLst>
                <a:cxn ang="0">
                  <a:pos x="connsiteX0" y="connsiteY0"/>
                </a:cxn>
                <a:cxn ang="0">
                  <a:pos x="connsiteX1" y="connsiteY1"/>
                </a:cxn>
                <a:cxn ang="0">
                  <a:pos x="connsiteX2" y="connsiteY2"/>
                </a:cxn>
              </a:cxnLst>
              <a:rect l="l" t="t" r="r" b="b"/>
              <a:pathLst>
                <a:path w="107706" h="18806">
                  <a:moveTo>
                    <a:pt x="0" y="0"/>
                  </a:moveTo>
                  <a:cubicBezTo>
                    <a:pt x="0" y="0"/>
                    <a:pt x="74973" y="21364"/>
                    <a:pt x="107707" y="18552"/>
                  </a:cubicBezTo>
                  <a:lnTo>
                    <a:pt x="101347" y="0"/>
                  </a:lnTo>
                  <a:close/>
                </a:path>
              </a:pathLst>
            </a:custGeom>
            <a:solidFill>
              <a:srgbClr val="0D274D"/>
            </a:solidFill>
            <a:ln w="6694"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9E4B41B4-BFB9-5AD4-7168-01294D60993C}"/>
                </a:ext>
              </a:extLst>
            </p:cNvPr>
            <p:cNvSpPr/>
            <p:nvPr/>
          </p:nvSpPr>
          <p:spPr>
            <a:xfrm>
              <a:off x="3385355" y="1636409"/>
              <a:ext cx="28047" cy="308074"/>
            </a:xfrm>
            <a:custGeom>
              <a:avLst/>
              <a:gdLst>
                <a:gd name="connsiteX0" fmla="*/ 0 w 28047"/>
                <a:gd name="connsiteY0" fmla="*/ 308074 h 308074"/>
                <a:gd name="connsiteX1" fmla="*/ 28048 w 28047"/>
                <a:gd name="connsiteY1" fmla="*/ 308074 h 308074"/>
                <a:gd name="connsiteX2" fmla="*/ 4953 w 28047"/>
                <a:gd name="connsiteY2" fmla="*/ 0 h 308074"/>
              </a:gdLst>
              <a:ahLst/>
              <a:cxnLst>
                <a:cxn ang="0">
                  <a:pos x="connsiteX0" y="connsiteY0"/>
                </a:cxn>
                <a:cxn ang="0">
                  <a:pos x="connsiteX1" y="connsiteY1"/>
                </a:cxn>
                <a:cxn ang="0">
                  <a:pos x="connsiteX2" y="connsiteY2"/>
                </a:cxn>
              </a:cxnLst>
              <a:rect l="l" t="t" r="r" b="b"/>
              <a:pathLst>
                <a:path w="28047" h="308074">
                  <a:moveTo>
                    <a:pt x="0" y="308074"/>
                  </a:moveTo>
                  <a:lnTo>
                    <a:pt x="28048" y="308074"/>
                  </a:lnTo>
                  <a:cubicBezTo>
                    <a:pt x="28048" y="308074"/>
                    <a:pt x="9706" y="97713"/>
                    <a:pt x="4953" y="0"/>
                  </a:cubicBezTo>
                  <a:close/>
                </a:path>
              </a:pathLst>
            </a:custGeom>
            <a:solidFill>
              <a:srgbClr val="0D274D"/>
            </a:solidFill>
            <a:ln w="6694"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D8033B9F-886D-FD5A-910A-FD6ED56D65DA}"/>
                </a:ext>
              </a:extLst>
            </p:cNvPr>
            <p:cNvSpPr/>
            <p:nvPr/>
          </p:nvSpPr>
          <p:spPr>
            <a:xfrm>
              <a:off x="3425610" y="1256555"/>
              <a:ext cx="169417" cy="225886"/>
            </a:xfrm>
            <a:custGeom>
              <a:avLst/>
              <a:gdLst>
                <a:gd name="connsiteX0" fmla="*/ 28492 w 169417"/>
                <a:gd name="connsiteY0" fmla="*/ 208739 h 225886"/>
                <a:gd name="connsiteX1" fmla="*/ 38332 w 169417"/>
                <a:gd name="connsiteY1" fmla="*/ 215436 h 225886"/>
                <a:gd name="connsiteX2" fmla="*/ 112569 w 169417"/>
                <a:gd name="connsiteY2" fmla="*/ 211887 h 225886"/>
                <a:gd name="connsiteX3" fmla="*/ 116384 w 169417"/>
                <a:gd name="connsiteY3" fmla="*/ 208806 h 225886"/>
                <a:gd name="connsiteX4" fmla="*/ 114577 w 169417"/>
                <a:gd name="connsiteY4" fmla="*/ 175319 h 225886"/>
                <a:gd name="connsiteX5" fmla="*/ 169066 w 169417"/>
                <a:gd name="connsiteY5" fmla="*/ 107677 h 225886"/>
                <a:gd name="connsiteX6" fmla="*/ 163041 w 169417"/>
                <a:gd name="connsiteY6" fmla="*/ 49411 h 225886"/>
                <a:gd name="connsiteX7" fmla="*/ 146842 w 169417"/>
                <a:gd name="connsiteY7" fmla="*/ 10835 h 225886"/>
                <a:gd name="connsiteX8" fmla="*/ 118593 w 169417"/>
                <a:gd name="connsiteY8" fmla="*/ 521 h 225886"/>
                <a:gd name="connsiteX9" fmla="*/ 45830 w 169417"/>
                <a:gd name="connsiteY9" fmla="*/ 13915 h 225886"/>
                <a:gd name="connsiteX10" fmla="*/ 5197 w 169417"/>
                <a:gd name="connsiteY10" fmla="*/ 117321 h 225886"/>
                <a:gd name="connsiteX11" fmla="*/ 28425 w 169417"/>
                <a:gd name="connsiteY11" fmla="*/ 178065 h 225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9417" h="225886">
                  <a:moveTo>
                    <a:pt x="28492" y="208739"/>
                  </a:moveTo>
                  <a:lnTo>
                    <a:pt x="38332" y="215436"/>
                  </a:lnTo>
                  <a:cubicBezTo>
                    <a:pt x="61199" y="230585"/>
                    <a:pt x="91248" y="229145"/>
                    <a:pt x="112569" y="211887"/>
                  </a:cubicBezTo>
                  <a:lnTo>
                    <a:pt x="116384" y="208806"/>
                  </a:lnTo>
                  <a:lnTo>
                    <a:pt x="114577" y="175319"/>
                  </a:lnTo>
                  <a:cubicBezTo>
                    <a:pt x="148281" y="171669"/>
                    <a:pt x="172661" y="141404"/>
                    <a:pt x="169066" y="107677"/>
                  </a:cubicBezTo>
                  <a:lnTo>
                    <a:pt x="163041" y="49411"/>
                  </a:lnTo>
                  <a:cubicBezTo>
                    <a:pt x="161334" y="35293"/>
                    <a:pt x="155725" y="21932"/>
                    <a:pt x="146842" y="10835"/>
                  </a:cubicBezTo>
                  <a:cubicBezTo>
                    <a:pt x="140041" y="2456"/>
                    <a:pt x="129190" y="-1502"/>
                    <a:pt x="118593" y="521"/>
                  </a:cubicBezTo>
                  <a:lnTo>
                    <a:pt x="45830" y="13915"/>
                  </a:lnTo>
                  <a:cubicBezTo>
                    <a:pt x="7138" y="26439"/>
                    <a:pt x="-9262" y="79348"/>
                    <a:pt x="5197" y="117321"/>
                  </a:cubicBezTo>
                  <a:lnTo>
                    <a:pt x="28425" y="178065"/>
                  </a:lnTo>
                  <a:close/>
                </a:path>
              </a:pathLst>
            </a:custGeom>
            <a:solidFill>
              <a:schemeClr val="bg2"/>
            </a:solidFill>
            <a:ln w="6694"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832B596E-F8D4-70C0-6A38-278BEC6F534C}"/>
                </a:ext>
              </a:extLst>
            </p:cNvPr>
            <p:cNvSpPr/>
            <p:nvPr/>
          </p:nvSpPr>
          <p:spPr>
            <a:xfrm>
              <a:off x="3422685" y="1252849"/>
              <a:ext cx="176299" cy="232939"/>
            </a:xfrm>
            <a:custGeom>
              <a:avLst/>
              <a:gdLst>
                <a:gd name="connsiteX0" fmla="*/ 76267 w 176299"/>
                <a:gd name="connsiteY0" fmla="*/ 232939 h 232939"/>
                <a:gd name="connsiteX1" fmla="*/ 39717 w 176299"/>
                <a:gd name="connsiteY1" fmla="*/ 221822 h 232939"/>
                <a:gd name="connsiteX2" fmla="*/ 29810 w 176299"/>
                <a:gd name="connsiteY2" fmla="*/ 215125 h 232939"/>
                <a:gd name="connsiteX3" fmla="*/ 28338 w 176299"/>
                <a:gd name="connsiteY3" fmla="*/ 212379 h 232939"/>
                <a:gd name="connsiteX4" fmla="*/ 28338 w 176299"/>
                <a:gd name="connsiteY4" fmla="*/ 182375 h 232939"/>
                <a:gd name="connsiteX5" fmla="*/ 5377 w 176299"/>
                <a:gd name="connsiteY5" fmla="*/ 122100 h 232939"/>
                <a:gd name="connsiteX6" fmla="*/ 9059 w 176299"/>
                <a:gd name="connsiteY6" fmla="*/ 50573 h 232939"/>
                <a:gd name="connsiteX7" fmla="*/ 48085 w 176299"/>
                <a:gd name="connsiteY7" fmla="*/ 14341 h 232939"/>
                <a:gd name="connsiteX8" fmla="*/ 121183 w 176299"/>
                <a:gd name="connsiteY8" fmla="*/ 611 h 232939"/>
                <a:gd name="connsiteX9" fmla="*/ 152712 w 176299"/>
                <a:gd name="connsiteY9" fmla="*/ 12131 h 232939"/>
                <a:gd name="connsiteX10" fmla="*/ 169648 w 176299"/>
                <a:gd name="connsiteY10" fmla="*/ 52314 h 232939"/>
                <a:gd name="connsiteX11" fmla="*/ 175941 w 176299"/>
                <a:gd name="connsiteY11" fmla="*/ 110714 h 232939"/>
                <a:gd name="connsiteX12" fmla="*/ 121585 w 176299"/>
                <a:gd name="connsiteY12" fmla="*/ 181705 h 232939"/>
                <a:gd name="connsiteX13" fmla="*/ 123258 w 176299"/>
                <a:gd name="connsiteY13" fmla="*/ 211910 h 232939"/>
                <a:gd name="connsiteX14" fmla="*/ 122054 w 176299"/>
                <a:gd name="connsiteY14" fmla="*/ 214656 h 232939"/>
                <a:gd name="connsiteX15" fmla="*/ 118238 w 176299"/>
                <a:gd name="connsiteY15" fmla="*/ 217803 h 232939"/>
                <a:gd name="connsiteX16" fmla="*/ 76267 w 176299"/>
                <a:gd name="connsiteY16" fmla="*/ 232939 h 232939"/>
                <a:gd name="connsiteX17" fmla="*/ 34965 w 176299"/>
                <a:gd name="connsiteY17" fmla="*/ 210637 h 232939"/>
                <a:gd name="connsiteX18" fmla="*/ 43399 w 176299"/>
                <a:gd name="connsiteY18" fmla="*/ 216263 h 232939"/>
                <a:gd name="connsiteX19" fmla="*/ 113686 w 176299"/>
                <a:gd name="connsiteY19" fmla="*/ 212915 h 232939"/>
                <a:gd name="connsiteX20" fmla="*/ 116163 w 176299"/>
                <a:gd name="connsiteY20" fmla="*/ 210905 h 232939"/>
                <a:gd name="connsiteX21" fmla="*/ 114423 w 176299"/>
                <a:gd name="connsiteY21" fmla="*/ 179294 h 232939"/>
                <a:gd name="connsiteX22" fmla="*/ 117368 w 176299"/>
                <a:gd name="connsiteY22" fmla="*/ 175745 h 232939"/>
                <a:gd name="connsiteX23" fmla="*/ 168912 w 176299"/>
                <a:gd name="connsiteY23" fmla="*/ 111719 h 232939"/>
                <a:gd name="connsiteX24" fmla="*/ 162619 w 176299"/>
                <a:gd name="connsiteY24" fmla="*/ 53118 h 232939"/>
                <a:gd name="connsiteX25" fmla="*/ 147223 w 176299"/>
                <a:gd name="connsiteY25" fmla="*/ 16283 h 232939"/>
                <a:gd name="connsiteX26" fmla="*/ 122121 w 176299"/>
                <a:gd name="connsiteY26" fmla="*/ 7108 h 232939"/>
                <a:gd name="connsiteX27" fmla="*/ 49357 w 176299"/>
                <a:gd name="connsiteY27" fmla="*/ 20502 h 232939"/>
                <a:gd name="connsiteX28" fmla="*/ 14749 w 176299"/>
                <a:gd name="connsiteY28" fmla="*/ 53185 h 232939"/>
                <a:gd name="connsiteX29" fmla="*/ 11335 w 176299"/>
                <a:gd name="connsiteY29" fmla="*/ 120090 h 232939"/>
                <a:gd name="connsiteX30" fmla="*/ 34496 w 176299"/>
                <a:gd name="connsiteY30" fmla="*/ 180835 h 232939"/>
                <a:gd name="connsiteX31" fmla="*/ 34496 w 176299"/>
                <a:gd name="connsiteY31" fmla="*/ 181973 h 23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6299" h="232939">
                  <a:moveTo>
                    <a:pt x="76267" y="232939"/>
                  </a:moveTo>
                  <a:cubicBezTo>
                    <a:pt x="63253" y="232926"/>
                    <a:pt x="50535" y="229055"/>
                    <a:pt x="39717" y="221822"/>
                  </a:cubicBezTo>
                  <a:lnTo>
                    <a:pt x="29810" y="215125"/>
                  </a:lnTo>
                  <a:cubicBezTo>
                    <a:pt x="28887" y="214515"/>
                    <a:pt x="28338" y="213484"/>
                    <a:pt x="28338" y="212379"/>
                  </a:cubicBezTo>
                  <a:lnTo>
                    <a:pt x="28338" y="182375"/>
                  </a:lnTo>
                  <a:lnTo>
                    <a:pt x="5377" y="122100"/>
                  </a:lnTo>
                  <a:cubicBezTo>
                    <a:pt x="-2903" y="98706"/>
                    <a:pt x="-1578" y="72989"/>
                    <a:pt x="9059" y="50573"/>
                  </a:cubicBezTo>
                  <a:cubicBezTo>
                    <a:pt x="16503" y="33615"/>
                    <a:pt x="30627" y="20502"/>
                    <a:pt x="48085" y="14341"/>
                  </a:cubicBezTo>
                  <a:lnTo>
                    <a:pt x="121183" y="611"/>
                  </a:lnTo>
                  <a:cubicBezTo>
                    <a:pt x="133018" y="-1719"/>
                    <a:pt x="145161" y="2721"/>
                    <a:pt x="152712" y="12131"/>
                  </a:cubicBezTo>
                  <a:cubicBezTo>
                    <a:pt x="162017" y="23670"/>
                    <a:pt x="167888" y="37594"/>
                    <a:pt x="169648" y="52314"/>
                  </a:cubicBezTo>
                  <a:lnTo>
                    <a:pt x="175941" y="110714"/>
                  </a:lnTo>
                  <a:cubicBezTo>
                    <a:pt x="179542" y="145065"/>
                    <a:pt x="155671" y="176240"/>
                    <a:pt x="121585" y="181705"/>
                  </a:cubicBezTo>
                  <a:lnTo>
                    <a:pt x="123258" y="211910"/>
                  </a:lnTo>
                  <a:cubicBezTo>
                    <a:pt x="123325" y="212968"/>
                    <a:pt x="122877" y="213986"/>
                    <a:pt x="122054" y="214656"/>
                  </a:cubicBezTo>
                  <a:lnTo>
                    <a:pt x="118238" y="217803"/>
                  </a:lnTo>
                  <a:cubicBezTo>
                    <a:pt x="106430" y="227568"/>
                    <a:pt x="91589" y="232919"/>
                    <a:pt x="76267" y="232939"/>
                  </a:cubicBezTo>
                  <a:close/>
                  <a:moveTo>
                    <a:pt x="34965" y="210637"/>
                  </a:moveTo>
                  <a:lnTo>
                    <a:pt x="43399" y="216263"/>
                  </a:lnTo>
                  <a:cubicBezTo>
                    <a:pt x="65028" y="230676"/>
                    <a:pt x="93524" y="229316"/>
                    <a:pt x="113686" y="212915"/>
                  </a:cubicBezTo>
                  <a:lnTo>
                    <a:pt x="116163" y="210905"/>
                  </a:lnTo>
                  <a:lnTo>
                    <a:pt x="114423" y="179294"/>
                  </a:lnTo>
                  <a:cubicBezTo>
                    <a:pt x="114302" y="177513"/>
                    <a:pt x="115601" y="175952"/>
                    <a:pt x="117368" y="175745"/>
                  </a:cubicBezTo>
                  <a:cubicBezTo>
                    <a:pt x="149272" y="172302"/>
                    <a:pt x="172352" y="143638"/>
                    <a:pt x="168912" y="111719"/>
                  </a:cubicBezTo>
                  <a:lnTo>
                    <a:pt x="162619" y="53118"/>
                  </a:lnTo>
                  <a:cubicBezTo>
                    <a:pt x="160973" y="39656"/>
                    <a:pt x="155644" y="26911"/>
                    <a:pt x="147223" y="16283"/>
                  </a:cubicBezTo>
                  <a:cubicBezTo>
                    <a:pt x="141172" y="8849"/>
                    <a:pt x="131539" y="5326"/>
                    <a:pt x="122121" y="7108"/>
                  </a:cubicBezTo>
                  <a:lnTo>
                    <a:pt x="49357" y="20502"/>
                  </a:lnTo>
                  <a:cubicBezTo>
                    <a:pt x="33854" y="26221"/>
                    <a:pt x="21349" y="38029"/>
                    <a:pt x="14749" y="53185"/>
                  </a:cubicBezTo>
                  <a:cubicBezTo>
                    <a:pt x="4735" y="74141"/>
                    <a:pt x="3510" y="98224"/>
                    <a:pt x="11335" y="120090"/>
                  </a:cubicBezTo>
                  <a:lnTo>
                    <a:pt x="34496" y="180835"/>
                  </a:lnTo>
                  <a:cubicBezTo>
                    <a:pt x="34596" y="181210"/>
                    <a:pt x="34596" y="181598"/>
                    <a:pt x="34496" y="181973"/>
                  </a:cubicBezTo>
                  <a:close/>
                </a:path>
              </a:pathLst>
            </a:custGeom>
            <a:solidFill>
              <a:srgbClr val="0D274D"/>
            </a:solidFill>
            <a:ln w="6694"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104F9AB6-71CE-4DD4-39FA-028DAE0F3775}"/>
                </a:ext>
              </a:extLst>
            </p:cNvPr>
            <p:cNvSpPr/>
            <p:nvPr/>
          </p:nvSpPr>
          <p:spPr>
            <a:xfrm>
              <a:off x="3451826" y="1284133"/>
              <a:ext cx="148564" cy="165824"/>
            </a:xfrm>
            <a:custGeom>
              <a:avLst/>
              <a:gdLst>
                <a:gd name="connsiteX0" fmla="*/ 0 w 148564"/>
                <a:gd name="connsiteY0" fmla="*/ 45340 h 165824"/>
                <a:gd name="connsiteX1" fmla="*/ 33002 w 148564"/>
                <a:gd name="connsiteY1" fmla="*/ 128587 h 165824"/>
                <a:gd name="connsiteX2" fmla="*/ 92712 w 148564"/>
                <a:gd name="connsiteY2" fmla="*/ 165824 h 165824"/>
                <a:gd name="connsiteX3" fmla="*/ 145728 w 148564"/>
                <a:gd name="connsiteY3" fmla="*/ 136222 h 165824"/>
                <a:gd name="connsiteX4" fmla="*/ 144390 w 148564"/>
                <a:gd name="connsiteY4" fmla="*/ 84118 h 165824"/>
                <a:gd name="connsiteX5" fmla="*/ 87558 w 148564"/>
                <a:gd name="connsiteY5" fmla="*/ 89141 h 165824"/>
                <a:gd name="connsiteX6" fmla="*/ 36014 w 148564"/>
                <a:gd name="connsiteY6" fmla="*/ 63892 h 165824"/>
                <a:gd name="connsiteX7" fmla="*/ 28383 w 148564"/>
                <a:gd name="connsiteY7" fmla="*/ 0 h 16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564" h="165824">
                  <a:moveTo>
                    <a:pt x="0" y="45340"/>
                  </a:moveTo>
                  <a:cubicBezTo>
                    <a:pt x="23898" y="57596"/>
                    <a:pt x="28048" y="115729"/>
                    <a:pt x="33002" y="128587"/>
                  </a:cubicBezTo>
                  <a:cubicBezTo>
                    <a:pt x="41034" y="149684"/>
                    <a:pt x="47996" y="165824"/>
                    <a:pt x="92712" y="165824"/>
                  </a:cubicBezTo>
                  <a:cubicBezTo>
                    <a:pt x="111121" y="165824"/>
                    <a:pt x="136892" y="157453"/>
                    <a:pt x="145728" y="136222"/>
                  </a:cubicBezTo>
                  <a:cubicBezTo>
                    <a:pt x="151218" y="122828"/>
                    <a:pt x="147603" y="91552"/>
                    <a:pt x="144390" y="84118"/>
                  </a:cubicBezTo>
                  <a:cubicBezTo>
                    <a:pt x="141177" y="84118"/>
                    <a:pt x="101682" y="89141"/>
                    <a:pt x="87558" y="89141"/>
                  </a:cubicBezTo>
                  <a:cubicBezTo>
                    <a:pt x="62656" y="89141"/>
                    <a:pt x="41771" y="88203"/>
                    <a:pt x="36014" y="63892"/>
                  </a:cubicBezTo>
                  <a:cubicBezTo>
                    <a:pt x="33002" y="51301"/>
                    <a:pt x="28383" y="0"/>
                    <a:pt x="28383" y="0"/>
                  </a:cubicBezTo>
                  <a:close/>
                </a:path>
              </a:pathLst>
            </a:custGeom>
            <a:solidFill>
              <a:srgbClr val="0D274D"/>
            </a:solidFill>
            <a:ln w="6694"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E40EC1DC-379D-B946-931F-F1C633036195}"/>
                </a:ext>
              </a:extLst>
            </p:cNvPr>
            <p:cNvSpPr/>
            <p:nvPr/>
          </p:nvSpPr>
          <p:spPr>
            <a:xfrm>
              <a:off x="3448478" y="1280680"/>
              <a:ext cx="155232" cy="172626"/>
            </a:xfrm>
            <a:custGeom>
              <a:avLst/>
              <a:gdLst>
                <a:gd name="connsiteX0" fmla="*/ 96060 w 155232"/>
                <a:gd name="connsiteY0" fmla="*/ 172626 h 172626"/>
                <a:gd name="connsiteX1" fmla="*/ 33203 w 155232"/>
                <a:gd name="connsiteY1" fmla="*/ 133246 h 172626"/>
                <a:gd name="connsiteX2" fmla="*/ 29120 w 155232"/>
                <a:gd name="connsiteY2" fmla="*/ 115900 h 172626"/>
                <a:gd name="connsiteX3" fmla="*/ 1809 w 155232"/>
                <a:gd name="connsiteY3" fmla="*/ 51808 h 172626"/>
                <a:gd name="connsiteX4" fmla="*/ 135 w 155232"/>
                <a:gd name="connsiteY4" fmla="*/ 49731 h 172626"/>
                <a:gd name="connsiteX5" fmla="*/ 470 w 155232"/>
                <a:gd name="connsiteY5" fmla="*/ 47053 h 172626"/>
                <a:gd name="connsiteX6" fmla="*/ 28852 w 155232"/>
                <a:gd name="connsiteY6" fmla="*/ 1712 h 172626"/>
                <a:gd name="connsiteX7" fmla="*/ 33304 w 155232"/>
                <a:gd name="connsiteY7" fmla="*/ 399 h 172626"/>
                <a:gd name="connsiteX8" fmla="*/ 35011 w 155232"/>
                <a:gd name="connsiteY8" fmla="*/ 3185 h 172626"/>
                <a:gd name="connsiteX9" fmla="*/ 42575 w 155232"/>
                <a:gd name="connsiteY9" fmla="*/ 66609 h 172626"/>
                <a:gd name="connsiteX10" fmla="*/ 90906 w 155232"/>
                <a:gd name="connsiteY10" fmla="*/ 89245 h 172626"/>
                <a:gd name="connsiteX11" fmla="*/ 131471 w 155232"/>
                <a:gd name="connsiteY11" fmla="*/ 85763 h 172626"/>
                <a:gd name="connsiteX12" fmla="*/ 147939 w 155232"/>
                <a:gd name="connsiteY12" fmla="*/ 84222 h 172626"/>
                <a:gd name="connsiteX13" fmla="*/ 150817 w 155232"/>
                <a:gd name="connsiteY13" fmla="*/ 86232 h 172626"/>
                <a:gd name="connsiteX14" fmla="*/ 152156 w 155232"/>
                <a:gd name="connsiteY14" fmla="*/ 140948 h 172626"/>
                <a:gd name="connsiteX15" fmla="*/ 96060 w 155232"/>
                <a:gd name="connsiteY15" fmla="*/ 172626 h 172626"/>
                <a:gd name="connsiteX16" fmla="*/ 7967 w 155232"/>
                <a:gd name="connsiteY16" fmla="*/ 47722 h 172626"/>
                <a:gd name="connsiteX17" fmla="*/ 35747 w 155232"/>
                <a:gd name="connsiteY17" fmla="*/ 114695 h 172626"/>
                <a:gd name="connsiteX18" fmla="*/ 39429 w 155232"/>
                <a:gd name="connsiteY18" fmla="*/ 130902 h 172626"/>
                <a:gd name="connsiteX19" fmla="*/ 96060 w 155232"/>
                <a:gd name="connsiteY19" fmla="*/ 165996 h 172626"/>
                <a:gd name="connsiteX20" fmla="*/ 145997 w 155232"/>
                <a:gd name="connsiteY20" fmla="*/ 138470 h 172626"/>
                <a:gd name="connsiteX21" fmla="*/ 145395 w 155232"/>
                <a:gd name="connsiteY21" fmla="*/ 91121 h 172626"/>
                <a:gd name="connsiteX22" fmla="*/ 132007 w 155232"/>
                <a:gd name="connsiteY22" fmla="*/ 92460 h 172626"/>
                <a:gd name="connsiteX23" fmla="*/ 90705 w 155232"/>
                <a:gd name="connsiteY23" fmla="*/ 96010 h 172626"/>
                <a:gd name="connsiteX24" fmla="*/ 35881 w 155232"/>
                <a:gd name="connsiteY24" fmla="*/ 68216 h 172626"/>
                <a:gd name="connsiteX25" fmla="*/ 29187 w 155232"/>
                <a:gd name="connsiteY25" fmla="*/ 13700 h 172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232" h="172626">
                  <a:moveTo>
                    <a:pt x="96060" y="172626"/>
                  </a:moveTo>
                  <a:cubicBezTo>
                    <a:pt x="48265" y="172626"/>
                    <a:pt x="40969" y="153539"/>
                    <a:pt x="33203" y="133246"/>
                  </a:cubicBezTo>
                  <a:cubicBezTo>
                    <a:pt x="31449" y="127567"/>
                    <a:pt x="30084" y="121767"/>
                    <a:pt x="29120" y="115900"/>
                  </a:cubicBezTo>
                  <a:cubicBezTo>
                    <a:pt x="25104" y="95072"/>
                    <a:pt x="18276" y="60246"/>
                    <a:pt x="1809" y="51808"/>
                  </a:cubicBezTo>
                  <a:cubicBezTo>
                    <a:pt x="985" y="51386"/>
                    <a:pt x="376" y="50629"/>
                    <a:pt x="135" y="49731"/>
                  </a:cubicBezTo>
                  <a:cubicBezTo>
                    <a:pt x="-126" y="48827"/>
                    <a:pt x="-5" y="47863"/>
                    <a:pt x="470" y="47053"/>
                  </a:cubicBezTo>
                  <a:lnTo>
                    <a:pt x="28852" y="1712"/>
                  </a:lnTo>
                  <a:cubicBezTo>
                    <a:pt x="29716" y="118"/>
                    <a:pt x="31711" y="-465"/>
                    <a:pt x="33304" y="399"/>
                  </a:cubicBezTo>
                  <a:cubicBezTo>
                    <a:pt x="34328" y="962"/>
                    <a:pt x="34977" y="2020"/>
                    <a:pt x="35011" y="3185"/>
                  </a:cubicBezTo>
                  <a:cubicBezTo>
                    <a:pt x="35011" y="3654"/>
                    <a:pt x="39697" y="54353"/>
                    <a:pt x="42575" y="66609"/>
                  </a:cubicBezTo>
                  <a:cubicBezTo>
                    <a:pt x="47596" y="87705"/>
                    <a:pt x="65000" y="89245"/>
                    <a:pt x="90906" y="89245"/>
                  </a:cubicBezTo>
                  <a:cubicBezTo>
                    <a:pt x="99474" y="89245"/>
                    <a:pt x="117682" y="87236"/>
                    <a:pt x="131471" y="85763"/>
                  </a:cubicBezTo>
                  <a:cubicBezTo>
                    <a:pt x="142584" y="84557"/>
                    <a:pt x="146533" y="84155"/>
                    <a:pt x="147939" y="84222"/>
                  </a:cubicBezTo>
                  <a:cubicBezTo>
                    <a:pt x="149197" y="84310"/>
                    <a:pt x="150301" y="85080"/>
                    <a:pt x="150817" y="86232"/>
                  </a:cubicBezTo>
                  <a:cubicBezTo>
                    <a:pt x="154164" y="94000"/>
                    <a:pt x="158114" y="126415"/>
                    <a:pt x="152156" y="140948"/>
                  </a:cubicBezTo>
                  <a:cubicBezTo>
                    <a:pt x="143119" y="162714"/>
                    <a:pt x="116744" y="172626"/>
                    <a:pt x="96060" y="172626"/>
                  </a:cubicBezTo>
                  <a:close/>
                  <a:moveTo>
                    <a:pt x="7967" y="47722"/>
                  </a:moveTo>
                  <a:cubicBezTo>
                    <a:pt x="24970" y="59643"/>
                    <a:pt x="31396" y="92460"/>
                    <a:pt x="35747" y="114695"/>
                  </a:cubicBezTo>
                  <a:cubicBezTo>
                    <a:pt x="36611" y="120173"/>
                    <a:pt x="37836" y="125591"/>
                    <a:pt x="39429" y="130902"/>
                  </a:cubicBezTo>
                  <a:cubicBezTo>
                    <a:pt x="46926" y="150525"/>
                    <a:pt x="52817" y="165996"/>
                    <a:pt x="96060" y="165996"/>
                  </a:cubicBezTo>
                  <a:cubicBezTo>
                    <a:pt x="114603" y="165996"/>
                    <a:pt x="138098" y="157424"/>
                    <a:pt x="145997" y="138470"/>
                  </a:cubicBezTo>
                  <a:cubicBezTo>
                    <a:pt x="150616" y="127286"/>
                    <a:pt x="148206" y="100765"/>
                    <a:pt x="145395" y="91121"/>
                  </a:cubicBezTo>
                  <a:cubicBezTo>
                    <a:pt x="142517" y="91121"/>
                    <a:pt x="137295" y="91924"/>
                    <a:pt x="132007" y="92460"/>
                  </a:cubicBezTo>
                  <a:cubicBezTo>
                    <a:pt x="118619" y="94000"/>
                    <a:pt x="99675" y="96010"/>
                    <a:pt x="90705" y="96010"/>
                  </a:cubicBezTo>
                  <a:cubicBezTo>
                    <a:pt x="68079" y="96010"/>
                    <a:pt x="42508" y="96010"/>
                    <a:pt x="35881" y="68216"/>
                  </a:cubicBezTo>
                  <a:cubicBezTo>
                    <a:pt x="33672" y="58840"/>
                    <a:pt x="30593" y="29305"/>
                    <a:pt x="29187" y="13700"/>
                  </a:cubicBezTo>
                  <a:close/>
                </a:path>
              </a:pathLst>
            </a:custGeom>
            <a:solidFill>
              <a:srgbClr val="0D274D"/>
            </a:solidFill>
            <a:ln w="6694"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5DFBE296-AD0D-3394-19B3-D9A0FD5C832C}"/>
                </a:ext>
              </a:extLst>
            </p:cNvPr>
            <p:cNvSpPr/>
            <p:nvPr/>
          </p:nvSpPr>
          <p:spPr>
            <a:xfrm>
              <a:off x="3396764" y="1218113"/>
              <a:ext cx="212975" cy="216575"/>
            </a:xfrm>
            <a:custGeom>
              <a:avLst/>
              <a:gdLst>
                <a:gd name="connsiteX0" fmla="*/ 48836 w 212975"/>
                <a:gd name="connsiteY0" fmla="*/ 151545 h 216575"/>
                <a:gd name="connsiteX1" fmla="*/ 57271 w 212975"/>
                <a:gd name="connsiteY1" fmla="*/ 216575 h 216575"/>
                <a:gd name="connsiteX2" fmla="*/ 15032 w 212975"/>
                <a:gd name="connsiteY2" fmla="*/ 146924 h 216575"/>
                <a:gd name="connsiteX3" fmla="*/ 238 w 212975"/>
                <a:gd name="connsiteY3" fmla="*/ 98235 h 216575"/>
                <a:gd name="connsiteX4" fmla="*/ 2380 w 212975"/>
                <a:gd name="connsiteY4" fmla="*/ 73321 h 216575"/>
                <a:gd name="connsiteX5" fmla="*/ 26278 w 212975"/>
                <a:gd name="connsiteY5" fmla="*/ 38830 h 216575"/>
                <a:gd name="connsiteX6" fmla="*/ 64902 w 212975"/>
                <a:gd name="connsiteY6" fmla="*/ 27109 h 216575"/>
                <a:gd name="connsiteX7" fmla="*/ 76751 w 212975"/>
                <a:gd name="connsiteY7" fmla="*/ 18939 h 216575"/>
                <a:gd name="connsiteX8" fmla="*/ 90139 w 212975"/>
                <a:gd name="connsiteY8" fmla="*/ 14921 h 216575"/>
                <a:gd name="connsiteX9" fmla="*/ 98908 w 212975"/>
                <a:gd name="connsiteY9" fmla="*/ 24565 h 216575"/>
                <a:gd name="connsiteX10" fmla="*/ 111760 w 212975"/>
                <a:gd name="connsiteY10" fmla="*/ 13916 h 216575"/>
                <a:gd name="connsiteX11" fmla="*/ 122872 w 212975"/>
                <a:gd name="connsiteY11" fmla="*/ 22756 h 216575"/>
                <a:gd name="connsiteX12" fmla="*/ 142954 w 212975"/>
                <a:gd name="connsiteY12" fmla="*/ 4406 h 216575"/>
                <a:gd name="connsiteX13" fmla="*/ 159006 w 212975"/>
                <a:gd name="connsiteY13" fmla="*/ 15490 h 216575"/>
                <a:gd name="connsiteX14" fmla="*/ 159087 w 212975"/>
                <a:gd name="connsiteY14" fmla="*/ 15992 h 216575"/>
                <a:gd name="connsiteX15" fmla="*/ 194565 w 212975"/>
                <a:gd name="connsiteY15" fmla="*/ 320 h 216575"/>
                <a:gd name="connsiteX16" fmla="*/ 203267 w 212975"/>
                <a:gd name="connsiteY16" fmla="*/ 47737 h 216575"/>
                <a:gd name="connsiteX17" fmla="*/ 162567 w 212975"/>
                <a:gd name="connsiteY17" fmla="*/ 64279 h 216575"/>
                <a:gd name="connsiteX18" fmla="*/ 80298 w 212975"/>
                <a:gd name="connsiteY18" fmla="*/ 65820 h 216575"/>
                <a:gd name="connsiteX19" fmla="*/ 59413 w 212975"/>
                <a:gd name="connsiteY19" fmla="*/ 110691 h 2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2975" h="216575">
                  <a:moveTo>
                    <a:pt x="48836" y="151545"/>
                  </a:moveTo>
                  <a:cubicBezTo>
                    <a:pt x="54071" y="172835"/>
                    <a:pt x="56896" y="194648"/>
                    <a:pt x="57271" y="216575"/>
                  </a:cubicBezTo>
                  <a:cubicBezTo>
                    <a:pt x="41701" y="194293"/>
                    <a:pt x="27596" y="171027"/>
                    <a:pt x="15032" y="146924"/>
                  </a:cubicBezTo>
                  <a:cubicBezTo>
                    <a:pt x="6765" y="131902"/>
                    <a:pt x="1724" y="115319"/>
                    <a:pt x="238" y="98235"/>
                  </a:cubicBezTo>
                  <a:cubicBezTo>
                    <a:pt x="-425" y="89870"/>
                    <a:pt x="298" y="81451"/>
                    <a:pt x="2380" y="73321"/>
                  </a:cubicBezTo>
                  <a:cubicBezTo>
                    <a:pt x="6136" y="59410"/>
                    <a:pt x="14577" y="47228"/>
                    <a:pt x="26278" y="38830"/>
                  </a:cubicBezTo>
                  <a:cubicBezTo>
                    <a:pt x="37657" y="31463"/>
                    <a:pt x="53054" y="33673"/>
                    <a:pt x="64902" y="27109"/>
                  </a:cubicBezTo>
                  <a:cubicBezTo>
                    <a:pt x="69119" y="24832"/>
                    <a:pt x="72734" y="21551"/>
                    <a:pt x="76751" y="18939"/>
                  </a:cubicBezTo>
                  <a:cubicBezTo>
                    <a:pt x="80586" y="16039"/>
                    <a:pt x="85339" y="14612"/>
                    <a:pt x="90139" y="14921"/>
                  </a:cubicBezTo>
                  <a:cubicBezTo>
                    <a:pt x="95079" y="15463"/>
                    <a:pt x="98834" y="19595"/>
                    <a:pt x="98908" y="24565"/>
                  </a:cubicBezTo>
                  <a:cubicBezTo>
                    <a:pt x="101873" y="19669"/>
                    <a:pt x="106398" y="15918"/>
                    <a:pt x="111760" y="13916"/>
                  </a:cubicBezTo>
                  <a:cubicBezTo>
                    <a:pt x="117316" y="12576"/>
                    <a:pt x="124345" y="17265"/>
                    <a:pt x="122872" y="22756"/>
                  </a:cubicBezTo>
                  <a:cubicBezTo>
                    <a:pt x="128227" y="15055"/>
                    <a:pt x="133516" y="6616"/>
                    <a:pt x="142954" y="4406"/>
                  </a:cubicBezTo>
                  <a:cubicBezTo>
                    <a:pt x="150445" y="3033"/>
                    <a:pt x="157627" y="7996"/>
                    <a:pt x="159006" y="15490"/>
                  </a:cubicBezTo>
                  <a:cubicBezTo>
                    <a:pt x="159033" y="15657"/>
                    <a:pt x="159060" y="15825"/>
                    <a:pt x="159087" y="15992"/>
                  </a:cubicBezTo>
                  <a:cubicBezTo>
                    <a:pt x="167053" y="4540"/>
                    <a:pt x="180742" y="-1501"/>
                    <a:pt x="194565" y="320"/>
                  </a:cubicBezTo>
                  <a:cubicBezTo>
                    <a:pt x="209760" y="3602"/>
                    <a:pt x="222479" y="30458"/>
                    <a:pt x="203267" y="47737"/>
                  </a:cubicBezTo>
                  <a:cubicBezTo>
                    <a:pt x="192336" y="58292"/>
                    <a:pt x="177756" y="64212"/>
                    <a:pt x="162567" y="64279"/>
                  </a:cubicBezTo>
                  <a:cubicBezTo>
                    <a:pt x="151455" y="65083"/>
                    <a:pt x="91343" y="66958"/>
                    <a:pt x="80298" y="65820"/>
                  </a:cubicBezTo>
                  <a:cubicBezTo>
                    <a:pt x="76710" y="82128"/>
                    <a:pt x="69581" y="97451"/>
                    <a:pt x="59413" y="110691"/>
                  </a:cubicBezTo>
                  <a:close/>
                </a:path>
              </a:pathLst>
            </a:custGeom>
            <a:solidFill>
              <a:srgbClr val="0D274D"/>
            </a:solidFill>
            <a:ln w="6694"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304E7D2-7895-81C8-5F57-1753F7AF1595}"/>
                </a:ext>
              </a:extLst>
            </p:cNvPr>
            <p:cNvSpPr/>
            <p:nvPr/>
          </p:nvSpPr>
          <p:spPr>
            <a:xfrm>
              <a:off x="3393477" y="1214902"/>
              <a:ext cx="219592" cy="223199"/>
            </a:xfrm>
            <a:custGeom>
              <a:avLst/>
              <a:gdLst>
                <a:gd name="connsiteX0" fmla="*/ 60625 w 219592"/>
                <a:gd name="connsiteY0" fmla="*/ 223134 h 223199"/>
                <a:gd name="connsiteX1" fmla="*/ 57947 w 219592"/>
                <a:gd name="connsiteY1" fmla="*/ 221861 h 223199"/>
                <a:gd name="connsiteX2" fmla="*/ 15373 w 219592"/>
                <a:gd name="connsiteY2" fmla="*/ 151674 h 223199"/>
                <a:gd name="connsiteX3" fmla="*/ 245 w 219592"/>
                <a:gd name="connsiteY3" fmla="*/ 101846 h 223199"/>
                <a:gd name="connsiteX4" fmla="*/ 2521 w 219592"/>
                <a:gd name="connsiteY4" fmla="*/ 75660 h 223199"/>
                <a:gd name="connsiteX5" fmla="*/ 27824 w 219592"/>
                <a:gd name="connsiteY5" fmla="*/ 39227 h 223199"/>
                <a:gd name="connsiteX6" fmla="*/ 49178 w 219592"/>
                <a:gd name="connsiteY6" fmla="*/ 32530 h 223199"/>
                <a:gd name="connsiteX7" fmla="*/ 66649 w 219592"/>
                <a:gd name="connsiteY7" fmla="*/ 27574 h 223199"/>
                <a:gd name="connsiteX8" fmla="*/ 73343 w 219592"/>
                <a:gd name="connsiteY8" fmla="*/ 22953 h 223199"/>
                <a:gd name="connsiteX9" fmla="*/ 78230 w 219592"/>
                <a:gd name="connsiteY9" fmla="*/ 19470 h 223199"/>
                <a:gd name="connsiteX10" fmla="*/ 94028 w 219592"/>
                <a:gd name="connsiteY10" fmla="*/ 14983 h 223199"/>
                <a:gd name="connsiteX11" fmla="*/ 103667 w 219592"/>
                <a:gd name="connsiteY11" fmla="*/ 21010 h 223199"/>
                <a:gd name="connsiteX12" fmla="*/ 114444 w 219592"/>
                <a:gd name="connsiteY12" fmla="*/ 13978 h 223199"/>
                <a:gd name="connsiteX13" fmla="*/ 126828 w 219592"/>
                <a:gd name="connsiteY13" fmla="*/ 17729 h 223199"/>
                <a:gd name="connsiteX14" fmla="*/ 127565 w 219592"/>
                <a:gd name="connsiteY14" fmla="*/ 18466 h 223199"/>
                <a:gd name="connsiteX15" fmla="*/ 145237 w 219592"/>
                <a:gd name="connsiteY15" fmla="*/ 4468 h 223199"/>
                <a:gd name="connsiteX16" fmla="*/ 159830 w 219592"/>
                <a:gd name="connsiteY16" fmla="*/ 8353 h 223199"/>
                <a:gd name="connsiteX17" fmla="*/ 163244 w 219592"/>
                <a:gd name="connsiteY17" fmla="*/ 12505 h 223199"/>
                <a:gd name="connsiteX18" fmla="*/ 198387 w 219592"/>
                <a:gd name="connsiteY18" fmla="*/ 383 h 223199"/>
                <a:gd name="connsiteX19" fmla="*/ 218469 w 219592"/>
                <a:gd name="connsiteY19" fmla="*/ 21948 h 223199"/>
                <a:gd name="connsiteX20" fmla="*/ 208763 w 219592"/>
                <a:gd name="connsiteY20" fmla="*/ 53559 h 223199"/>
                <a:gd name="connsiteX21" fmla="*/ 166055 w 219592"/>
                <a:gd name="connsiteY21" fmla="*/ 70972 h 223199"/>
                <a:gd name="connsiteX22" fmla="*/ 86330 w 219592"/>
                <a:gd name="connsiteY22" fmla="*/ 72713 h 223199"/>
                <a:gd name="connsiteX23" fmla="*/ 65779 w 219592"/>
                <a:gd name="connsiteY23" fmla="*/ 115442 h 223199"/>
                <a:gd name="connsiteX24" fmla="*/ 55872 w 219592"/>
                <a:gd name="connsiteY24" fmla="*/ 154889 h 223199"/>
                <a:gd name="connsiteX25" fmla="*/ 64173 w 219592"/>
                <a:gd name="connsiteY25" fmla="*/ 219919 h 223199"/>
                <a:gd name="connsiteX26" fmla="*/ 61896 w 219592"/>
                <a:gd name="connsiteY26" fmla="*/ 223134 h 223199"/>
                <a:gd name="connsiteX27" fmla="*/ 60625 w 219592"/>
                <a:gd name="connsiteY27" fmla="*/ 223134 h 223199"/>
                <a:gd name="connsiteX28" fmla="*/ 91685 w 219592"/>
                <a:gd name="connsiteY28" fmla="*/ 21345 h 223199"/>
                <a:gd name="connsiteX29" fmla="*/ 81911 w 219592"/>
                <a:gd name="connsiteY29" fmla="*/ 24962 h 223199"/>
                <a:gd name="connsiteX30" fmla="*/ 77427 w 219592"/>
                <a:gd name="connsiteY30" fmla="*/ 28177 h 223199"/>
                <a:gd name="connsiteX31" fmla="*/ 69862 w 219592"/>
                <a:gd name="connsiteY31" fmla="*/ 33266 h 223199"/>
                <a:gd name="connsiteX32" fmla="*/ 50316 w 219592"/>
                <a:gd name="connsiteY32" fmla="*/ 39026 h 223199"/>
                <a:gd name="connsiteX33" fmla="*/ 31439 w 219592"/>
                <a:gd name="connsiteY33" fmla="*/ 44853 h 223199"/>
                <a:gd name="connsiteX34" fmla="*/ 8947 w 219592"/>
                <a:gd name="connsiteY34" fmla="*/ 77401 h 223199"/>
                <a:gd name="connsiteX35" fmla="*/ 6939 w 219592"/>
                <a:gd name="connsiteY35" fmla="*/ 101043 h 223199"/>
                <a:gd name="connsiteX36" fmla="*/ 21331 w 219592"/>
                <a:gd name="connsiteY36" fmla="*/ 148593 h 223199"/>
                <a:gd name="connsiteX37" fmla="*/ 56876 w 219592"/>
                <a:gd name="connsiteY37" fmla="*/ 208869 h 223199"/>
                <a:gd name="connsiteX38" fmla="*/ 48977 w 219592"/>
                <a:gd name="connsiteY38" fmla="*/ 155759 h 223199"/>
                <a:gd name="connsiteX39" fmla="*/ 48977 w 219592"/>
                <a:gd name="connsiteY39" fmla="*/ 154085 h 223199"/>
                <a:gd name="connsiteX40" fmla="*/ 59286 w 219592"/>
                <a:gd name="connsiteY40" fmla="*/ 113232 h 223199"/>
                <a:gd name="connsiteX41" fmla="*/ 59821 w 219592"/>
                <a:gd name="connsiteY41" fmla="*/ 112093 h 223199"/>
                <a:gd name="connsiteX42" fmla="*/ 79903 w 219592"/>
                <a:gd name="connsiteY42" fmla="*/ 68628 h 223199"/>
                <a:gd name="connsiteX43" fmla="*/ 83518 w 219592"/>
                <a:gd name="connsiteY43" fmla="*/ 65815 h 223199"/>
                <a:gd name="connsiteX44" fmla="*/ 165185 w 219592"/>
                <a:gd name="connsiteY44" fmla="*/ 64275 h 223199"/>
                <a:gd name="connsiteX45" fmla="*/ 203943 w 219592"/>
                <a:gd name="connsiteY45" fmla="*/ 48603 h 223199"/>
                <a:gd name="connsiteX46" fmla="*/ 211641 w 219592"/>
                <a:gd name="connsiteY46" fmla="*/ 23622 h 223199"/>
                <a:gd name="connsiteX47" fmla="*/ 196714 w 219592"/>
                <a:gd name="connsiteY47" fmla="*/ 6946 h 223199"/>
                <a:gd name="connsiteX48" fmla="*/ 164783 w 219592"/>
                <a:gd name="connsiteY48" fmla="*/ 21144 h 223199"/>
                <a:gd name="connsiteX49" fmla="*/ 160767 w 219592"/>
                <a:gd name="connsiteY49" fmla="*/ 22484 h 223199"/>
                <a:gd name="connsiteX50" fmla="*/ 158625 w 219592"/>
                <a:gd name="connsiteY50" fmla="*/ 18867 h 223199"/>
                <a:gd name="connsiteX51" fmla="*/ 154206 w 219592"/>
                <a:gd name="connsiteY51" fmla="*/ 12572 h 223199"/>
                <a:gd name="connsiteX52" fmla="*/ 146642 w 219592"/>
                <a:gd name="connsiteY52" fmla="*/ 11032 h 223199"/>
                <a:gd name="connsiteX53" fmla="*/ 129907 w 219592"/>
                <a:gd name="connsiteY53" fmla="*/ 26502 h 223199"/>
                <a:gd name="connsiteX54" fmla="*/ 128836 w 219592"/>
                <a:gd name="connsiteY54" fmla="*/ 27976 h 223199"/>
                <a:gd name="connsiteX55" fmla="*/ 124753 w 219592"/>
                <a:gd name="connsiteY55" fmla="*/ 29114 h 223199"/>
                <a:gd name="connsiteX56" fmla="*/ 122879 w 219592"/>
                <a:gd name="connsiteY56" fmla="*/ 25297 h 223199"/>
                <a:gd name="connsiteX57" fmla="*/ 121875 w 219592"/>
                <a:gd name="connsiteY57" fmla="*/ 22417 h 223199"/>
                <a:gd name="connsiteX58" fmla="*/ 115783 w 219592"/>
                <a:gd name="connsiteY58" fmla="*/ 20542 h 223199"/>
                <a:gd name="connsiteX59" fmla="*/ 104805 w 219592"/>
                <a:gd name="connsiteY59" fmla="*/ 29985 h 223199"/>
                <a:gd name="connsiteX60" fmla="*/ 100126 w 219592"/>
                <a:gd name="connsiteY60" fmla="*/ 30701 h 223199"/>
                <a:gd name="connsiteX61" fmla="*/ 98780 w 219592"/>
                <a:gd name="connsiteY61" fmla="*/ 27641 h 223199"/>
                <a:gd name="connsiteX62" fmla="*/ 92890 w 219592"/>
                <a:gd name="connsiteY62" fmla="*/ 21613 h 22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19592" h="223199">
                  <a:moveTo>
                    <a:pt x="60625" y="223134"/>
                  </a:moveTo>
                  <a:cubicBezTo>
                    <a:pt x="59587" y="223141"/>
                    <a:pt x="58596" y="222672"/>
                    <a:pt x="57947" y="221861"/>
                  </a:cubicBezTo>
                  <a:cubicBezTo>
                    <a:pt x="42276" y="199399"/>
                    <a:pt x="28058" y="175952"/>
                    <a:pt x="15373" y="151674"/>
                  </a:cubicBezTo>
                  <a:cubicBezTo>
                    <a:pt x="6952" y="136284"/>
                    <a:pt x="1798" y="119320"/>
                    <a:pt x="245" y="101846"/>
                  </a:cubicBezTo>
                  <a:cubicBezTo>
                    <a:pt x="-445" y="93053"/>
                    <a:pt x="325" y="84206"/>
                    <a:pt x="2521" y="75660"/>
                  </a:cubicBezTo>
                  <a:cubicBezTo>
                    <a:pt x="6450" y="60933"/>
                    <a:pt x="15400" y="48047"/>
                    <a:pt x="27824" y="39227"/>
                  </a:cubicBezTo>
                  <a:cubicBezTo>
                    <a:pt x="34411" y="35564"/>
                    <a:pt x="41680" y="33287"/>
                    <a:pt x="49178" y="32530"/>
                  </a:cubicBezTo>
                  <a:cubicBezTo>
                    <a:pt x="55236" y="31853"/>
                    <a:pt x="61140" y="30179"/>
                    <a:pt x="66649" y="27574"/>
                  </a:cubicBezTo>
                  <a:cubicBezTo>
                    <a:pt x="69006" y="26228"/>
                    <a:pt x="71248" y="24681"/>
                    <a:pt x="73343" y="22953"/>
                  </a:cubicBezTo>
                  <a:cubicBezTo>
                    <a:pt x="74950" y="21747"/>
                    <a:pt x="76556" y="20542"/>
                    <a:pt x="78230" y="19470"/>
                  </a:cubicBezTo>
                  <a:cubicBezTo>
                    <a:pt x="82755" y="16068"/>
                    <a:pt x="88384" y="14467"/>
                    <a:pt x="94028" y="14983"/>
                  </a:cubicBezTo>
                  <a:cubicBezTo>
                    <a:pt x="97937" y="15566"/>
                    <a:pt x="101431" y="17749"/>
                    <a:pt x="103667" y="21010"/>
                  </a:cubicBezTo>
                  <a:cubicBezTo>
                    <a:pt x="106445" y="17602"/>
                    <a:pt x="110207" y="15144"/>
                    <a:pt x="114444" y="13978"/>
                  </a:cubicBezTo>
                  <a:cubicBezTo>
                    <a:pt x="118942" y="13014"/>
                    <a:pt x="123615" y="14434"/>
                    <a:pt x="126828" y="17729"/>
                  </a:cubicBezTo>
                  <a:lnTo>
                    <a:pt x="127565" y="18466"/>
                  </a:lnTo>
                  <a:cubicBezTo>
                    <a:pt x="131568" y="11815"/>
                    <a:pt x="137847" y="6839"/>
                    <a:pt x="145237" y="4468"/>
                  </a:cubicBezTo>
                  <a:cubicBezTo>
                    <a:pt x="150445" y="3216"/>
                    <a:pt x="155934" y="4676"/>
                    <a:pt x="159830" y="8353"/>
                  </a:cubicBezTo>
                  <a:cubicBezTo>
                    <a:pt x="161135" y="9592"/>
                    <a:pt x="162279" y="10985"/>
                    <a:pt x="163244" y="12505"/>
                  </a:cubicBezTo>
                  <a:cubicBezTo>
                    <a:pt x="172367" y="3102"/>
                    <a:pt x="185414" y="-1399"/>
                    <a:pt x="198387" y="383"/>
                  </a:cubicBezTo>
                  <a:cubicBezTo>
                    <a:pt x="208495" y="3390"/>
                    <a:pt x="216186" y="11648"/>
                    <a:pt x="218469" y="21948"/>
                  </a:cubicBezTo>
                  <a:cubicBezTo>
                    <a:pt x="221676" y="33474"/>
                    <a:pt x="217886" y="45817"/>
                    <a:pt x="208763" y="53559"/>
                  </a:cubicBezTo>
                  <a:cubicBezTo>
                    <a:pt x="197269" y="64610"/>
                    <a:pt x="181993" y="70838"/>
                    <a:pt x="166055" y="70972"/>
                  </a:cubicBezTo>
                  <a:cubicBezTo>
                    <a:pt x="156683" y="71642"/>
                    <a:pt x="102931" y="73383"/>
                    <a:pt x="86330" y="72713"/>
                  </a:cubicBezTo>
                  <a:cubicBezTo>
                    <a:pt x="82239" y="88124"/>
                    <a:pt x="75264" y="102623"/>
                    <a:pt x="65779" y="115442"/>
                  </a:cubicBezTo>
                  <a:lnTo>
                    <a:pt x="55872" y="154889"/>
                  </a:lnTo>
                  <a:cubicBezTo>
                    <a:pt x="61026" y="176193"/>
                    <a:pt x="63811" y="198006"/>
                    <a:pt x="64173" y="219919"/>
                  </a:cubicBezTo>
                  <a:cubicBezTo>
                    <a:pt x="64173" y="221366"/>
                    <a:pt x="63255" y="222652"/>
                    <a:pt x="61896" y="223134"/>
                  </a:cubicBezTo>
                  <a:cubicBezTo>
                    <a:pt x="61475" y="223221"/>
                    <a:pt x="61046" y="223221"/>
                    <a:pt x="60625" y="223134"/>
                  </a:cubicBezTo>
                  <a:close/>
                  <a:moveTo>
                    <a:pt x="91685" y="21345"/>
                  </a:moveTo>
                  <a:cubicBezTo>
                    <a:pt x="88144" y="21573"/>
                    <a:pt x="84750" y="22832"/>
                    <a:pt x="81911" y="24962"/>
                  </a:cubicBezTo>
                  <a:cubicBezTo>
                    <a:pt x="80372" y="25966"/>
                    <a:pt x="78899" y="27105"/>
                    <a:pt x="77427" y="28177"/>
                  </a:cubicBezTo>
                  <a:cubicBezTo>
                    <a:pt x="75037" y="30065"/>
                    <a:pt x="72513" y="31766"/>
                    <a:pt x="69862" y="33266"/>
                  </a:cubicBezTo>
                  <a:cubicBezTo>
                    <a:pt x="63710" y="36260"/>
                    <a:pt x="57103" y="38209"/>
                    <a:pt x="50316" y="39026"/>
                  </a:cubicBezTo>
                  <a:cubicBezTo>
                    <a:pt x="43702" y="39703"/>
                    <a:pt x="37283" y="41685"/>
                    <a:pt x="31439" y="44853"/>
                  </a:cubicBezTo>
                  <a:cubicBezTo>
                    <a:pt x="20494" y="52863"/>
                    <a:pt x="12568" y="64328"/>
                    <a:pt x="8947" y="77401"/>
                  </a:cubicBezTo>
                  <a:cubicBezTo>
                    <a:pt x="6986" y="85117"/>
                    <a:pt x="6303" y="93106"/>
                    <a:pt x="6939" y="101043"/>
                  </a:cubicBezTo>
                  <a:cubicBezTo>
                    <a:pt x="8344" y="117726"/>
                    <a:pt x="13251" y="133933"/>
                    <a:pt x="21331" y="148593"/>
                  </a:cubicBezTo>
                  <a:cubicBezTo>
                    <a:pt x="30167" y="165604"/>
                    <a:pt x="45764" y="192193"/>
                    <a:pt x="56876" y="208869"/>
                  </a:cubicBezTo>
                  <a:cubicBezTo>
                    <a:pt x="55879" y="190960"/>
                    <a:pt x="53234" y="173186"/>
                    <a:pt x="48977" y="155759"/>
                  </a:cubicBezTo>
                  <a:cubicBezTo>
                    <a:pt x="48843" y="155210"/>
                    <a:pt x="48843" y="154634"/>
                    <a:pt x="48977" y="154085"/>
                  </a:cubicBezTo>
                  <a:lnTo>
                    <a:pt x="59286" y="113232"/>
                  </a:lnTo>
                  <a:cubicBezTo>
                    <a:pt x="59353" y="112810"/>
                    <a:pt x="59540" y="112415"/>
                    <a:pt x="59821" y="112093"/>
                  </a:cubicBezTo>
                  <a:cubicBezTo>
                    <a:pt x="69528" y="99201"/>
                    <a:pt x="76376" y="84380"/>
                    <a:pt x="79903" y="68628"/>
                  </a:cubicBezTo>
                  <a:cubicBezTo>
                    <a:pt x="80178" y="66880"/>
                    <a:pt x="81757" y="65654"/>
                    <a:pt x="83518" y="65815"/>
                  </a:cubicBezTo>
                  <a:cubicBezTo>
                    <a:pt x="93961" y="66887"/>
                    <a:pt x="153671" y="65145"/>
                    <a:pt x="165185" y="64275"/>
                  </a:cubicBezTo>
                  <a:cubicBezTo>
                    <a:pt x="179644" y="64248"/>
                    <a:pt x="193527" y="58636"/>
                    <a:pt x="203943" y="48603"/>
                  </a:cubicBezTo>
                  <a:cubicBezTo>
                    <a:pt x="211193" y="42509"/>
                    <a:pt x="214198" y="32737"/>
                    <a:pt x="211641" y="23622"/>
                  </a:cubicBezTo>
                  <a:cubicBezTo>
                    <a:pt x="209968" y="15813"/>
                    <a:pt x="204291" y="9471"/>
                    <a:pt x="196714" y="6946"/>
                  </a:cubicBezTo>
                  <a:cubicBezTo>
                    <a:pt x="184283" y="5520"/>
                    <a:pt x="172053" y="10951"/>
                    <a:pt x="164783" y="21144"/>
                  </a:cubicBezTo>
                  <a:cubicBezTo>
                    <a:pt x="163953" y="22511"/>
                    <a:pt x="162253" y="23080"/>
                    <a:pt x="160767" y="22484"/>
                  </a:cubicBezTo>
                  <a:cubicBezTo>
                    <a:pt x="159307" y="21915"/>
                    <a:pt x="158424" y="20421"/>
                    <a:pt x="158625" y="18867"/>
                  </a:cubicBezTo>
                  <a:cubicBezTo>
                    <a:pt x="157855" y="16356"/>
                    <a:pt x="156309" y="14146"/>
                    <a:pt x="154206" y="12572"/>
                  </a:cubicBezTo>
                  <a:cubicBezTo>
                    <a:pt x="152085" y="10857"/>
                    <a:pt x="149266" y="10281"/>
                    <a:pt x="146642" y="11032"/>
                  </a:cubicBezTo>
                  <a:cubicBezTo>
                    <a:pt x="139346" y="12773"/>
                    <a:pt x="134727" y="19403"/>
                    <a:pt x="129907" y="26502"/>
                  </a:cubicBezTo>
                  <a:lnTo>
                    <a:pt x="128836" y="27976"/>
                  </a:lnTo>
                  <a:cubicBezTo>
                    <a:pt x="127940" y="29302"/>
                    <a:pt x="126212" y="29784"/>
                    <a:pt x="124753" y="29114"/>
                  </a:cubicBezTo>
                  <a:cubicBezTo>
                    <a:pt x="123280" y="28471"/>
                    <a:pt x="122484" y="26857"/>
                    <a:pt x="122879" y="25297"/>
                  </a:cubicBezTo>
                  <a:cubicBezTo>
                    <a:pt x="123120" y="24225"/>
                    <a:pt x="122732" y="23107"/>
                    <a:pt x="121875" y="22417"/>
                  </a:cubicBezTo>
                  <a:cubicBezTo>
                    <a:pt x="120288" y="20803"/>
                    <a:pt x="117999" y="20100"/>
                    <a:pt x="115783" y="20542"/>
                  </a:cubicBezTo>
                  <a:cubicBezTo>
                    <a:pt x="111171" y="22370"/>
                    <a:pt x="107302" y="25699"/>
                    <a:pt x="104805" y="29985"/>
                  </a:cubicBezTo>
                  <a:cubicBezTo>
                    <a:pt x="103707" y="31478"/>
                    <a:pt x="101619" y="31793"/>
                    <a:pt x="100126" y="30701"/>
                  </a:cubicBezTo>
                  <a:cubicBezTo>
                    <a:pt x="99162" y="29991"/>
                    <a:pt x="98653" y="28826"/>
                    <a:pt x="98780" y="27641"/>
                  </a:cubicBezTo>
                  <a:cubicBezTo>
                    <a:pt x="98780" y="24694"/>
                    <a:pt x="95902" y="22015"/>
                    <a:pt x="92890" y="21613"/>
                  </a:cubicBezTo>
                  <a:close/>
                </a:path>
              </a:pathLst>
            </a:custGeom>
            <a:solidFill>
              <a:srgbClr val="0D274D"/>
            </a:solidFill>
            <a:ln w="6694"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3C1AD3CC-092E-9395-8D53-7B497043B0CC}"/>
                </a:ext>
              </a:extLst>
            </p:cNvPr>
            <p:cNvSpPr/>
            <p:nvPr/>
          </p:nvSpPr>
          <p:spPr>
            <a:xfrm>
              <a:off x="3427004" y="1331765"/>
              <a:ext cx="32185" cy="40906"/>
            </a:xfrm>
            <a:custGeom>
              <a:avLst/>
              <a:gdLst>
                <a:gd name="connsiteX0" fmla="*/ 32186 w 32185"/>
                <a:gd name="connsiteY0" fmla="*/ 3736 h 40906"/>
                <a:gd name="connsiteX1" fmla="*/ 3736 w 32185"/>
                <a:gd name="connsiteY1" fmla="*/ 8652 h 40906"/>
                <a:gd name="connsiteX2" fmla="*/ 121 w 32185"/>
                <a:gd name="connsiteY2" fmla="*/ 18203 h 40906"/>
                <a:gd name="connsiteX3" fmla="*/ 24220 w 32185"/>
                <a:gd name="connsiteY3" fmla="*/ 40906 h 40906"/>
              </a:gdLst>
              <a:ahLst/>
              <a:cxnLst>
                <a:cxn ang="0">
                  <a:pos x="connsiteX0" y="connsiteY0"/>
                </a:cxn>
                <a:cxn ang="0">
                  <a:pos x="connsiteX1" y="connsiteY1"/>
                </a:cxn>
                <a:cxn ang="0">
                  <a:pos x="connsiteX2" y="connsiteY2"/>
                </a:cxn>
                <a:cxn ang="0">
                  <a:pos x="connsiteX3" y="connsiteY3"/>
                </a:cxn>
              </a:cxnLst>
              <a:rect l="l" t="t" r="r" b="b"/>
              <a:pathLst>
                <a:path w="32185" h="40906">
                  <a:moveTo>
                    <a:pt x="32186" y="3736"/>
                  </a:moveTo>
                  <a:cubicBezTo>
                    <a:pt x="22975" y="-2767"/>
                    <a:pt x="10236" y="-563"/>
                    <a:pt x="3736" y="8652"/>
                  </a:cubicBezTo>
                  <a:cubicBezTo>
                    <a:pt x="1741" y="11478"/>
                    <a:pt x="496" y="14767"/>
                    <a:pt x="121" y="18203"/>
                  </a:cubicBezTo>
                  <a:cubicBezTo>
                    <a:pt x="-1217" y="31597"/>
                    <a:pt x="8623" y="40906"/>
                    <a:pt x="24220" y="40906"/>
                  </a:cubicBezTo>
                </a:path>
              </a:pathLst>
            </a:custGeom>
            <a:solidFill>
              <a:schemeClr val="bg2"/>
            </a:solidFill>
            <a:ln w="6694"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3D4F3EB7-177A-CD13-6822-CFF38FB6A60C}"/>
                </a:ext>
              </a:extLst>
            </p:cNvPr>
            <p:cNvSpPr/>
            <p:nvPr/>
          </p:nvSpPr>
          <p:spPr>
            <a:xfrm>
              <a:off x="3423601" y="1328603"/>
              <a:ext cx="38778" cy="47453"/>
            </a:xfrm>
            <a:custGeom>
              <a:avLst/>
              <a:gdLst>
                <a:gd name="connsiteX0" fmla="*/ 27623 w 38778"/>
                <a:gd name="connsiteY0" fmla="*/ 47417 h 47453"/>
                <a:gd name="connsiteX1" fmla="*/ 5733 w 38778"/>
                <a:gd name="connsiteY1" fmla="*/ 38911 h 47453"/>
                <a:gd name="connsiteX2" fmla="*/ 177 w 38778"/>
                <a:gd name="connsiteY2" fmla="*/ 21029 h 47453"/>
                <a:gd name="connsiteX3" fmla="*/ 26532 w 38778"/>
                <a:gd name="connsiteY3" fmla="*/ 161 h 47453"/>
                <a:gd name="connsiteX4" fmla="*/ 37195 w 38778"/>
                <a:gd name="connsiteY4" fmla="*/ 4152 h 47453"/>
                <a:gd name="connsiteX5" fmla="*/ 38273 w 38778"/>
                <a:gd name="connsiteY5" fmla="*/ 8760 h 47453"/>
                <a:gd name="connsiteX6" fmla="*/ 33668 w 38778"/>
                <a:gd name="connsiteY6" fmla="*/ 9845 h 47453"/>
                <a:gd name="connsiteX7" fmla="*/ 33380 w 38778"/>
                <a:gd name="connsiteY7" fmla="*/ 9644 h 47453"/>
                <a:gd name="connsiteX8" fmla="*/ 18519 w 38778"/>
                <a:gd name="connsiteY8" fmla="*/ 7300 h 47453"/>
                <a:gd name="connsiteX9" fmla="*/ 6604 w 38778"/>
                <a:gd name="connsiteY9" fmla="*/ 21699 h 47453"/>
                <a:gd name="connsiteX10" fmla="*/ 10419 w 38778"/>
                <a:gd name="connsiteY10" fmla="*/ 34424 h 47453"/>
                <a:gd name="connsiteX11" fmla="*/ 27355 w 38778"/>
                <a:gd name="connsiteY11" fmla="*/ 40719 h 47453"/>
                <a:gd name="connsiteX12" fmla="*/ 30702 w 38778"/>
                <a:gd name="connsiteY12" fmla="*/ 44068 h 47453"/>
                <a:gd name="connsiteX13" fmla="*/ 27623 w 38778"/>
                <a:gd name="connsiteY13" fmla="*/ 47417 h 47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778" h="47453">
                  <a:moveTo>
                    <a:pt x="27623" y="47417"/>
                  </a:moveTo>
                  <a:cubicBezTo>
                    <a:pt x="19449" y="47832"/>
                    <a:pt x="11484" y="44738"/>
                    <a:pt x="5733" y="38911"/>
                  </a:cubicBezTo>
                  <a:cubicBezTo>
                    <a:pt x="1389" y="34036"/>
                    <a:pt x="-639" y="27512"/>
                    <a:pt x="177" y="21029"/>
                  </a:cubicBezTo>
                  <a:cubicBezTo>
                    <a:pt x="1697" y="7990"/>
                    <a:pt x="13492" y="-1353"/>
                    <a:pt x="26532" y="161"/>
                  </a:cubicBezTo>
                  <a:cubicBezTo>
                    <a:pt x="30354" y="609"/>
                    <a:pt x="34016" y="1976"/>
                    <a:pt x="37195" y="4152"/>
                  </a:cubicBezTo>
                  <a:cubicBezTo>
                    <a:pt x="38768" y="5130"/>
                    <a:pt x="39250" y="7193"/>
                    <a:pt x="38273" y="8760"/>
                  </a:cubicBezTo>
                  <a:cubicBezTo>
                    <a:pt x="37302" y="10334"/>
                    <a:pt x="35234" y="10816"/>
                    <a:pt x="33668" y="9845"/>
                  </a:cubicBezTo>
                  <a:cubicBezTo>
                    <a:pt x="33567" y="9785"/>
                    <a:pt x="33473" y="9718"/>
                    <a:pt x="33380" y="9644"/>
                  </a:cubicBezTo>
                  <a:cubicBezTo>
                    <a:pt x="29055" y="6610"/>
                    <a:pt x="23566" y="5746"/>
                    <a:pt x="18519" y="7300"/>
                  </a:cubicBezTo>
                  <a:cubicBezTo>
                    <a:pt x="12012" y="9262"/>
                    <a:pt x="7313" y="14935"/>
                    <a:pt x="6604" y="21699"/>
                  </a:cubicBezTo>
                  <a:cubicBezTo>
                    <a:pt x="5974" y="26293"/>
                    <a:pt x="7367" y="30935"/>
                    <a:pt x="10419" y="34424"/>
                  </a:cubicBezTo>
                  <a:cubicBezTo>
                    <a:pt x="14931" y="38811"/>
                    <a:pt x="21076" y="41101"/>
                    <a:pt x="27355" y="40719"/>
                  </a:cubicBezTo>
                  <a:cubicBezTo>
                    <a:pt x="29203" y="40719"/>
                    <a:pt x="30702" y="42220"/>
                    <a:pt x="30702" y="44068"/>
                  </a:cubicBezTo>
                  <a:cubicBezTo>
                    <a:pt x="30675" y="45803"/>
                    <a:pt x="29350" y="47249"/>
                    <a:pt x="27623" y="47417"/>
                  </a:cubicBezTo>
                  <a:close/>
                </a:path>
              </a:pathLst>
            </a:custGeom>
            <a:solidFill>
              <a:srgbClr val="0D274D"/>
            </a:solidFill>
            <a:ln w="6694"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E665C549-60D7-3F62-6997-B7672A630F1C}"/>
                </a:ext>
              </a:extLst>
            </p:cNvPr>
            <p:cNvSpPr/>
            <p:nvPr/>
          </p:nvSpPr>
          <p:spPr>
            <a:xfrm rot="11077200">
              <a:off x="3322125" y="2048177"/>
              <a:ext cx="55091" cy="19221"/>
            </a:xfrm>
            <a:custGeom>
              <a:avLst/>
              <a:gdLst>
                <a:gd name="connsiteX0" fmla="*/ 0 w 55091"/>
                <a:gd name="connsiteY0" fmla="*/ 0 h 19221"/>
                <a:gd name="connsiteX1" fmla="*/ 55092 w 55091"/>
                <a:gd name="connsiteY1" fmla="*/ 0 h 19221"/>
                <a:gd name="connsiteX2" fmla="*/ 55092 w 55091"/>
                <a:gd name="connsiteY2" fmla="*/ 19221 h 19221"/>
                <a:gd name="connsiteX3" fmla="*/ 0 w 55091"/>
                <a:gd name="connsiteY3" fmla="*/ 19221 h 19221"/>
              </a:gdLst>
              <a:ahLst/>
              <a:cxnLst>
                <a:cxn ang="0">
                  <a:pos x="connsiteX0" y="connsiteY0"/>
                </a:cxn>
                <a:cxn ang="0">
                  <a:pos x="connsiteX1" y="connsiteY1"/>
                </a:cxn>
                <a:cxn ang="0">
                  <a:pos x="connsiteX2" y="connsiteY2"/>
                </a:cxn>
                <a:cxn ang="0">
                  <a:pos x="connsiteX3" y="connsiteY3"/>
                </a:cxn>
              </a:cxnLst>
              <a:rect l="l" t="t" r="r" b="b"/>
              <a:pathLst>
                <a:path w="55091" h="19221">
                  <a:moveTo>
                    <a:pt x="0" y="0"/>
                  </a:moveTo>
                  <a:lnTo>
                    <a:pt x="55092" y="0"/>
                  </a:lnTo>
                  <a:lnTo>
                    <a:pt x="55092" y="19221"/>
                  </a:lnTo>
                  <a:lnTo>
                    <a:pt x="0" y="19221"/>
                  </a:lnTo>
                  <a:close/>
                </a:path>
              </a:pathLst>
            </a:custGeom>
            <a:solidFill>
              <a:srgbClr val="0D274D"/>
            </a:solidFill>
            <a:ln w="6694"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424FFB0A-9C48-BD78-0781-E5312804B44A}"/>
                </a:ext>
              </a:extLst>
            </p:cNvPr>
            <p:cNvSpPr/>
            <p:nvPr/>
          </p:nvSpPr>
          <p:spPr>
            <a:xfrm>
              <a:off x="3321628" y="2041369"/>
              <a:ext cx="17294" cy="32840"/>
            </a:xfrm>
            <a:custGeom>
              <a:avLst/>
              <a:gdLst>
                <a:gd name="connsiteX0" fmla="*/ 0 w 17294"/>
                <a:gd name="connsiteY0" fmla="*/ 24 h 32840"/>
                <a:gd name="connsiteX1" fmla="*/ 17271 w 17294"/>
                <a:gd name="connsiteY1" fmla="*/ 15561 h 32840"/>
                <a:gd name="connsiteX2" fmla="*/ 1741 w 17294"/>
                <a:gd name="connsiteY2" fmla="*/ 32840 h 32840"/>
              </a:gdLst>
              <a:ahLst/>
              <a:cxnLst>
                <a:cxn ang="0">
                  <a:pos x="connsiteX0" y="connsiteY0"/>
                </a:cxn>
                <a:cxn ang="0">
                  <a:pos x="connsiteX1" y="connsiteY1"/>
                </a:cxn>
                <a:cxn ang="0">
                  <a:pos x="connsiteX2" y="connsiteY2"/>
                </a:cxn>
              </a:cxnLst>
              <a:rect l="l" t="t" r="r" b="b"/>
              <a:pathLst>
                <a:path w="17294" h="32840">
                  <a:moveTo>
                    <a:pt x="0" y="24"/>
                  </a:moveTo>
                  <a:cubicBezTo>
                    <a:pt x="9057" y="-459"/>
                    <a:pt x="16789" y="6500"/>
                    <a:pt x="17271" y="15561"/>
                  </a:cubicBezTo>
                  <a:cubicBezTo>
                    <a:pt x="17753" y="24623"/>
                    <a:pt x="10797" y="32358"/>
                    <a:pt x="1741" y="32840"/>
                  </a:cubicBezTo>
                </a:path>
              </a:pathLst>
            </a:custGeom>
            <a:solidFill>
              <a:srgbClr val="FFFFFF"/>
            </a:solidFill>
            <a:ln w="6694"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65A8043B-07DF-33CB-4641-FCADB04FCD36}"/>
                </a:ext>
              </a:extLst>
            </p:cNvPr>
            <p:cNvSpPr/>
            <p:nvPr/>
          </p:nvSpPr>
          <p:spPr>
            <a:xfrm>
              <a:off x="3318408" y="2038051"/>
              <a:ext cx="24432" cy="39506"/>
            </a:xfrm>
            <a:custGeom>
              <a:avLst/>
              <a:gdLst>
                <a:gd name="connsiteX0" fmla="*/ 4893 w 24432"/>
                <a:gd name="connsiteY0" fmla="*/ 39507 h 39506"/>
                <a:gd name="connsiteX1" fmla="*/ 1546 w 24432"/>
                <a:gd name="connsiteY1" fmla="*/ 36158 h 39506"/>
                <a:gd name="connsiteX2" fmla="*/ 4893 w 24432"/>
                <a:gd name="connsiteY2" fmla="*/ 32810 h 39506"/>
                <a:gd name="connsiteX3" fmla="*/ 13930 w 24432"/>
                <a:gd name="connsiteY3" fmla="*/ 28524 h 39506"/>
                <a:gd name="connsiteX4" fmla="*/ 11969 w 24432"/>
                <a:gd name="connsiteY4" fmla="*/ 9684 h 39506"/>
                <a:gd name="connsiteX5" fmla="*/ 3554 w 24432"/>
                <a:gd name="connsiteY5" fmla="*/ 6690 h 39506"/>
                <a:gd name="connsiteX6" fmla="*/ 27 w 24432"/>
                <a:gd name="connsiteY6" fmla="*/ 3831 h 39506"/>
                <a:gd name="connsiteX7" fmla="*/ 7 w 24432"/>
                <a:gd name="connsiteY7" fmla="*/ 3543 h 39506"/>
                <a:gd name="connsiteX8" fmla="*/ 3079 w 24432"/>
                <a:gd name="connsiteY8" fmla="*/ 67 h 39506"/>
                <a:gd name="connsiteX9" fmla="*/ 3153 w 24432"/>
                <a:gd name="connsiteY9" fmla="*/ 60 h 39506"/>
                <a:gd name="connsiteX10" fmla="*/ 24373 w 24432"/>
                <a:gd name="connsiteY10" fmla="*/ 18223 h 39506"/>
                <a:gd name="connsiteX11" fmla="*/ 6212 w 24432"/>
                <a:gd name="connsiteY11" fmla="*/ 39453 h 39506"/>
                <a:gd name="connsiteX12" fmla="*/ 5228 w 24432"/>
                <a:gd name="connsiteY12" fmla="*/ 39507 h 3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32" h="39506">
                  <a:moveTo>
                    <a:pt x="4893" y="39507"/>
                  </a:moveTo>
                  <a:cubicBezTo>
                    <a:pt x="3046" y="39507"/>
                    <a:pt x="1546" y="38007"/>
                    <a:pt x="1546" y="36158"/>
                  </a:cubicBezTo>
                  <a:cubicBezTo>
                    <a:pt x="1546" y="34310"/>
                    <a:pt x="3046" y="32810"/>
                    <a:pt x="4893" y="32810"/>
                  </a:cubicBezTo>
                  <a:cubicBezTo>
                    <a:pt x="8354" y="32642"/>
                    <a:pt x="11607" y="31102"/>
                    <a:pt x="13930" y="28524"/>
                  </a:cubicBezTo>
                  <a:cubicBezTo>
                    <a:pt x="18589" y="22777"/>
                    <a:pt x="17712" y="14345"/>
                    <a:pt x="11969" y="9684"/>
                  </a:cubicBezTo>
                  <a:cubicBezTo>
                    <a:pt x="9586" y="7749"/>
                    <a:pt x="6620" y="6697"/>
                    <a:pt x="3554" y="6690"/>
                  </a:cubicBezTo>
                  <a:cubicBezTo>
                    <a:pt x="1787" y="6878"/>
                    <a:pt x="207" y="5592"/>
                    <a:pt x="27" y="3831"/>
                  </a:cubicBezTo>
                  <a:cubicBezTo>
                    <a:pt x="13" y="3730"/>
                    <a:pt x="7" y="3636"/>
                    <a:pt x="7" y="3543"/>
                  </a:cubicBezTo>
                  <a:cubicBezTo>
                    <a:pt x="-107" y="1734"/>
                    <a:pt x="1272" y="174"/>
                    <a:pt x="3079" y="67"/>
                  </a:cubicBezTo>
                  <a:cubicBezTo>
                    <a:pt x="3099" y="60"/>
                    <a:pt x="3126" y="60"/>
                    <a:pt x="3153" y="60"/>
                  </a:cubicBezTo>
                  <a:cubicBezTo>
                    <a:pt x="14024" y="-784"/>
                    <a:pt x="23529" y="7347"/>
                    <a:pt x="24373" y="18223"/>
                  </a:cubicBezTo>
                  <a:cubicBezTo>
                    <a:pt x="25216" y="29106"/>
                    <a:pt x="17090" y="38610"/>
                    <a:pt x="6212" y="39453"/>
                  </a:cubicBezTo>
                  <a:cubicBezTo>
                    <a:pt x="5884" y="39480"/>
                    <a:pt x="5556" y="39500"/>
                    <a:pt x="5228" y="39507"/>
                  </a:cubicBezTo>
                  <a:close/>
                </a:path>
              </a:pathLst>
            </a:custGeom>
            <a:solidFill>
              <a:srgbClr val="0D274D"/>
            </a:solidFill>
            <a:ln w="6694" cap="flat">
              <a:noFill/>
              <a:prstDash val="solid"/>
              <a:miter/>
            </a:ln>
          </p:spPr>
          <p:txBody>
            <a:bodyPr rtlCol="0" anchor="ctr"/>
            <a:lstStyle/>
            <a:p>
              <a:endParaRPr lang="en-US"/>
            </a:p>
          </p:txBody>
        </p:sp>
      </p:grpSp>
      <p:sp>
        <p:nvSpPr>
          <p:cNvPr id="164" name="Freeform 163">
            <a:extLst>
              <a:ext uri="{FF2B5EF4-FFF2-40B4-BE49-F238E27FC236}">
                <a16:creationId xmlns:a16="http://schemas.microsoft.com/office/drawing/2014/main" id="{8AC9C9CD-7ACC-FEBF-A582-A6685F1F6F0D}"/>
              </a:ext>
            </a:extLst>
          </p:cNvPr>
          <p:cNvSpPr/>
          <p:nvPr/>
        </p:nvSpPr>
        <p:spPr>
          <a:xfrm>
            <a:off x="9688968" y="2951022"/>
            <a:ext cx="816444" cy="214452"/>
          </a:xfrm>
          <a:custGeom>
            <a:avLst/>
            <a:gdLst>
              <a:gd name="connsiteX0" fmla="*/ 324123 w 324129"/>
              <a:gd name="connsiteY0" fmla="*/ 46010 h 92087"/>
              <a:gd name="connsiteX1" fmla="*/ 278135 w 324129"/>
              <a:gd name="connsiteY1" fmla="*/ 92087 h 92087"/>
              <a:gd name="connsiteX2" fmla="*/ 45988 w 324129"/>
              <a:gd name="connsiteY2" fmla="*/ 92087 h 92087"/>
              <a:gd name="connsiteX3" fmla="*/ 0 w 324129"/>
              <a:gd name="connsiteY3" fmla="*/ 46010 h 92087"/>
              <a:gd name="connsiteX4" fmla="*/ 45988 w 324129"/>
              <a:gd name="connsiteY4" fmla="*/ 0 h 92087"/>
              <a:gd name="connsiteX5" fmla="*/ 278403 w 324129"/>
              <a:gd name="connsiteY5" fmla="*/ 0 h 92087"/>
              <a:gd name="connsiteX6" fmla="*/ 322717 w 324129"/>
              <a:gd name="connsiteY6" fmla="*/ 33486 h 92087"/>
              <a:gd name="connsiteX7" fmla="*/ 324123 w 324129"/>
              <a:gd name="connsiteY7" fmla="*/ 46010 h 92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4129" h="92087">
                <a:moveTo>
                  <a:pt x="324123" y="46010"/>
                </a:moveTo>
                <a:cubicBezTo>
                  <a:pt x="324123" y="71433"/>
                  <a:pt x="303573" y="92047"/>
                  <a:pt x="278135" y="92087"/>
                </a:cubicBezTo>
                <a:lnTo>
                  <a:pt x="45988" y="92087"/>
                </a:lnTo>
                <a:cubicBezTo>
                  <a:pt x="20617" y="91980"/>
                  <a:pt x="67" y="71399"/>
                  <a:pt x="0" y="46010"/>
                </a:cubicBezTo>
                <a:cubicBezTo>
                  <a:pt x="134" y="20648"/>
                  <a:pt x="20617" y="107"/>
                  <a:pt x="45988" y="0"/>
                </a:cubicBezTo>
                <a:lnTo>
                  <a:pt x="278403" y="0"/>
                </a:lnTo>
                <a:cubicBezTo>
                  <a:pt x="298953" y="40"/>
                  <a:pt x="317028" y="13696"/>
                  <a:pt x="322717" y="33486"/>
                </a:cubicBezTo>
                <a:cubicBezTo>
                  <a:pt x="323722" y="37585"/>
                  <a:pt x="324190" y="41791"/>
                  <a:pt x="324123" y="46010"/>
                </a:cubicBezTo>
                <a:close/>
              </a:path>
            </a:pathLst>
          </a:custGeom>
          <a:solidFill>
            <a:srgbClr val="FFFFFF"/>
          </a:solidFill>
          <a:ln w="6694" cap="flat">
            <a:noFill/>
            <a:prstDash val="solid"/>
            <a:miter/>
          </a:ln>
        </p:spPr>
        <p:txBody>
          <a:bodyPr rtlCol="0" anchor="ctr"/>
          <a:lstStyle/>
          <a:p>
            <a:endParaRPr lang="en-US"/>
          </a:p>
        </p:txBody>
      </p:sp>
    </p:spTree>
    <p:extLst>
      <p:ext uri="{BB962C8B-B14F-4D97-AF65-F5344CB8AC3E}">
        <p14:creationId xmlns:p14="http://schemas.microsoft.com/office/powerpoint/2010/main" val="1538901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0443B82-3FD7-A6A3-600D-27DD87E9BE12}"/>
              </a:ext>
            </a:extLst>
          </p:cNvPr>
          <p:cNvSpPr>
            <a:spLocks noGrp="1"/>
          </p:cNvSpPr>
          <p:nvPr>
            <p:ph type="title"/>
          </p:nvPr>
        </p:nvSpPr>
        <p:spPr>
          <a:xfrm>
            <a:off x="323850" y="960868"/>
            <a:ext cx="2749550" cy="492443"/>
          </a:xfrm>
        </p:spPr>
        <p:txBody>
          <a:bodyPr tIns="0" anchor="t" anchorCtr="0"/>
          <a:lstStyle/>
          <a:p>
            <a:pPr algn="ctr"/>
            <a:r>
              <a:rPr lang="en-US" dirty="0"/>
              <a:t>Agenda</a:t>
            </a:r>
          </a:p>
        </p:txBody>
      </p:sp>
      <p:sp>
        <p:nvSpPr>
          <p:cNvPr id="12" name="Text Placeholder 11">
            <a:extLst>
              <a:ext uri="{FF2B5EF4-FFF2-40B4-BE49-F238E27FC236}">
                <a16:creationId xmlns:a16="http://schemas.microsoft.com/office/drawing/2014/main" id="{43E6DEE7-1C59-3B54-EB23-DCBCB2B0D0FB}"/>
              </a:ext>
            </a:extLst>
          </p:cNvPr>
          <p:cNvSpPr>
            <a:spLocks noGrp="1"/>
          </p:cNvSpPr>
          <p:nvPr>
            <p:ph type="body" sz="quarter" idx="20"/>
          </p:nvPr>
        </p:nvSpPr>
        <p:spPr>
          <a:xfrm>
            <a:off x="4538565" y="1024528"/>
            <a:ext cx="550862" cy="365125"/>
          </a:xfrm>
        </p:spPr>
        <p:txBody>
          <a:bodyPr/>
          <a:lstStyle/>
          <a:p>
            <a:r>
              <a:rPr lang="en-US" sz="2400" dirty="0">
                <a:solidFill>
                  <a:schemeClr val="bg2">
                    <a:lumMod val="60000"/>
                    <a:lumOff val="40000"/>
                  </a:schemeClr>
                </a:solidFill>
              </a:rPr>
              <a:t>01</a:t>
            </a:r>
          </a:p>
        </p:txBody>
      </p:sp>
      <p:sp>
        <p:nvSpPr>
          <p:cNvPr id="15" name="Text Placeholder 14">
            <a:extLst>
              <a:ext uri="{FF2B5EF4-FFF2-40B4-BE49-F238E27FC236}">
                <a16:creationId xmlns:a16="http://schemas.microsoft.com/office/drawing/2014/main" id="{3C947C27-4B3E-E3EE-FAFE-DB550BD5803E}"/>
              </a:ext>
            </a:extLst>
          </p:cNvPr>
          <p:cNvSpPr>
            <a:spLocks noGrp="1"/>
          </p:cNvSpPr>
          <p:nvPr>
            <p:ph type="body" sz="quarter" idx="18"/>
          </p:nvPr>
        </p:nvSpPr>
        <p:spPr>
          <a:xfrm>
            <a:off x="5481008" y="1024528"/>
            <a:ext cx="5683250" cy="365125"/>
          </a:xfrm>
        </p:spPr>
        <p:txBody>
          <a:bodyPr/>
          <a:lstStyle/>
          <a:p>
            <a:r>
              <a:rPr lang="en-US" sz="2400" dirty="0">
                <a:cs typeface="CiscoSansTT Thin"/>
              </a:rPr>
              <a:t>Overview</a:t>
            </a:r>
          </a:p>
        </p:txBody>
      </p:sp>
      <p:sp>
        <p:nvSpPr>
          <p:cNvPr id="25" name="Text Placeholder 11">
            <a:extLst>
              <a:ext uri="{FF2B5EF4-FFF2-40B4-BE49-F238E27FC236}">
                <a16:creationId xmlns:a16="http://schemas.microsoft.com/office/drawing/2014/main" id="{6A67AE9A-8CC6-3FAC-19BD-9D1BC3EBA8A5}"/>
              </a:ext>
            </a:extLst>
          </p:cNvPr>
          <p:cNvSpPr txBox="1">
            <a:spLocks/>
          </p:cNvSpPr>
          <p:nvPr/>
        </p:nvSpPr>
        <p:spPr>
          <a:xfrm>
            <a:off x="4538564" y="2458032"/>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276" rtl="0" eaLnBrk="1" fontAlgn="base" latinLnBrk="0" hangingPunct="1">
              <a:lnSpc>
                <a:spcPct val="90000"/>
              </a:lnSpc>
              <a:spcBef>
                <a:spcPts val="0"/>
              </a:spcBef>
              <a:spcAft>
                <a:spcPts val="1000"/>
              </a:spcAft>
              <a:buClr>
                <a:srgbClr val="07182D"/>
              </a:buClr>
              <a:buSzPct val="100000"/>
              <a:buFont typeface="Arial" panose="020B0604020202020204" pitchFamily="34" charset="0"/>
              <a:buNone/>
              <a:tabLst/>
              <a:defRPr/>
            </a:pPr>
            <a:r>
              <a:rPr kumimoji="0" lang="en-US" sz="2400" b="0" i="0" u="none" strike="noStrike" kern="1200" cap="none" spc="27" normalizeH="0" baseline="0" noProof="0" dirty="0">
                <a:ln>
                  <a:noFill/>
                </a:ln>
                <a:solidFill>
                  <a:srgbClr val="525E6C">
                    <a:lumMod val="60000"/>
                    <a:lumOff val="40000"/>
                  </a:srgbClr>
                </a:solidFill>
                <a:effectLst/>
                <a:uLnTx/>
                <a:uFillTx/>
                <a:latin typeface="CiscoSansTT Medium"/>
                <a:ea typeface="ＭＳ Ｐゴシック" charset="0"/>
                <a:cs typeface="CiscoSansTT" panose="020B0503020201020303"/>
              </a:rPr>
              <a:t>03</a:t>
            </a:r>
          </a:p>
        </p:txBody>
      </p:sp>
      <p:sp>
        <p:nvSpPr>
          <p:cNvPr id="13" name="Text Placeholder 11">
            <a:extLst>
              <a:ext uri="{FF2B5EF4-FFF2-40B4-BE49-F238E27FC236}">
                <a16:creationId xmlns:a16="http://schemas.microsoft.com/office/drawing/2014/main" id="{62049661-DD05-29CC-67D0-F7F457D65B3E}"/>
              </a:ext>
            </a:extLst>
          </p:cNvPr>
          <p:cNvSpPr txBox="1">
            <a:spLocks/>
          </p:cNvSpPr>
          <p:nvPr/>
        </p:nvSpPr>
        <p:spPr>
          <a:xfrm>
            <a:off x="4538564" y="1741280"/>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276" rtl="0" eaLnBrk="1" fontAlgn="base" latinLnBrk="0" hangingPunct="1">
              <a:lnSpc>
                <a:spcPct val="90000"/>
              </a:lnSpc>
              <a:spcBef>
                <a:spcPts val="0"/>
              </a:spcBef>
              <a:spcAft>
                <a:spcPts val="1000"/>
              </a:spcAft>
              <a:buClr>
                <a:srgbClr val="07182D"/>
              </a:buClr>
              <a:buSzPct val="100000"/>
              <a:buFont typeface="Arial" panose="020B0604020202020204" pitchFamily="34" charset="0"/>
              <a:buNone/>
              <a:tabLst/>
              <a:defRPr/>
            </a:pPr>
            <a:r>
              <a:rPr kumimoji="0" lang="en-US" sz="2400" b="0" i="0" u="none" strike="noStrike" kern="1200" cap="none" spc="27" normalizeH="0" baseline="0" noProof="0" dirty="0">
                <a:ln>
                  <a:noFill/>
                </a:ln>
                <a:solidFill>
                  <a:srgbClr val="525E6C">
                    <a:lumMod val="60000"/>
                    <a:lumOff val="40000"/>
                  </a:srgbClr>
                </a:solidFill>
                <a:effectLst/>
                <a:uLnTx/>
                <a:uFillTx/>
                <a:latin typeface="CiscoSansTT Medium"/>
                <a:ea typeface="ＭＳ Ｐゴシック" charset="0"/>
                <a:cs typeface="CiscoSansTT" panose="020B0503020201020303"/>
              </a:rPr>
              <a:t>02</a:t>
            </a:r>
          </a:p>
        </p:txBody>
      </p:sp>
      <p:sp>
        <p:nvSpPr>
          <p:cNvPr id="9" name="Text Placeholder 14">
            <a:extLst>
              <a:ext uri="{FF2B5EF4-FFF2-40B4-BE49-F238E27FC236}">
                <a16:creationId xmlns:a16="http://schemas.microsoft.com/office/drawing/2014/main" id="{B8D44F12-DE43-0458-E0CE-ED223808DB88}"/>
              </a:ext>
            </a:extLst>
          </p:cNvPr>
          <p:cNvSpPr txBox="1">
            <a:spLocks/>
          </p:cNvSpPr>
          <p:nvPr/>
        </p:nvSpPr>
        <p:spPr>
          <a:xfrm>
            <a:off x="5481008" y="1741279"/>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276" rtl="0" eaLnBrk="1" fontAlgn="base" latinLnBrk="0" hangingPunct="1">
              <a:lnSpc>
                <a:spcPct val="90000"/>
              </a:lnSpc>
              <a:spcBef>
                <a:spcPct val="0"/>
              </a:spcBef>
              <a:spcAft>
                <a:spcPts val="1000"/>
              </a:spcAft>
              <a:buClrTx/>
              <a:buSzPct val="70000"/>
              <a:buFont typeface="Arial" panose="020B0604020202020204" pitchFamily="34" charset="0"/>
              <a:buNone/>
              <a:tabLst/>
              <a:defRPr/>
            </a:pPr>
            <a:r>
              <a:rPr kumimoji="0" lang="en-US" sz="2400" b="0" i="0" u="none" strike="noStrike" kern="1200" cap="none" spc="0" normalizeH="0" baseline="0" noProof="0" dirty="0">
                <a:ln>
                  <a:noFill/>
                </a:ln>
                <a:solidFill>
                  <a:srgbClr val="07182D"/>
                </a:solidFill>
                <a:effectLst/>
                <a:uLnTx/>
                <a:uFillTx/>
                <a:latin typeface="CiscoSansTT Medium"/>
                <a:cs typeface="CiscoSansTT Thin" charset="0"/>
              </a:rPr>
              <a:t>Dates</a:t>
            </a:r>
          </a:p>
        </p:txBody>
      </p:sp>
      <p:sp>
        <p:nvSpPr>
          <p:cNvPr id="5" name="Text Placeholder 14">
            <a:extLst>
              <a:ext uri="{FF2B5EF4-FFF2-40B4-BE49-F238E27FC236}">
                <a16:creationId xmlns:a16="http://schemas.microsoft.com/office/drawing/2014/main" id="{D9FE518C-2BD4-B8CB-0B52-2B399E6C447B}"/>
              </a:ext>
            </a:extLst>
          </p:cNvPr>
          <p:cNvSpPr txBox="1">
            <a:spLocks/>
          </p:cNvSpPr>
          <p:nvPr/>
        </p:nvSpPr>
        <p:spPr>
          <a:xfrm>
            <a:off x="5481008" y="2458032"/>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276" rtl="0" eaLnBrk="1" fontAlgn="base" latinLnBrk="0" hangingPunct="1">
              <a:lnSpc>
                <a:spcPct val="90000"/>
              </a:lnSpc>
              <a:spcBef>
                <a:spcPct val="0"/>
              </a:spcBef>
              <a:spcAft>
                <a:spcPts val="1000"/>
              </a:spcAft>
              <a:buClrTx/>
              <a:buSzPct val="70000"/>
              <a:buFont typeface="Arial" panose="020B0604020202020204" pitchFamily="34" charset="0"/>
              <a:buNone/>
              <a:tabLst/>
              <a:defRPr/>
            </a:pPr>
            <a:r>
              <a:rPr kumimoji="0" lang="en-US" sz="2400" b="0" i="0" u="none" strike="noStrike" kern="1200" cap="none" spc="0" normalizeH="0" baseline="0" noProof="0" dirty="0">
                <a:ln>
                  <a:noFill/>
                </a:ln>
                <a:solidFill>
                  <a:srgbClr val="07182D"/>
                </a:solidFill>
                <a:effectLst/>
                <a:uLnTx/>
                <a:uFillTx/>
                <a:latin typeface="CiscoSansTT Medium"/>
                <a:cs typeface="CiscoSansTT Thin" charset="0"/>
              </a:rPr>
              <a:t>Examples</a:t>
            </a:r>
          </a:p>
        </p:txBody>
      </p:sp>
    </p:spTree>
    <p:extLst>
      <p:ext uri="{BB962C8B-B14F-4D97-AF65-F5344CB8AC3E}">
        <p14:creationId xmlns:p14="http://schemas.microsoft.com/office/powerpoint/2010/main" val="133052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DF650-060E-0760-1E48-58C5E7BF4F8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886726F-BA6A-DF6B-9D5A-7114BB0CB69E}"/>
              </a:ext>
            </a:extLst>
          </p:cNvPr>
          <p:cNvSpPr>
            <a:spLocks noGrp="1"/>
          </p:cNvSpPr>
          <p:nvPr>
            <p:ph type="title"/>
          </p:nvPr>
        </p:nvSpPr>
        <p:spPr>
          <a:xfrm>
            <a:off x="323850" y="298146"/>
            <a:ext cx="11544300" cy="492443"/>
          </a:xfrm>
        </p:spPr>
        <p:txBody>
          <a:bodyPr/>
          <a:lstStyle/>
          <a:p>
            <a:r>
              <a:rPr lang="en-US" dirty="0"/>
              <a:t>Capstone Overview</a:t>
            </a:r>
          </a:p>
        </p:txBody>
      </p:sp>
      <p:pic>
        <p:nvPicPr>
          <p:cNvPr id="5" name="Picture 4">
            <a:extLst>
              <a:ext uri="{FF2B5EF4-FFF2-40B4-BE49-F238E27FC236}">
                <a16:creationId xmlns:a16="http://schemas.microsoft.com/office/drawing/2014/main" id="{1887A0EB-6AB8-73D4-00BA-B082616A53B1}"/>
              </a:ext>
            </a:extLst>
          </p:cNvPr>
          <p:cNvPicPr>
            <a:picLocks noChangeAspect="1"/>
          </p:cNvPicPr>
          <p:nvPr/>
        </p:nvPicPr>
        <p:blipFill>
          <a:blip r:embed="rId3"/>
          <a:stretch>
            <a:fillRect/>
          </a:stretch>
        </p:blipFill>
        <p:spPr>
          <a:xfrm>
            <a:off x="9911361" y="201789"/>
            <a:ext cx="1768954" cy="604661"/>
          </a:xfrm>
          <a:prstGeom prst="rect">
            <a:avLst/>
          </a:prstGeom>
        </p:spPr>
      </p:pic>
      <p:sp>
        <p:nvSpPr>
          <p:cNvPr id="2" name="TextBox 1">
            <a:extLst>
              <a:ext uri="{FF2B5EF4-FFF2-40B4-BE49-F238E27FC236}">
                <a16:creationId xmlns:a16="http://schemas.microsoft.com/office/drawing/2014/main" id="{C750C4BB-968B-C4C8-6F45-F6AEABAE67A9}"/>
              </a:ext>
            </a:extLst>
          </p:cNvPr>
          <p:cNvSpPr txBox="1"/>
          <p:nvPr/>
        </p:nvSpPr>
        <p:spPr>
          <a:xfrm>
            <a:off x="323850" y="1498733"/>
            <a:ext cx="7926252" cy="517064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600" b="1" dirty="0">
                <a:solidFill>
                  <a:schemeClr val="bg1"/>
                </a:solidFill>
              </a:rPr>
              <a:t>Be creative in sharing your adventures at Cisco </a:t>
            </a:r>
            <a:r>
              <a:rPr lang="en-US" sz="1600" dirty="0">
                <a:solidFill>
                  <a:schemeClr val="bg1"/>
                </a:solidFill>
              </a:rPr>
              <a:t>(Advantages/Challenges/ Funny Facts/ Achievements/ Giving Back/Program Milestones and Timelines)</a:t>
            </a:r>
          </a:p>
          <a:p>
            <a:pPr marL="285750" indent="-285750">
              <a:buFont typeface="Arial" panose="020B0604020202020204" pitchFamily="34" charset="0"/>
              <a:buChar char="•"/>
            </a:pPr>
            <a:endParaRPr lang="en-US" sz="1600" b="1" dirty="0">
              <a:solidFill>
                <a:schemeClr val="bg1"/>
              </a:solidFill>
            </a:endParaRPr>
          </a:p>
          <a:p>
            <a:pPr marL="285750" indent="-285750">
              <a:buFont typeface="Arial" panose="020B0604020202020204" pitchFamily="34" charset="0"/>
              <a:buChar char="•"/>
            </a:pPr>
            <a:r>
              <a:rPr lang="en-US" sz="1600" dirty="0">
                <a:solidFill>
                  <a:schemeClr val="bg1"/>
                </a:solidFill>
              </a:rPr>
              <a:t>Tell about </a:t>
            </a:r>
            <a:r>
              <a:rPr lang="en-US" sz="1600" b="1" dirty="0">
                <a:solidFill>
                  <a:schemeClr val="bg1"/>
                </a:solidFill>
              </a:rPr>
              <a:t>who are you, where are you from, what team will you be joining, etc</a:t>
            </a:r>
            <a:r>
              <a:rPr lang="en-US" sz="1600" dirty="0">
                <a:solidFill>
                  <a:schemeClr val="bg1"/>
                </a:solidFill>
              </a:rPr>
              <a:t>.</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chemeClr val="bg1"/>
                </a:solidFill>
              </a:rPr>
              <a:t>Be yourself</a:t>
            </a:r>
            <a:r>
              <a:rPr lang="en-US" sz="1600" dirty="0">
                <a:solidFill>
                  <a:schemeClr val="bg1"/>
                </a:solidFill>
              </a:rPr>
              <a:t> and </a:t>
            </a:r>
            <a:r>
              <a:rPr lang="en-US" sz="1600" b="1" dirty="0">
                <a:solidFill>
                  <a:schemeClr val="bg1"/>
                </a:solidFill>
              </a:rPr>
              <a:t>share your experience </a:t>
            </a:r>
            <a:r>
              <a:rPr lang="en-US" sz="1600" dirty="0">
                <a:solidFill>
                  <a:schemeClr val="bg1"/>
                </a:solidFill>
              </a:rPr>
              <a:t>with the hybrid program</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It will require </a:t>
            </a:r>
            <a:r>
              <a:rPr lang="en-US" sz="1600" b="1" dirty="0">
                <a:solidFill>
                  <a:schemeClr val="bg1"/>
                </a:solidFill>
              </a:rPr>
              <a:t>coordination, alignment and practice</a:t>
            </a:r>
            <a:r>
              <a:rPr lang="en-US" sz="1600" dirty="0">
                <a:solidFill>
                  <a:schemeClr val="bg1"/>
                </a:solidFill>
              </a:rPr>
              <a:t> from your end</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Opportunity to present to a </a:t>
            </a:r>
            <a:r>
              <a:rPr lang="en-US" sz="1600" b="1" dirty="0">
                <a:solidFill>
                  <a:schemeClr val="bg1"/>
                </a:solidFill>
              </a:rPr>
              <a:t>very diverse audience and practice your presentation skills</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chemeClr val="bg1"/>
                </a:solidFill>
              </a:rPr>
              <a:t>Duration: Maximum 30 minutes </a:t>
            </a:r>
            <a:r>
              <a:rPr lang="en-US" sz="1600" dirty="0">
                <a:solidFill>
                  <a:schemeClr val="bg1"/>
                </a:solidFill>
              </a:rPr>
              <a:t>(everyone needs to present!)</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a:buChar char="•"/>
            </a:pPr>
            <a:endParaRPr kumimoji="0" lang="en-US" sz="1600" b="1" i="0" u="none" strike="noStrike" kern="1200" cap="none" spc="0" normalizeH="0" baseline="0" noProof="0" dirty="0">
              <a:ln>
                <a:noFill/>
              </a:ln>
              <a:solidFill>
                <a:schemeClr val="bg1"/>
              </a:solidFill>
              <a:effectLst/>
              <a:uLnTx/>
              <a:uFillTx/>
              <a:ea typeface="ＭＳ Ｐゴシック" charset="0"/>
              <a:cs typeface="Arial"/>
              <a:sym typeface="Arial"/>
            </a:endParaRPr>
          </a:p>
          <a:p>
            <a:pPr marL="285750" indent="-285750">
              <a:buFont typeface="Arial" panose="020B0604020202020204"/>
              <a:buChar char="•"/>
            </a:pPr>
            <a:endParaRPr lang="en-US" sz="1600" b="1" dirty="0">
              <a:solidFill>
                <a:schemeClr val="bg1"/>
              </a:solidFill>
              <a:ea typeface="ＭＳ Ｐゴシック" charset="0"/>
              <a:cs typeface="Arial"/>
              <a:sym typeface="Arial"/>
            </a:endParaRPr>
          </a:p>
          <a:p>
            <a:pPr marL="285750" indent="-285750">
              <a:buFont typeface="Arial" panose="020B0604020202020204"/>
              <a:buChar char="•"/>
            </a:pPr>
            <a:endParaRPr kumimoji="0" lang="pl-PL" sz="1600" b="0" i="0" u="none" strike="noStrike" kern="1200" cap="none" spc="0" normalizeH="0" baseline="0" noProof="0" dirty="0">
              <a:ln>
                <a:noFill/>
              </a:ln>
              <a:solidFill>
                <a:schemeClr val="bg1"/>
              </a:solidFill>
              <a:effectLst/>
              <a:uLnTx/>
              <a:uFillTx/>
              <a:ea typeface="ＭＳ Ｐゴシック" charset="0"/>
              <a:cs typeface="Arial"/>
              <a:sym typeface="Arial"/>
            </a:endParaRPr>
          </a:p>
          <a:p>
            <a:pPr marL="0" marR="0" lvl="2" indent="0" algn="l" defTabSz="609585"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242424"/>
              </a:solidFill>
              <a:effectLst/>
              <a:uLnTx/>
              <a:uFillTx/>
              <a:latin typeface="Segoe UI" panose="020B0502040204020203" pitchFamily="34" charset="0"/>
              <a:ea typeface="ＭＳ Ｐゴシック" charset="0"/>
              <a:cs typeface="Arial"/>
              <a:sym typeface="Arial"/>
            </a:endParaRPr>
          </a:p>
        </p:txBody>
      </p:sp>
      <p:sp>
        <p:nvSpPr>
          <p:cNvPr id="8" name="TextBox 7">
            <a:extLst>
              <a:ext uri="{FF2B5EF4-FFF2-40B4-BE49-F238E27FC236}">
                <a16:creationId xmlns:a16="http://schemas.microsoft.com/office/drawing/2014/main" id="{5860E7B1-1D99-BE06-9F7B-3830A7DB0E5A}"/>
              </a:ext>
            </a:extLst>
          </p:cNvPr>
          <p:cNvSpPr txBox="1"/>
          <p:nvPr/>
        </p:nvSpPr>
        <p:spPr>
          <a:xfrm>
            <a:off x="8496129" y="2234744"/>
            <a:ext cx="3321363" cy="2181438"/>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b="1" kern="1200" dirty="0">
                <a:solidFill>
                  <a:schemeClr val="bg1"/>
                </a:solidFill>
                <a:latin typeface="+mn-lt"/>
                <a:ea typeface="ＭＳ Ｐゴシック" charset="0"/>
              </a:rPr>
              <a:t>Take Action:</a:t>
            </a:r>
          </a:p>
          <a:p>
            <a:pPr marL="285750" indent="-285750" defTabSz="912276" fontAlgn="base">
              <a:spcAft>
                <a:spcPts val="1000"/>
              </a:spcAft>
              <a:buClr>
                <a:schemeClr val="bg1"/>
              </a:buClr>
              <a:buSzPct val="100000"/>
              <a:buFont typeface="Wingdings" panose="05000000000000000000" pitchFamily="2" charset="2"/>
              <a:buChar char="ü"/>
            </a:pPr>
            <a:r>
              <a:rPr lang="en-US" sz="1600" dirty="0">
                <a:solidFill>
                  <a:schemeClr val="bg1"/>
                </a:solidFill>
                <a:ea typeface="ＭＳ Ｐゴシック" charset="0"/>
              </a:rPr>
              <a:t>Start connecting with each other (Webex chat/call)</a:t>
            </a:r>
          </a:p>
          <a:p>
            <a:pPr marL="285750" indent="-285750" defTabSz="912276" fontAlgn="base">
              <a:spcAft>
                <a:spcPts val="1000"/>
              </a:spcAft>
              <a:buClr>
                <a:schemeClr val="bg1"/>
              </a:buClr>
              <a:buSzPct val="100000"/>
              <a:buFont typeface="Wingdings" panose="05000000000000000000" pitchFamily="2" charset="2"/>
              <a:buChar char="ü"/>
            </a:pPr>
            <a:r>
              <a:rPr lang="en-US" sz="1600" dirty="0">
                <a:solidFill>
                  <a:schemeClr val="bg1"/>
                </a:solidFill>
                <a:ea typeface="ＭＳ Ｐゴシック" charset="0"/>
              </a:rPr>
              <a:t>Define how you want to “Tell your Story”</a:t>
            </a:r>
          </a:p>
          <a:p>
            <a:pPr marL="285750" indent="-285750" defTabSz="912276" fontAlgn="base">
              <a:spcAft>
                <a:spcPts val="1000"/>
              </a:spcAft>
              <a:buClr>
                <a:schemeClr val="bg1"/>
              </a:buClr>
              <a:buSzPct val="100000"/>
              <a:buFont typeface="Wingdings" panose="05000000000000000000" pitchFamily="2" charset="2"/>
              <a:buChar char="ü"/>
            </a:pPr>
            <a:r>
              <a:rPr lang="en-US" sz="1600" dirty="0">
                <a:solidFill>
                  <a:schemeClr val="bg1"/>
                </a:solidFill>
                <a:ea typeface="ＭＳ Ｐゴシック" charset="0"/>
              </a:rPr>
              <a:t>Book slots in your calendar to work on your Capstone</a:t>
            </a:r>
            <a:endParaRPr lang="en-US" sz="1600" kern="1200" dirty="0">
              <a:solidFill>
                <a:schemeClr val="bg1"/>
              </a:solidFill>
              <a:latin typeface="+mn-lt"/>
              <a:ea typeface="ＭＳ Ｐゴシック" charset="0"/>
            </a:endParaRPr>
          </a:p>
        </p:txBody>
      </p:sp>
    </p:spTree>
    <p:extLst>
      <p:ext uri="{BB962C8B-B14F-4D97-AF65-F5344CB8AC3E}">
        <p14:creationId xmlns:p14="http://schemas.microsoft.com/office/powerpoint/2010/main" val="2529392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AAFF2-0E6E-FDEB-0322-DD5C49B1E7B8}"/>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DE0288E-13EE-362E-FDE0-CD8F402FE5EA}"/>
              </a:ext>
            </a:extLst>
          </p:cNvPr>
          <p:cNvSpPr>
            <a:spLocks noGrp="1"/>
          </p:cNvSpPr>
          <p:nvPr>
            <p:ph type="title"/>
          </p:nvPr>
        </p:nvSpPr>
        <p:spPr>
          <a:xfrm>
            <a:off x="323850" y="453963"/>
            <a:ext cx="11544300" cy="492443"/>
          </a:xfrm>
        </p:spPr>
        <p:txBody>
          <a:bodyPr/>
          <a:lstStyle/>
          <a:p>
            <a:r>
              <a:rPr lang="en-US" dirty="0"/>
              <a:t>Dates</a:t>
            </a:r>
          </a:p>
        </p:txBody>
      </p:sp>
      <p:pic>
        <p:nvPicPr>
          <p:cNvPr id="5" name="Picture 4">
            <a:extLst>
              <a:ext uri="{FF2B5EF4-FFF2-40B4-BE49-F238E27FC236}">
                <a16:creationId xmlns:a16="http://schemas.microsoft.com/office/drawing/2014/main" id="{6F7C9DDA-AF52-4AFE-A76D-B6FBDFDE0019}"/>
              </a:ext>
            </a:extLst>
          </p:cNvPr>
          <p:cNvPicPr>
            <a:picLocks noChangeAspect="1"/>
          </p:cNvPicPr>
          <p:nvPr/>
        </p:nvPicPr>
        <p:blipFill>
          <a:blip r:embed="rId3"/>
          <a:stretch>
            <a:fillRect/>
          </a:stretch>
        </p:blipFill>
        <p:spPr>
          <a:xfrm>
            <a:off x="9911361" y="201789"/>
            <a:ext cx="1768954" cy="604661"/>
          </a:xfrm>
          <a:prstGeom prst="rect">
            <a:avLst/>
          </a:prstGeom>
        </p:spPr>
      </p:pic>
      <p:sp>
        <p:nvSpPr>
          <p:cNvPr id="8" name="TextBox 7">
            <a:extLst>
              <a:ext uri="{FF2B5EF4-FFF2-40B4-BE49-F238E27FC236}">
                <a16:creationId xmlns:a16="http://schemas.microsoft.com/office/drawing/2014/main" id="{1A9011C4-9B74-8AA5-57C2-7A256E706876}"/>
              </a:ext>
            </a:extLst>
          </p:cNvPr>
          <p:cNvSpPr txBox="1"/>
          <p:nvPr/>
        </p:nvSpPr>
        <p:spPr>
          <a:xfrm>
            <a:off x="1439259" y="1767293"/>
            <a:ext cx="4448152" cy="2141330"/>
          </a:xfrm>
          <a:prstGeom prst="rect">
            <a:avLst/>
          </a:prstGeom>
          <a:noFill/>
        </p:spPr>
        <p:txBody>
          <a:bodyPr wrap="none" lIns="0" tIns="0" rIns="0" bIns="0" rtlCol="0" anchor="ctr">
            <a:noAutofit/>
          </a:bodyPr>
          <a:lstStyle/>
          <a:p>
            <a:pPr algn="ctr" defTabSz="912276">
              <a:spcAft>
                <a:spcPts val="1000"/>
              </a:spcAft>
              <a:buClr>
                <a:schemeClr val="bg1"/>
              </a:buClr>
              <a:buSzPct val="100000"/>
            </a:pPr>
            <a:r>
              <a:rPr lang="en-US" sz="1400" b="1" dirty="0">
                <a:solidFill>
                  <a:schemeClr val="bg1"/>
                </a:solidFill>
              </a:rPr>
              <a:t>Capstone Presentation – Dry Run</a:t>
            </a:r>
          </a:p>
          <a:p>
            <a:pPr algn="ctr" defTabSz="912276">
              <a:spcBef>
                <a:spcPts val="0"/>
              </a:spcBef>
              <a:spcAft>
                <a:spcPts val="1000"/>
              </a:spcAft>
              <a:buClr>
                <a:schemeClr val="bg1"/>
              </a:buClr>
              <a:buSzPct val="100000"/>
            </a:pPr>
            <a:r>
              <a:rPr lang="en-US" sz="1400" b="1" dirty="0">
                <a:solidFill>
                  <a:schemeClr val="bg1"/>
                </a:solidFill>
              </a:rPr>
              <a:t>Date: </a:t>
            </a:r>
            <a:r>
              <a:rPr lang="en-US" sz="1400" dirty="0">
                <a:solidFill>
                  <a:schemeClr val="bg1"/>
                </a:solidFill>
              </a:rPr>
              <a:t>19</a:t>
            </a:r>
            <a:r>
              <a:rPr lang="en-US" sz="1400" baseline="30000" dirty="0">
                <a:solidFill>
                  <a:schemeClr val="bg1"/>
                </a:solidFill>
              </a:rPr>
              <a:t>th</a:t>
            </a:r>
            <a:r>
              <a:rPr lang="en-US" sz="1400" dirty="0">
                <a:solidFill>
                  <a:schemeClr val="bg1"/>
                </a:solidFill>
              </a:rPr>
              <a:t> February</a:t>
            </a:r>
          </a:p>
        </p:txBody>
      </p:sp>
      <p:sp>
        <p:nvSpPr>
          <p:cNvPr id="9" name="Rectangle: Rounded Corners 22">
            <a:extLst>
              <a:ext uri="{FF2B5EF4-FFF2-40B4-BE49-F238E27FC236}">
                <a16:creationId xmlns:a16="http://schemas.microsoft.com/office/drawing/2014/main" id="{A1A079F9-7761-7884-F848-509351535A8A}"/>
              </a:ext>
              <a:ext uri="{C183D7F6-B498-43B3-948B-1728B52AA6E4}">
                <adec:decorative xmlns:adec="http://schemas.microsoft.com/office/drawing/2017/decorative" val="1"/>
              </a:ext>
            </a:extLst>
          </p:cNvPr>
          <p:cNvSpPr/>
          <p:nvPr/>
        </p:nvSpPr>
        <p:spPr>
          <a:xfrm>
            <a:off x="1439259" y="1724585"/>
            <a:ext cx="4448152" cy="2186702"/>
          </a:xfrm>
          <a:prstGeom prst="roundRect">
            <a:avLst>
              <a:gd name="adj" fmla="val 5045"/>
            </a:avLst>
          </a:prstGeom>
          <a:noFill/>
          <a:ln w="15875">
            <a:gradFill flip="none" rotWithShape="1">
              <a:gsLst>
                <a:gs pos="0">
                  <a:schemeClr val="accent2"/>
                </a:gs>
                <a:gs pos="100000">
                  <a:schemeClr val="accent1"/>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400" b="1">
              <a:solidFill>
                <a:schemeClr val="bg1"/>
              </a:solidFill>
            </a:endParaRPr>
          </a:p>
        </p:txBody>
      </p:sp>
      <p:sp>
        <p:nvSpPr>
          <p:cNvPr id="10" name="TextBox 9">
            <a:extLst>
              <a:ext uri="{FF2B5EF4-FFF2-40B4-BE49-F238E27FC236}">
                <a16:creationId xmlns:a16="http://schemas.microsoft.com/office/drawing/2014/main" id="{5E3EEBAD-FC76-8983-F014-45DE92B6EFDA}"/>
              </a:ext>
            </a:extLst>
          </p:cNvPr>
          <p:cNvSpPr txBox="1"/>
          <p:nvPr/>
        </p:nvSpPr>
        <p:spPr>
          <a:xfrm>
            <a:off x="6410414" y="1764855"/>
            <a:ext cx="4448152" cy="2106161"/>
          </a:xfrm>
          <a:prstGeom prst="rect">
            <a:avLst/>
          </a:prstGeom>
          <a:noFill/>
        </p:spPr>
        <p:txBody>
          <a:bodyPr wrap="none" lIns="0" tIns="0" rIns="0" bIns="0" rtlCol="0" anchor="ctr">
            <a:noAutofit/>
          </a:bodyPr>
          <a:lstStyle/>
          <a:p>
            <a:pPr algn="ctr" defTabSz="912276">
              <a:spcAft>
                <a:spcPts val="1000"/>
              </a:spcAft>
              <a:buClr>
                <a:schemeClr val="bg1"/>
              </a:buClr>
              <a:buSzPct val="100000"/>
            </a:pPr>
            <a:r>
              <a:rPr lang="en-US" sz="1400" b="1" dirty="0">
                <a:solidFill>
                  <a:schemeClr val="bg1"/>
                </a:solidFill>
              </a:rPr>
              <a:t>Capstone Presentation</a:t>
            </a:r>
          </a:p>
          <a:p>
            <a:pPr algn="ctr" defTabSz="912276">
              <a:spcBef>
                <a:spcPts val="0"/>
              </a:spcBef>
              <a:spcAft>
                <a:spcPts val="1000"/>
              </a:spcAft>
              <a:buClr>
                <a:schemeClr val="bg1"/>
              </a:buClr>
              <a:buSzPct val="100000"/>
            </a:pPr>
            <a:r>
              <a:rPr lang="en-US" sz="1400" b="1" dirty="0">
                <a:solidFill>
                  <a:schemeClr val="bg1"/>
                </a:solidFill>
              </a:rPr>
              <a:t>Date: </a:t>
            </a:r>
            <a:r>
              <a:rPr lang="en-US" sz="1400" dirty="0">
                <a:solidFill>
                  <a:schemeClr val="bg1"/>
                </a:solidFill>
              </a:rPr>
              <a:t>26</a:t>
            </a:r>
            <a:r>
              <a:rPr lang="en-US" sz="1400" baseline="30000" dirty="0">
                <a:solidFill>
                  <a:schemeClr val="bg1"/>
                </a:solidFill>
              </a:rPr>
              <a:t>th</a:t>
            </a:r>
            <a:r>
              <a:rPr lang="en-US" sz="1400" dirty="0">
                <a:solidFill>
                  <a:schemeClr val="bg1"/>
                </a:solidFill>
              </a:rPr>
              <a:t> February</a:t>
            </a:r>
          </a:p>
        </p:txBody>
      </p:sp>
      <p:sp>
        <p:nvSpPr>
          <p:cNvPr id="11" name="Rectangle: Rounded Corners 22">
            <a:extLst>
              <a:ext uri="{FF2B5EF4-FFF2-40B4-BE49-F238E27FC236}">
                <a16:creationId xmlns:a16="http://schemas.microsoft.com/office/drawing/2014/main" id="{B5B267F9-4245-E738-01A0-7C20CB00136E}"/>
              </a:ext>
              <a:ext uri="{C183D7F6-B498-43B3-948B-1728B52AA6E4}">
                <adec:decorative xmlns:adec="http://schemas.microsoft.com/office/drawing/2017/decorative" val="1"/>
              </a:ext>
            </a:extLst>
          </p:cNvPr>
          <p:cNvSpPr/>
          <p:nvPr/>
        </p:nvSpPr>
        <p:spPr>
          <a:xfrm>
            <a:off x="6266898" y="1735304"/>
            <a:ext cx="4448152" cy="2150789"/>
          </a:xfrm>
          <a:prstGeom prst="roundRect">
            <a:avLst>
              <a:gd name="adj" fmla="val 5045"/>
            </a:avLst>
          </a:prstGeom>
          <a:noFill/>
          <a:ln w="15875">
            <a:gradFill flip="none" rotWithShape="1">
              <a:gsLst>
                <a:gs pos="0">
                  <a:schemeClr val="accent2"/>
                </a:gs>
                <a:gs pos="100000">
                  <a:schemeClr val="accent1"/>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400" b="1">
              <a:solidFill>
                <a:schemeClr val="bg1"/>
              </a:solidFill>
            </a:endParaRPr>
          </a:p>
        </p:txBody>
      </p:sp>
      <p:sp>
        <p:nvSpPr>
          <p:cNvPr id="14" name="Rectangle: Rounded Corners 33">
            <a:extLst>
              <a:ext uri="{FF2B5EF4-FFF2-40B4-BE49-F238E27FC236}">
                <a16:creationId xmlns:a16="http://schemas.microsoft.com/office/drawing/2014/main" id="{9CD84B9D-2865-0B89-1010-1E5A0920CA6B}"/>
              </a:ext>
              <a:ext uri="{C183D7F6-B498-43B3-948B-1728B52AA6E4}">
                <adec:decorative xmlns:adec="http://schemas.microsoft.com/office/drawing/2017/decorative" val="1"/>
              </a:ext>
            </a:extLst>
          </p:cNvPr>
          <p:cNvSpPr/>
          <p:nvPr/>
        </p:nvSpPr>
        <p:spPr>
          <a:xfrm>
            <a:off x="323850" y="4530344"/>
            <a:ext cx="11514145" cy="940437"/>
          </a:xfrm>
          <a:prstGeom prst="roundRect">
            <a:avLst>
              <a:gd name="adj" fmla="val 5045"/>
            </a:avLst>
          </a:prstGeom>
          <a:noFill/>
          <a:ln w="15875">
            <a:gradFill flip="none" rotWithShape="1">
              <a:gsLst>
                <a:gs pos="0">
                  <a:schemeClr val="accent2"/>
                </a:gs>
                <a:gs pos="100000">
                  <a:schemeClr val="accent1"/>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600" b="1">
              <a:solidFill>
                <a:schemeClr val="bg1"/>
              </a:solidFill>
            </a:endParaRPr>
          </a:p>
        </p:txBody>
      </p:sp>
      <p:sp>
        <p:nvSpPr>
          <p:cNvPr id="15" name="TextBox 14">
            <a:extLst>
              <a:ext uri="{FF2B5EF4-FFF2-40B4-BE49-F238E27FC236}">
                <a16:creationId xmlns:a16="http://schemas.microsoft.com/office/drawing/2014/main" id="{DAA98865-9F1E-E569-16AF-C5B4FA221D00}"/>
              </a:ext>
            </a:extLst>
          </p:cNvPr>
          <p:cNvSpPr txBox="1"/>
          <p:nvPr/>
        </p:nvSpPr>
        <p:spPr>
          <a:xfrm>
            <a:off x="733147" y="4729736"/>
            <a:ext cx="10620160" cy="584775"/>
          </a:xfrm>
          <a:prstGeom prst="rect">
            <a:avLst/>
          </a:prstGeom>
          <a:noFill/>
        </p:spPr>
        <p:txBody>
          <a:bodyPr wrap="square">
            <a:spAutoFit/>
          </a:bodyPr>
          <a:lstStyle/>
          <a:p>
            <a:pPr algn="ctr"/>
            <a:r>
              <a:rPr lang="en-US" b="1" dirty="0">
                <a:solidFill>
                  <a:schemeClr val="bg1"/>
                </a:solidFill>
              </a:rPr>
              <a:t>Audience will potentially include VP’s, Directors, Business Managers and CXA team</a:t>
            </a:r>
          </a:p>
          <a:p>
            <a:pPr algn="ctr"/>
            <a:r>
              <a:rPr lang="en-US" sz="1400" b="1" dirty="0">
                <a:solidFill>
                  <a:schemeClr val="bg1"/>
                </a:solidFill>
              </a:rPr>
              <a:t>Webex invitations to be sent during today/tomorrow!</a:t>
            </a:r>
            <a:endParaRPr lang="en-US" sz="1400" dirty="0"/>
          </a:p>
        </p:txBody>
      </p:sp>
    </p:spTree>
    <p:extLst>
      <p:ext uri="{BB962C8B-B14F-4D97-AF65-F5344CB8AC3E}">
        <p14:creationId xmlns:p14="http://schemas.microsoft.com/office/powerpoint/2010/main" val="362041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20668-FD80-E085-67AC-D619A9861D8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2433AF4-D6F7-B822-0E5D-CB070A19A874}"/>
              </a:ext>
            </a:extLst>
          </p:cNvPr>
          <p:cNvSpPr>
            <a:spLocks noGrp="1"/>
          </p:cNvSpPr>
          <p:nvPr>
            <p:ph type="title"/>
          </p:nvPr>
        </p:nvSpPr>
        <p:spPr>
          <a:xfrm>
            <a:off x="323850" y="298146"/>
            <a:ext cx="11544300" cy="492443"/>
          </a:xfrm>
        </p:spPr>
        <p:txBody>
          <a:bodyPr/>
          <a:lstStyle/>
          <a:p>
            <a:r>
              <a:rPr lang="en-US" dirty="0"/>
              <a:t>Examples</a:t>
            </a:r>
          </a:p>
        </p:txBody>
      </p:sp>
      <p:pic>
        <p:nvPicPr>
          <p:cNvPr id="5" name="Picture 4">
            <a:extLst>
              <a:ext uri="{FF2B5EF4-FFF2-40B4-BE49-F238E27FC236}">
                <a16:creationId xmlns:a16="http://schemas.microsoft.com/office/drawing/2014/main" id="{B329C96B-9CCD-31AA-93ED-7DB02DEADDFD}"/>
              </a:ext>
            </a:extLst>
          </p:cNvPr>
          <p:cNvPicPr>
            <a:picLocks noChangeAspect="1"/>
          </p:cNvPicPr>
          <p:nvPr/>
        </p:nvPicPr>
        <p:blipFill>
          <a:blip r:embed="rId3"/>
          <a:stretch>
            <a:fillRect/>
          </a:stretch>
        </p:blipFill>
        <p:spPr>
          <a:xfrm>
            <a:off x="9911361" y="201789"/>
            <a:ext cx="1768954" cy="604661"/>
          </a:xfrm>
          <a:prstGeom prst="rect">
            <a:avLst/>
          </a:prstGeom>
        </p:spPr>
      </p:pic>
      <p:graphicFrame>
        <p:nvGraphicFramePr>
          <p:cNvPr id="9" name="Table 8">
            <a:extLst>
              <a:ext uri="{FF2B5EF4-FFF2-40B4-BE49-F238E27FC236}">
                <a16:creationId xmlns:a16="http://schemas.microsoft.com/office/drawing/2014/main" id="{3DF2567A-497C-9D38-220E-B795D881B151}"/>
              </a:ext>
            </a:extLst>
          </p:cNvPr>
          <p:cNvGraphicFramePr>
            <a:graphicFrameLocks noGrp="1"/>
          </p:cNvGraphicFramePr>
          <p:nvPr>
            <p:extLst>
              <p:ext uri="{D42A27DB-BD31-4B8C-83A1-F6EECF244321}">
                <p14:modId xmlns:p14="http://schemas.microsoft.com/office/powerpoint/2010/main" val="2664568933"/>
              </p:ext>
            </p:extLst>
          </p:nvPr>
        </p:nvGraphicFramePr>
        <p:xfrm>
          <a:off x="638303" y="1722208"/>
          <a:ext cx="10915394" cy="3534566"/>
        </p:xfrm>
        <a:graphic>
          <a:graphicData uri="http://schemas.openxmlformats.org/drawingml/2006/table">
            <a:tbl>
              <a:tblPr firstRow="1" bandRow="1">
                <a:tableStyleId>{5C22544A-7EE6-4342-B048-85BDC9FD1C3A}</a:tableStyleId>
              </a:tblPr>
              <a:tblGrid>
                <a:gridCol w="2345853">
                  <a:extLst>
                    <a:ext uri="{9D8B030D-6E8A-4147-A177-3AD203B41FA5}">
                      <a16:colId xmlns:a16="http://schemas.microsoft.com/office/drawing/2014/main" val="1532755426"/>
                    </a:ext>
                  </a:extLst>
                </a:gridCol>
                <a:gridCol w="6199752">
                  <a:extLst>
                    <a:ext uri="{9D8B030D-6E8A-4147-A177-3AD203B41FA5}">
                      <a16:colId xmlns:a16="http://schemas.microsoft.com/office/drawing/2014/main" val="2309635166"/>
                    </a:ext>
                  </a:extLst>
                </a:gridCol>
                <a:gridCol w="2369789">
                  <a:extLst>
                    <a:ext uri="{9D8B030D-6E8A-4147-A177-3AD203B41FA5}">
                      <a16:colId xmlns:a16="http://schemas.microsoft.com/office/drawing/2014/main" val="1875866892"/>
                    </a:ext>
                  </a:extLst>
                </a:gridCol>
              </a:tblGrid>
              <a:tr h="656865">
                <a:tc>
                  <a:txBody>
                    <a:bodyPr/>
                    <a:lstStyle/>
                    <a:p>
                      <a:pPr algn="ctr"/>
                      <a:r>
                        <a:rPr lang="en-US" sz="1800" dirty="0"/>
                        <a:t>Cohort</a:t>
                      </a:r>
                    </a:p>
                  </a:txBody>
                  <a:tcPr anchor="ctr"/>
                </a:tc>
                <a:tc>
                  <a:txBody>
                    <a:bodyPr/>
                    <a:lstStyle/>
                    <a:p>
                      <a:pPr algn="ctr"/>
                      <a:r>
                        <a:rPr lang="en-US" sz="1800" dirty="0"/>
                        <a:t>Link</a:t>
                      </a:r>
                    </a:p>
                  </a:txBody>
                  <a:tcPr anchor="ctr"/>
                </a:tc>
                <a:tc>
                  <a:txBody>
                    <a:bodyPr/>
                    <a:lstStyle/>
                    <a:p>
                      <a:pPr algn="ctr"/>
                      <a:r>
                        <a:rPr lang="en-US" sz="1800" dirty="0"/>
                        <a:t>Password</a:t>
                      </a:r>
                    </a:p>
                  </a:txBody>
                  <a:tcPr anchor="ctr"/>
                </a:tc>
                <a:extLst>
                  <a:ext uri="{0D108BD9-81ED-4DB2-BD59-A6C34878D82A}">
                    <a16:rowId xmlns:a16="http://schemas.microsoft.com/office/drawing/2014/main" val="3541356453"/>
                  </a:ext>
                </a:extLst>
              </a:tr>
              <a:tr h="656865">
                <a:tc>
                  <a:txBody>
                    <a:bodyPr/>
                    <a:lstStyle/>
                    <a:p>
                      <a:pPr algn="ctr"/>
                      <a:r>
                        <a:rPr lang="en-US" sz="1200" b="1" dirty="0"/>
                        <a:t>Graduates FY23Q3</a:t>
                      </a:r>
                    </a:p>
                  </a:txBody>
                  <a:tcPr anchor="ct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US" sz="1200" dirty="0">
                          <a:hlinkClick r:id="rId4"/>
                        </a:rPr>
                        <a:t>https://cisco.webex.com/cisco/ldr.php?RCID=94d3b32954d84c7e94ec31f51b7409a9</a:t>
                      </a:r>
                      <a:endParaRPr lang="en-US" sz="1200" dirty="0"/>
                    </a:p>
                    <a:p>
                      <a:pPr algn="l"/>
                      <a:endParaRPr lang="en-US" sz="1200" dirty="0"/>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US" sz="1200" dirty="0"/>
                        <a:t>mVbZ4PZ8</a:t>
                      </a:r>
                    </a:p>
                    <a:p>
                      <a:pPr algn="ctr"/>
                      <a:endParaRPr lang="en-US" sz="1200" dirty="0"/>
                    </a:p>
                  </a:txBody>
                  <a:tcPr anchor="ctr"/>
                </a:tc>
                <a:extLst>
                  <a:ext uri="{0D108BD9-81ED-4DB2-BD59-A6C34878D82A}">
                    <a16:rowId xmlns:a16="http://schemas.microsoft.com/office/drawing/2014/main" val="2245529205"/>
                  </a:ext>
                </a:extLst>
              </a:tr>
              <a:tr h="907106">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US" sz="1200" b="1" dirty="0"/>
                        <a:t>Graduates FY24Q3</a:t>
                      </a:r>
                    </a:p>
                    <a:p>
                      <a:pPr algn="ctr"/>
                      <a:endParaRPr lang="en-US" sz="1200" b="1" dirty="0"/>
                    </a:p>
                  </a:txBody>
                  <a:tcPr anchor="ctr"/>
                </a:tc>
                <a:tc>
                  <a:txBody>
                    <a:bodyPr/>
                    <a:lstStyle/>
                    <a:p>
                      <a:pPr algn="l"/>
                      <a:r>
                        <a:rPr lang="en-US" sz="1200" dirty="0">
                          <a:hlinkClick r:id="rId5"/>
                        </a:rPr>
                        <a:t>https://cisco.webex.com/recordingservice/sites/cisco/recording/playback/9143bdc8ad424dc28487343f99040c52</a:t>
                      </a:r>
                      <a:endParaRPr lang="en-US" sz="1200" dirty="0"/>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US" sz="1200" dirty="0"/>
                        <a:t>7PqFXgMy</a:t>
                      </a:r>
                    </a:p>
                    <a:p>
                      <a:pPr algn="ctr"/>
                      <a:endParaRPr lang="en-US" sz="1200" dirty="0"/>
                    </a:p>
                  </a:txBody>
                  <a:tcPr anchor="ctr"/>
                </a:tc>
                <a:extLst>
                  <a:ext uri="{0D108BD9-81ED-4DB2-BD59-A6C34878D82A}">
                    <a16:rowId xmlns:a16="http://schemas.microsoft.com/office/drawing/2014/main" val="2627303427"/>
                  </a:ext>
                </a:extLst>
              </a:tr>
              <a:tr h="656865">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US" sz="1200" b="1" dirty="0"/>
                        <a:t>Graduates FY25Q1</a:t>
                      </a:r>
                    </a:p>
                    <a:p>
                      <a:pPr algn="ctr"/>
                      <a:endParaRPr lang="en-US" sz="1200" b="1" dirty="0"/>
                    </a:p>
                  </a:txBody>
                  <a:tcPr anchor="ct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US" sz="1200" dirty="0">
                          <a:hlinkClick r:id="rId6"/>
                        </a:rPr>
                        <a:t>https://cisco.webex.com/cisco/ldr.php?RCID=b175a805dfe9d4eaf2a0380820bd102e</a:t>
                      </a:r>
                      <a:endParaRPr lang="en-US" sz="1200" dirty="0"/>
                    </a:p>
                    <a:p>
                      <a:pPr marL="0" marR="0" lvl="0" indent="0" algn="l" defTabSz="914362" rtl="0" eaLnBrk="1" fontAlgn="auto" latinLnBrk="0" hangingPunct="1">
                        <a:lnSpc>
                          <a:spcPct val="100000"/>
                        </a:lnSpc>
                        <a:spcBef>
                          <a:spcPts val="0"/>
                        </a:spcBef>
                        <a:spcAft>
                          <a:spcPts val="0"/>
                        </a:spcAft>
                        <a:buClrTx/>
                        <a:buSzTx/>
                        <a:buFontTx/>
                        <a:buNone/>
                        <a:tabLst/>
                        <a:defRPr/>
                      </a:pPr>
                      <a:r>
                        <a:rPr lang="en-US" sz="1200" dirty="0"/>
                        <a:t> </a:t>
                      </a: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US" sz="1200" dirty="0"/>
                        <a:t>Qt3ikGsb</a:t>
                      </a:r>
                    </a:p>
                    <a:p>
                      <a:pPr algn="ctr"/>
                      <a:endParaRPr lang="en-US" sz="1200" dirty="0"/>
                    </a:p>
                  </a:txBody>
                  <a:tcPr anchor="ctr"/>
                </a:tc>
                <a:extLst>
                  <a:ext uri="{0D108BD9-81ED-4DB2-BD59-A6C34878D82A}">
                    <a16:rowId xmlns:a16="http://schemas.microsoft.com/office/drawing/2014/main" val="2087784387"/>
                  </a:ext>
                </a:extLst>
              </a:tr>
              <a:tr h="656865">
                <a:tc>
                  <a:txBody>
                    <a:bodyPr/>
                    <a:lstStyle/>
                    <a:p>
                      <a:pPr algn="ctr"/>
                      <a:r>
                        <a:rPr lang="en-US" sz="1200" b="1" dirty="0"/>
                        <a:t>Graduates FY24Q1</a:t>
                      </a:r>
                    </a:p>
                  </a:txBody>
                  <a:tcPr anchor="ctr"/>
                </a:tc>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US" sz="1200" dirty="0">
                          <a:hlinkClick r:id="rId7"/>
                        </a:rPr>
                        <a:t>https://cisco.webex.com/cisco/ldr.php?RCID=a62927354905bf97538f6cd1118d4bc7</a:t>
                      </a:r>
                      <a:endParaRPr lang="en-US" sz="1200" dirty="0"/>
                    </a:p>
                  </a:txBody>
                  <a:tcPr anchor="ctr"/>
                </a:tc>
                <a:tc>
                  <a:txBody>
                    <a:bodyPr/>
                    <a:lstStyle/>
                    <a:p>
                      <a:pPr algn="ctr"/>
                      <a:r>
                        <a:rPr lang="en-US" sz="1200" dirty="0"/>
                        <a:t>tFKJqnS3</a:t>
                      </a:r>
                    </a:p>
                  </a:txBody>
                  <a:tcPr anchor="ctr"/>
                </a:tc>
                <a:extLst>
                  <a:ext uri="{0D108BD9-81ED-4DB2-BD59-A6C34878D82A}">
                    <a16:rowId xmlns:a16="http://schemas.microsoft.com/office/drawing/2014/main" val="3478439323"/>
                  </a:ext>
                </a:extLst>
              </a:tr>
            </a:tbl>
          </a:graphicData>
        </a:graphic>
      </p:graphicFrame>
    </p:spTree>
    <p:extLst>
      <p:ext uri="{BB962C8B-B14F-4D97-AF65-F5344CB8AC3E}">
        <p14:creationId xmlns:p14="http://schemas.microsoft.com/office/powerpoint/2010/main" val="2779569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ight theme 2022 Widescreen">
  <a:themeElements>
    <a:clrScheme name="Cisco Color Palette">
      <a:dk1>
        <a:srgbClr val="0D274D"/>
      </a:dk1>
      <a:lt1>
        <a:srgbClr val="414244"/>
      </a:lt1>
      <a:dk2>
        <a:srgbClr val="FFFFFF"/>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Cisco Corporate Template Prototype_Aug_2017" id="{4E692306-BB5E-4389-8512-B70B45577D04}" vid="{BDAD62F5-9CDD-42BF-A677-E02F4F07310C}"/>
    </a:ext>
  </a:extLst>
</a:theme>
</file>

<file path=ppt/theme/theme3.xml><?xml version="1.0" encoding="utf-8"?>
<a:theme xmlns:a="http://schemas.openxmlformats.org/drawingml/2006/main" name="1_Light theme 2022 Widescreen">
  <a:themeElements>
    <a:clrScheme name="Cisco Color Palette">
      <a:dk1>
        <a:srgbClr val="0D274D"/>
      </a:dk1>
      <a:lt1>
        <a:srgbClr val="414244"/>
      </a:lt1>
      <a:dk2>
        <a:srgbClr val="FFFFFF"/>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Cisco Corporate Template Prototype_Aug_2017" id="{4E692306-BB5E-4389-8512-B70B45577D04}" vid="{BDAD62F5-9CDD-42BF-A677-E02F4F07310C}"/>
    </a:ext>
  </a:extLst>
</a:theme>
</file>

<file path=ppt/theme/theme4.xml><?xml version="1.0" encoding="utf-8"?>
<a:theme xmlns:a="http://schemas.openxmlformats.org/drawingml/2006/main" name="cisco25 light">
  <a:themeElements>
    <a:clrScheme name="Cisco Light 04-16-2025">
      <a:dk1>
        <a:srgbClr val="07182D"/>
      </a:dk1>
      <a:lt1>
        <a:srgbClr val="FFFFFF"/>
      </a:lt1>
      <a:dk2>
        <a:srgbClr val="525E6C"/>
      </a:dk2>
      <a:lt2>
        <a:srgbClr val="B4B9C0"/>
      </a:lt2>
      <a:accent1>
        <a:srgbClr val="02C8FF"/>
      </a:accent1>
      <a:accent2>
        <a:srgbClr val="0A60FF"/>
      </a:accent2>
      <a:accent3>
        <a:srgbClr val="FF007F"/>
      </a:accent3>
      <a:accent4>
        <a:srgbClr val="FF9000"/>
      </a:accent4>
      <a:accent5>
        <a:srgbClr val="D6D6D6"/>
      </a:accent5>
      <a:accent6>
        <a:srgbClr val="6B6B6B"/>
      </a:accent6>
      <a:hlink>
        <a:srgbClr val="07182D"/>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cisco25 light" id="{F5E8EBC9-564C-4CDF-89BB-60B741635D33}" vid="{AD44DC9A-68B1-43DF-B808-081A648DF8BA}"/>
    </a:ext>
  </a:extLst>
</a:theme>
</file>

<file path=ppt/theme/theme5.xml><?xml version="1.0" encoding="utf-8"?>
<a:theme xmlns:a="http://schemas.openxmlformats.org/drawingml/2006/main" name="Cisco Light 05-21-2025">
  <a:themeElements>
    <a:clrScheme name="Cisco Light 04-16-2025">
      <a:dk1>
        <a:srgbClr val="07182D"/>
      </a:dk1>
      <a:lt1>
        <a:srgbClr val="FFFFFF"/>
      </a:lt1>
      <a:dk2>
        <a:srgbClr val="525E6C"/>
      </a:dk2>
      <a:lt2>
        <a:srgbClr val="B4B9C0"/>
      </a:lt2>
      <a:accent1>
        <a:srgbClr val="02C8FF"/>
      </a:accent1>
      <a:accent2>
        <a:srgbClr val="0A60FF"/>
      </a:accent2>
      <a:accent3>
        <a:srgbClr val="FF007F"/>
      </a:accent3>
      <a:accent4>
        <a:srgbClr val="FF9000"/>
      </a:accent4>
      <a:accent5>
        <a:srgbClr val="D6D6D6"/>
      </a:accent5>
      <a:accent6>
        <a:srgbClr val="6B6B6B"/>
      </a:accent6>
      <a:hlink>
        <a:srgbClr val="07182D"/>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Presentation5" id="{39A06569-74E9-B444-838E-9FB59B9807EB}" vid="{12509B28-4324-5C4C-9A5B-03E9F95A4E79}"/>
    </a:ext>
  </a:extLst>
</a:theme>
</file>

<file path=ppt/theme/theme6.xml><?xml version="1.0" encoding="utf-8"?>
<a:theme xmlns:a="http://schemas.openxmlformats.org/drawingml/2006/main" name="Cisco 2025 Dark">
  <a:themeElements>
    <a:clrScheme name="Cisco Dark 4-16-2025">
      <a:dk1>
        <a:srgbClr val="FFFFFF"/>
      </a:dk1>
      <a:lt1>
        <a:srgbClr val="07182D"/>
      </a:lt1>
      <a:dk2>
        <a:srgbClr val="B4B9C0"/>
      </a:dk2>
      <a:lt2>
        <a:srgbClr val="525E6C"/>
      </a:lt2>
      <a:accent1>
        <a:srgbClr val="02C8FF"/>
      </a:accent1>
      <a:accent2>
        <a:srgbClr val="0A60FF"/>
      </a:accent2>
      <a:accent3>
        <a:srgbClr val="FF007F"/>
      </a:accent3>
      <a:accent4>
        <a:srgbClr val="FF9000"/>
      </a:accent4>
      <a:accent5>
        <a:srgbClr val="D6D6D6"/>
      </a:accent5>
      <a:accent6>
        <a:srgbClr val="6B6B6B"/>
      </a:accent6>
      <a:hlink>
        <a:srgbClr val="FFFFFF"/>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Cisco 2025 Dark" id="{18BD15EB-657E-4A61-B035-7188D9D8C08D}" vid="{E554B5A6-7A98-45EE-80CA-B5F1425C6139}"/>
    </a:ext>
  </a:extLst>
</a:theme>
</file>

<file path=ppt/theme/theme7.xml><?xml version="1.0" encoding="utf-8"?>
<a:theme xmlns:a="http://schemas.openxmlformats.org/drawingml/2006/main" name="3_LTI_2016">
  <a:themeElements>
    <a:clrScheme name="LTI 2015">
      <a:dk1>
        <a:srgbClr val="676767"/>
      </a:dk1>
      <a:lt1>
        <a:srgbClr val="FFFFFF"/>
      </a:lt1>
      <a:dk2>
        <a:srgbClr val="049FD9"/>
      </a:dk2>
      <a:lt2>
        <a:srgbClr val="FFFFFF"/>
      </a:lt2>
      <a:accent1>
        <a:srgbClr val="004BAF"/>
      </a:accent1>
      <a:accent2>
        <a:srgbClr val="C4D6ED"/>
      </a:accent2>
      <a:accent3>
        <a:srgbClr val="393939"/>
      </a:accent3>
      <a:accent4>
        <a:srgbClr val="6CC04A"/>
      </a:accent4>
      <a:accent5>
        <a:srgbClr val="32B2DF"/>
      </a:accent5>
      <a:accent6>
        <a:srgbClr val="ABC233"/>
      </a:accent6>
      <a:hlink>
        <a:srgbClr val="2BA2D7"/>
      </a:hlink>
      <a:folHlink>
        <a:srgbClr val="2968A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4" id="{B1B9449E-FE7A-409D-B67E-794139055059}" vid="{78145E51-B69F-4860-85F3-80DB7BABB1B6}"/>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FE5F612721D5439C2EC14DB787977B" ma:contentTypeVersion="19" ma:contentTypeDescription="Create a new document." ma:contentTypeScope="" ma:versionID="bd467282298824e28d1390e8338755ba">
  <xsd:schema xmlns:xsd="http://www.w3.org/2001/XMLSchema" xmlns:xs="http://www.w3.org/2001/XMLSchema" xmlns:p="http://schemas.microsoft.com/office/2006/metadata/properties" xmlns:ns2="f8020b29-d374-4595-b9c8-f29c587ddebf" xmlns:ns3="8edfa71a-87ec-4b54-8190-27e84a3cb15c" targetNamespace="http://schemas.microsoft.com/office/2006/metadata/properties" ma:root="true" ma:fieldsID="dc78392881b9bb06d07015e8723ad4bf" ns2:_="" ns3:_="">
    <xsd:import namespace="f8020b29-d374-4595-b9c8-f29c587ddebf"/>
    <xsd:import namespace="8edfa71a-87ec-4b54-8190-27e84a3cb15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020b29-d374-4595-b9c8-f29c587dde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dfa71a-87ec-4b54-8190-27e84a3cb15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d506c73-39a6-4498-bd28-832f93469a11}" ma:internalName="TaxCatchAll" ma:showField="CatchAllData" ma:web="8edfa71a-87ec-4b54-8190-27e84a3cb15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edfa71a-87ec-4b54-8190-27e84a3cb15c" xsi:nil="true"/>
    <lcf76f155ced4ddcb4097134ff3c332f xmlns="f8020b29-d374-4595-b9c8-f29c587ddeb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CE3784-CDFB-4E94-9002-F7088741B0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8020b29-d374-4595-b9c8-f29c587ddebf"/>
    <ds:schemaRef ds:uri="8edfa71a-87ec-4b54-8190-27e84a3cb1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0891E7-B245-4DE8-83E9-6F099B46843F}">
  <ds:schemaRefs>
    <ds:schemaRef ds:uri="http://schemas.microsoft.com/office/2006/metadata/properties"/>
    <ds:schemaRef ds:uri="http://schemas.microsoft.com/office/infopath/2007/PartnerControls"/>
    <ds:schemaRef ds:uri="http://purl.org/dc/dcmitype/"/>
    <ds:schemaRef ds:uri="http://www.w3.org/XML/1998/namespace"/>
    <ds:schemaRef ds:uri="http://purl.org/dc/elements/1.1/"/>
    <ds:schemaRef ds:uri="8edfa71a-87ec-4b54-8190-27e84a3cb15c"/>
    <ds:schemaRef ds:uri="f8020b29-d374-4595-b9c8-f29c587ddebf"/>
    <ds:schemaRef ds:uri="http://schemas.microsoft.com/office/2006/documentManagement/types"/>
    <ds:schemaRef ds:uri="http://purl.org/dc/terms/"/>
    <ds:schemaRef ds:uri="http://schemas.openxmlformats.org/package/2006/metadata/core-properties"/>
  </ds:schemaRefs>
</ds:datastoreItem>
</file>

<file path=customXml/itemProps3.xml><?xml version="1.0" encoding="utf-8"?>
<ds:datastoreItem xmlns:ds="http://schemas.openxmlformats.org/officeDocument/2006/customXml" ds:itemID="{64B97A3F-FF3B-4EEF-81A5-5A5F7DA77EDF}">
  <ds:schemaRefs>
    <ds:schemaRef ds:uri="http://schemas.microsoft.com/sharepoint/v3/contenttype/forms"/>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otalTime>1140</TotalTime>
  <Words>271</Words>
  <Application>Microsoft Office PowerPoint</Application>
  <PresentationFormat>Widescreen</PresentationFormat>
  <Paragraphs>58</Paragraphs>
  <Slides>5</Slides>
  <Notes>4</Notes>
  <HiddenSlides>0</HiddenSlides>
  <MMClips>0</MMClips>
  <ScaleCrop>false</ScaleCrop>
  <HeadingPairs>
    <vt:vector size="6" baseType="variant">
      <vt:variant>
        <vt:lpstr>Fonts Used</vt:lpstr>
      </vt:variant>
      <vt:variant>
        <vt:i4>14</vt:i4>
      </vt:variant>
      <vt:variant>
        <vt:lpstr>Theme</vt:lpstr>
      </vt:variant>
      <vt:variant>
        <vt:i4>7</vt:i4>
      </vt:variant>
      <vt:variant>
        <vt:lpstr>Slide Titles</vt:lpstr>
      </vt:variant>
      <vt:variant>
        <vt:i4>5</vt:i4>
      </vt:variant>
    </vt:vector>
  </HeadingPairs>
  <TitlesOfParts>
    <vt:vector size="26" baseType="lpstr">
      <vt:lpstr>ＭＳ Ｐゴシック</vt:lpstr>
      <vt:lpstr>Aptos</vt:lpstr>
      <vt:lpstr>Aptos Display</vt:lpstr>
      <vt:lpstr>Arial</vt:lpstr>
      <vt:lpstr>Calibri</vt:lpstr>
      <vt:lpstr>Ciscolight</vt:lpstr>
      <vt:lpstr>CiscoSans ExtraLight</vt:lpstr>
      <vt:lpstr>CiscoSansTT</vt:lpstr>
      <vt:lpstr>CiscoSansTT ExtraLight</vt:lpstr>
      <vt:lpstr>CiscoSansTT Light</vt:lpstr>
      <vt:lpstr>CiscoSansTT Medium</vt:lpstr>
      <vt:lpstr>CiscoSansTT Thin</vt:lpstr>
      <vt:lpstr>Segoe UI</vt:lpstr>
      <vt:lpstr>Wingdings</vt:lpstr>
      <vt:lpstr>Office Theme</vt:lpstr>
      <vt:lpstr>Light theme 2022 Widescreen</vt:lpstr>
      <vt:lpstr>1_Light theme 2022 Widescreen</vt:lpstr>
      <vt:lpstr>cisco25 light</vt:lpstr>
      <vt:lpstr>Cisco Light 05-21-2025</vt:lpstr>
      <vt:lpstr>Cisco 2025 Dark</vt:lpstr>
      <vt:lpstr>3_LTI_2016</vt:lpstr>
      <vt:lpstr>Capstone Presentation Briefing</vt:lpstr>
      <vt:lpstr>Agenda</vt:lpstr>
      <vt:lpstr>Capstone Overview</vt:lpstr>
      <vt:lpstr>Dates</vt:lpstr>
      <vt:lpstr>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João Quintela (jquintel)</dc:creator>
  <cp:lastModifiedBy>João Quintela (jquintel)</cp:lastModifiedBy>
  <cp:revision>18</cp:revision>
  <dcterms:created xsi:type="dcterms:W3CDTF">2025-09-09T10:21:30Z</dcterms:created>
  <dcterms:modified xsi:type="dcterms:W3CDTF">2026-01-26T11:23:47Z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2025-09-09T10:21:35Z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a2aa78ec-ae97-468b-a916-a1b3954ec77b</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Cisco Confidential</vt:lpwstr>
  </property>
  <property fmtid="{D5CDD505-2E9C-101B-9397-08002B2CF9AE}" pid="12" name="ContentTypeId">
    <vt:lpwstr>0x010100C0FE5F612721D5439C2EC14DB787977B</vt:lpwstr>
  </property>
  <property fmtid="{D5CDD505-2E9C-101B-9397-08002B2CF9AE}" pid="13" name="MediaServiceImageTags">
    <vt:lpwstr/>
  </property>
</Properties>
</file>